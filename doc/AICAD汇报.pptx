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57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4" r:id="rId4"/>
    <p:sldMasterId id="2147483657" r:id="rId5"/>
    <p:sldMasterId id="2147483660" r:id="rId6"/>
    <p:sldMasterId id="2147483663" r:id="rId7"/>
    <p:sldMasterId id="2147483666" r:id="rId8"/>
    <p:sldMasterId id="2147483668" r:id="rId9"/>
    <p:sldMasterId id="2147483671" r:id="rId10"/>
    <p:sldMasterId id="2147483673" r:id="rId11"/>
    <p:sldMasterId id="2147483676" r:id="rId12"/>
    <p:sldMasterId id="2147483678" r:id="rId13"/>
    <p:sldMasterId id="2147483681" r:id="rId14"/>
    <p:sldMasterId id="2147483684" r:id="rId15"/>
    <p:sldMasterId id="2147483686" r:id="rId16"/>
    <p:sldMasterId id="2147483688" r:id="rId17"/>
    <p:sldMasterId id="2147483690" r:id="rId18"/>
    <p:sldMasterId id="2147483692" r:id="rId19"/>
    <p:sldMasterId id="2147483697" r:id="rId20"/>
    <p:sldMasterId id="2147483699" r:id="rId21"/>
    <p:sldMasterId id="2147483704" r:id="rId22"/>
  </p:sldMasterIdLst>
  <p:notesMasterIdLst>
    <p:notesMasterId r:id="rId23"/>
  </p:notesMasterIdLst>
  <p:sldIdLst>
    <p:sldId id="256" r:id="rId24"/>
    <p:sldId id="257" r:id="rId25"/>
    <p:sldId id="258" r:id="rId26"/>
    <p:sldId id="259" r:id="rId27"/>
    <p:sldId id="260" r:id="rId28"/>
    <p:sldId id="261" r:id="rId29"/>
    <p:sldId id="262" r:id="rId30"/>
    <p:sldId id="263" r:id="rId31"/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7.xml"/><Relationship Id="rId6" Type="http://schemas.openxmlformats.org/officeDocument/2006/relationships/slideMaster" Target="slideMasters/slideMaster9.xml"/><Relationship Id="rId7" Type="http://schemas.openxmlformats.org/officeDocument/2006/relationships/slideMaster" Target="slideMasters/slideMaster11.xml"/><Relationship Id="rId8" Type="http://schemas.openxmlformats.org/officeDocument/2006/relationships/slideMaster" Target="slideMasters/slideMaster13.xml"/><Relationship Id="rId9" Type="http://schemas.openxmlformats.org/officeDocument/2006/relationships/slideMaster" Target="slideMasters/slideMaster14.xml"/><Relationship Id="rId10" Type="http://schemas.openxmlformats.org/officeDocument/2006/relationships/slideMaster" Target="slideMasters/slideMaster16.xml"/><Relationship Id="rId11" Type="http://schemas.openxmlformats.org/officeDocument/2006/relationships/slideMaster" Target="slideMasters/slideMaster17.xml"/><Relationship Id="rId12" Type="http://schemas.openxmlformats.org/officeDocument/2006/relationships/slideMaster" Target="slideMasters/slideMaster19.xml"/><Relationship Id="rId13" Type="http://schemas.openxmlformats.org/officeDocument/2006/relationships/slideMaster" Target="slideMasters/slideMaster20.xml"/><Relationship Id="rId14" Type="http://schemas.openxmlformats.org/officeDocument/2006/relationships/slideMaster" Target="slideMasters/slideMaster22.xml"/><Relationship Id="rId15" Type="http://schemas.openxmlformats.org/officeDocument/2006/relationships/slideMaster" Target="slideMasters/slideMaster24.xml"/><Relationship Id="rId16" Type="http://schemas.openxmlformats.org/officeDocument/2006/relationships/slideMaster" Target="slideMasters/slideMaster25.xml"/><Relationship Id="rId17" Type="http://schemas.openxmlformats.org/officeDocument/2006/relationships/slideMaster" Target="slideMasters/slideMaster26.xml"/><Relationship Id="rId18" Type="http://schemas.openxmlformats.org/officeDocument/2006/relationships/slideMaster" Target="slideMasters/slideMaster27.xml"/><Relationship Id="rId19" Type="http://schemas.openxmlformats.org/officeDocument/2006/relationships/slideMaster" Target="slideMasters/slideMaster28.xml"/><Relationship Id="rId20" Type="http://schemas.openxmlformats.org/officeDocument/2006/relationships/slideMaster" Target="slideMasters/slideMaster32.xml"/><Relationship Id="rId21" Type="http://schemas.openxmlformats.org/officeDocument/2006/relationships/slideMaster" Target="slideMasters/slideMaster33.xml"/><Relationship Id="rId22" Type="http://schemas.openxmlformats.org/officeDocument/2006/relationships/slideMaster" Target="slideMasters/slideMaster34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.xml"/><Relationship Id="rId25" Type="http://schemas.openxmlformats.org/officeDocument/2006/relationships/slide" Target="slides/slide2.xml"/><Relationship Id="rId26" Type="http://schemas.openxmlformats.org/officeDocument/2006/relationships/slide" Target="slides/slide3.xml"/><Relationship Id="rId27" Type="http://schemas.openxmlformats.org/officeDocument/2006/relationships/slide" Target="slides/slide4.xml"/><Relationship Id="rId28" Type="http://schemas.openxmlformats.org/officeDocument/2006/relationships/slide" Target="slides/slide5.xml"/><Relationship Id="rId29" Type="http://schemas.openxmlformats.org/officeDocument/2006/relationships/slide" Target="slides/slide6.xml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slide" Target="slides/slide11.xml"/><Relationship Id="rId35" Type="http://schemas.openxmlformats.org/officeDocument/2006/relationships/slide" Target="slides/slide12.xml"/><Relationship Id="rId36" Type="http://schemas.openxmlformats.org/officeDocument/2006/relationships/slide" Target="slides/slide13.xml"/><Relationship Id="rId37" Type="http://schemas.openxmlformats.org/officeDocument/2006/relationships/slide" Target="slides/slide14.xml"/><Relationship Id="rId38" Type="http://schemas.openxmlformats.org/officeDocument/2006/relationships/slide" Target="slides/slide15.xml"/><Relationship Id="rId39" Type="http://schemas.openxmlformats.org/officeDocument/2006/relationships/slide" Target="slides/slide16.xml"/><Relationship Id="rId40" Type="http://schemas.openxmlformats.org/officeDocument/2006/relationships/slide" Target="slides/slide17.xml"/><Relationship Id="rId41" Type="http://schemas.openxmlformats.org/officeDocument/2006/relationships/slide" Target="slides/slide18.xml"/><Relationship Id="rId42" Type="http://schemas.openxmlformats.org/officeDocument/2006/relationships/slide" Target="slides/slide19.xml"/><Relationship Id="rId43" Type="http://schemas.openxmlformats.org/officeDocument/2006/relationships/slide" Target="slides/slide20.xml"/><Relationship Id="rId44" Type="http://schemas.openxmlformats.org/officeDocument/2006/relationships/slide" Target="slides/slide21.xml"/><Relationship Id="rId45" Type="http://schemas.openxmlformats.org/officeDocument/2006/relationships/slide" Target="slides/slide22.xml"/><Relationship Id="rId46" Type="http://schemas.openxmlformats.org/officeDocument/2006/relationships/slide" Target="slides/slide23.xml"/><Relationship Id="rId47" Type="http://schemas.openxmlformats.org/officeDocument/2006/relationships/slide" Target="slides/slide24.xml"/><Relationship Id="rId48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7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ct val="90000"/>
              </a:lnSpc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微软雅黑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  <p:sp>
        <p:nvSpPr>
          <p:cNvPr id="109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0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1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2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545731A-57ED-4A0F-A756-C36E6E6C8CA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9599598-B19D-445D-8223-7F29F8B618B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07292E4-D53E-46C0-8840-828E05E62B5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6666509-384E-4B48-AE7D-7FB4479062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6D805C1-E369-42D7-8914-476AC73FB8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4FD4F79-726C-4F66-BD5B-817BBDB57D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22596CB-A054-43BA-AE60-2661281BF1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E08D893-C254-4EC1-9303-4E17C368F2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C71C029-1B55-40DC-A6B9-19B828149BE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328A894-4E20-4513-A20D-3CC4D623B0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FE6BD2E-0B67-4736-95A2-9E87CCF0BD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91BFE51-C768-46C8-B396-E5723CFCE4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FCEAC13-DEBD-4B14-8CE6-CE9F25875C4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9063B07-060E-49B6-86BE-C8B6A208C6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9.jpeg"/><Relationship Id="rId3" Type="http://schemas.openxmlformats.org/officeDocument/2006/relationships/image" Target="../media/image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0.jpeg"/><Relationship Id="rId3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5.jpeg"/><Relationship Id="rId3" Type="http://schemas.openxmlformats.org/officeDocument/2006/relationships/image" Target="../media/image13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26.png"/><Relationship Id="rId3" Type="http://schemas.openxmlformats.org/officeDocument/2006/relationships/image" Target="../media/image1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27.png"/><Relationship Id="rId3" Type="http://schemas.openxmlformats.org/officeDocument/2006/relationships/image" Target="../media/image27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28.png"/><Relationship Id="rId3" Type="http://schemas.openxmlformats.org/officeDocument/2006/relationships/image" Target="../media/image28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Relationship Id="rId2" Type="http://schemas.openxmlformats.org/officeDocument/2006/relationships/image" Target="../media/image26.png"/><Relationship Id="rId3" Type="http://schemas.openxmlformats.org/officeDocument/2006/relationships/image" Target="../media/image6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Relationship Id="rId2" Type="http://schemas.openxmlformats.org/officeDocument/2006/relationships/image" Target="../media/image35.png"/><Relationship Id="rId3" Type="http://schemas.openxmlformats.org/officeDocument/2006/relationships/image" Target="../media/image6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Relationship Id="rId2" Type="http://schemas.openxmlformats.org/officeDocument/2006/relationships/image" Target="../media/image3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Relationship Id="rId2" Type="http://schemas.openxmlformats.org/officeDocument/2006/relationships/image" Target="../media/image6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6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36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37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37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30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30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30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30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6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30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30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30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4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36.png"/><Relationship Id="rId3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封面样式1-首页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0"/>
          <p:cNvPicPr/>
          <p:nvPr/>
        </p:nvPicPr>
        <p:blipFill>
          <a:blip r:embed="rId2"/>
          <a:srcRect l="0" t="0" r="25958" b="0"/>
          <a:stretch/>
        </p:blipFill>
        <p:spPr>
          <a:xfrm>
            <a:off x="7191360" y="133200"/>
            <a:ext cx="5028120" cy="653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矩形 6"/>
          <p:cNvSpPr/>
          <p:nvPr/>
        </p:nvSpPr>
        <p:spPr>
          <a:xfrm>
            <a:off x="0" y="1484280"/>
            <a:ext cx="2929680" cy="4364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body"/>
          </p:nvPr>
        </p:nvSpPr>
        <p:spPr>
          <a:xfrm>
            <a:off x="3697560" y="4908240"/>
            <a:ext cx="7059240" cy="4100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rmAutofit/>
          </a:bodyPr>
          <a:lstStyle>
            <a:lvl1pPr indent="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编辑母版文本样式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  <p:sp>
        <p:nvSpPr>
          <p:cNvPr id="5" name="矩形 7"/>
          <p:cNvSpPr/>
          <p:nvPr/>
        </p:nvSpPr>
        <p:spPr>
          <a:xfrm>
            <a:off x="11525400" y="1484280"/>
            <a:ext cx="666360" cy="4364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6" name="矩形 8"/>
          <p:cNvSpPr/>
          <p:nvPr/>
        </p:nvSpPr>
        <p:spPr>
          <a:xfrm>
            <a:off x="2927880" y="1484280"/>
            <a:ext cx="377640" cy="4364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7" name="矩形 9"/>
          <p:cNvSpPr/>
          <p:nvPr/>
        </p:nvSpPr>
        <p:spPr>
          <a:xfrm>
            <a:off x="11121480" y="1484280"/>
            <a:ext cx="402840" cy="4364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8" name="文本框 11"/>
          <p:cNvSpPr/>
          <p:nvPr/>
        </p:nvSpPr>
        <p:spPr>
          <a:xfrm rot="16200000">
            <a:off x="10462680" y="3524040"/>
            <a:ext cx="316980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>
                    <a:alpha val="5000"/>
                  </a:srgbClr>
                </a:solidFill>
                <a:effectLst/>
                <a:uFillTx/>
                <a:latin typeface="Arial"/>
                <a:ea typeface="微软雅黑"/>
              </a:rPr>
              <a:t>BEIJING INSTITUTE OF TECHNOLOGY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图片 40"/>
          <p:cNvPicPr/>
          <p:nvPr/>
        </p:nvPicPr>
        <p:blipFill>
          <a:blip r:embed="rId3"/>
          <a:stretch/>
        </p:blipFill>
        <p:spPr>
          <a:xfrm>
            <a:off x="474840" y="515520"/>
            <a:ext cx="2295000" cy="50436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" name="直接连接符 41"/>
          <p:cNvCxnSpPr/>
          <p:nvPr/>
        </p:nvCxnSpPr>
        <p:spPr>
          <a:xfrm>
            <a:off x="2927880" y="1355760"/>
            <a:ext cx="360" cy="4590360"/>
          </a:xfrm>
          <a:prstGeom prst="straightConnector1">
            <a:avLst/>
          </a:prstGeom>
          <a:ln w="12700">
            <a:solidFill>
              <a:srgbClr val="FFFFFF"/>
            </a:solidFill>
          </a:ln>
        </p:spPr>
      </p:cxnSp>
      <p:cxnSp>
        <p:nvCxnSpPr>
          <p:cNvPr id="11" name="直接连接符 42"/>
          <p:cNvCxnSpPr/>
          <p:nvPr/>
        </p:nvCxnSpPr>
        <p:spPr>
          <a:xfrm>
            <a:off x="11522520" y="1400400"/>
            <a:ext cx="360" cy="4545720"/>
          </a:xfrm>
          <a:prstGeom prst="straightConnector1">
            <a:avLst/>
          </a:prstGeom>
          <a:ln w="12700">
            <a:solidFill>
              <a:srgbClr val="FFFFFF"/>
            </a:solidFill>
          </a:ln>
        </p:spPr>
      </p:cxnSp>
      <p:grpSp>
        <p:nvGrpSpPr>
          <p:cNvPr id="12" name="组合 68"/>
          <p:cNvGrpSpPr/>
          <p:nvPr/>
        </p:nvGrpSpPr>
        <p:grpSpPr>
          <a:xfrm>
            <a:off x="566640" y="2031840"/>
            <a:ext cx="1777680" cy="3242880"/>
            <a:chOff x="566640" y="2031840"/>
            <a:chExt cx="1777680" cy="3242880"/>
          </a:xfrm>
        </p:grpSpPr>
        <p:grpSp>
          <p:nvGrpSpPr>
            <p:cNvPr id="13" name="组合 69"/>
            <p:cNvGrpSpPr/>
            <p:nvPr/>
          </p:nvGrpSpPr>
          <p:grpSpPr>
            <a:xfrm>
              <a:off x="566640" y="2052360"/>
              <a:ext cx="589320" cy="3222360"/>
              <a:chOff x="566640" y="2052360"/>
              <a:chExt cx="589320" cy="3222360"/>
            </a:xfrm>
          </p:grpSpPr>
          <p:sp>
            <p:nvSpPr>
              <p:cNvPr id="14" name="Freeform 5"/>
              <p:cNvSpPr/>
              <p:nvPr/>
            </p:nvSpPr>
            <p:spPr>
              <a:xfrm>
                <a:off x="570600" y="3798720"/>
                <a:ext cx="575640" cy="649440"/>
              </a:xfrm>
              <a:custGeom>
                <a:avLst/>
                <a:gdLst>
                  <a:gd name="textAreaLeft" fmla="*/ 0 w 575640"/>
                  <a:gd name="textAreaRight" fmla="*/ 576000 w 575640"/>
                  <a:gd name="textAreaTop" fmla="*/ 0 h 649440"/>
                  <a:gd name="textAreaBottom" fmla="*/ 649800 h 649440"/>
                  <a:gd name="GluePoint1X" fmla="*/ 41 w 125"/>
                  <a:gd name="GluePoint1Y" fmla="*/ 16 h 142"/>
                  <a:gd name="GluePoint2X" fmla="*/ 49 w 125"/>
                  <a:gd name="GluePoint2Y" fmla="*/ 3 h 142"/>
                  <a:gd name="GluePoint3X" fmla="*/ 62 w 125"/>
                  <a:gd name="GluePoint3Y" fmla="*/ 20 h 142"/>
                  <a:gd name="GluePoint4X" fmla="*/ 64 w 125"/>
                  <a:gd name="GluePoint4Y" fmla="*/ 33 h 142"/>
                  <a:gd name="GluePoint5X" fmla="*/ 50 w 125"/>
                  <a:gd name="GluePoint5Y" fmla="*/ 34 h 142"/>
                  <a:gd name="GluePoint6X" fmla="*/ 58 w 125"/>
                  <a:gd name="GluePoint6Y" fmla="*/ 58 h 142"/>
                  <a:gd name="GluePoint7X" fmla="*/ 75 w 125"/>
                  <a:gd name="GluePoint7Y" fmla="*/ 59 h 142"/>
                  <a:gd name="GluePoint8X" fmla="*/ 71 w 125"/>
                  <a:gd name="GluePoint8Y" fmla="*/ 50 h 142"/>
                  <a:gd name="GluePoint9X" fmla="*/ 81 w 125"/>
                  <a:gd name="GluePoint9Y" fmla="*/ 47 h 142"/>
                  <a:gd name="GluePoint10X" fmla="*/ 65 w 125"/>
                  <a:gd name="GluePoint10Y" fmla="*/ 42 h 142"/>
                  <a:gd name="GluePoint11X" fmla="*/ 63 w 125"/>
                  <a:gd name="GluePoint11Y" fmla="*/ 37 h 142"/>
                  <a:gd name="GluePoint12X" fmla="*/ 85 w 125"/>
                  <a:gd name="GluePoint12Y" fmla="*/ 27 h 142"/>
                  <a:gd name="GluePoint13X" fmla="*/ 93 w 125"/>
                  <a:gd name="GluePoint13Y" fmla="*/ 2 h 142"/>
                  <a:gd name="GluePoint14X" fmla="*/ 99 w 125"/>
                  <a:gd name="GluePoint14Y" fmla="*/ 5 h 142"/>
                  <a:gd name="GluePoint15X" fmla="*/ 111 w 125"/>
                  <a:gd name="GluePoint15Y" fmla="*/ 30 h 142"/>
                  <a:gd name="GluePoint16X" fmla="*/ 102 w 125"/>
                  <a:gd name="GluePoint16Y" fmla="*/ 34 h 142"/>
                  <a:gd name="GluePoint17X" fmla="*/ 95 w 125"/>
                  <a:gd name="GluePoint17Y" fmla="*/ 59 h 142"/>
                  <a:gd name="GluePoint18X" fmla="*/ 123 w 125"/>
                  <a:gd name="GluePoint18Y" fmla="*/ 61 h 142"/>
                  <a:gd name="GluePoint19X" fmla="*/ 110 w 125"/>
                  <a:gd name="GluePoint19Y" fmla="*/ 71 h 142"/>
                  <a:gd name="GluePoint20X" fmla="*/ 104 w 125"/>
                  <a:gd name="GluePoint20Y" fmla="*/ 82 h 142"/>
                  <a:gd name="GluePoint21X" fmla="*/ 112 w 125"/>
                  <a:gd name="GluePoint21Y" fmla="*/ 134 h 142"/>
                  <a:gd name="GluePoint22X" fmla="*/ 102 w 125"/>
                  <a:gd name="GluePoint22Y" fmla="*/ 140 h 142"/>
                  <a:gd name="GluePoint23X" fmla="*/ 89 w 125"/>
                  <a:gd name="GluePoint23Y" fmla="*/ 123 h 142"/>
                  <a:gd name="GluePoint24X" fmla="*/ 101 w 125"/>
                  <a:gd name="GluePoint24Y" fmla="*/ 128 h 142"/>
                  <a:gd name="GluePoint25X" fmla="*/ 101 w 125"/>
                  <a:gd name="GluePoint25Y" fmla="*/ 92 h 142"/>
                  <a:gd name="GluePoint26X" fmla="*/ 97 w 125"/>
                  <a:gd name="GluePoint26Y" fmla="*/ 99 h 142"/>
                  <a:gd name="GluePoint27X" fmla="*/ 90 w 125"/>
                  <a:gd name="GluePoint27Y" fmla="*/ 103 h 142"/>
                  <a:gd name="GluePoint28X" fmla="*/ 86 w 125"/>
                  <a:gd name="GluePoint28Y" fmla="*/ 110 h 142"/>
                  <a:gd name="GluePoint29X" fmla="*/ 81 w 125"/>
                  <a:gd name="GluePoint29Y" fmla="*/ 120 h 142"/>
                  <a:gd name="GluePoint30X" fmla="*/ 88 w 125"/>
                  <a:gd name="GluePoint30Y" fmla="*/ 71 h 142"/>
                  <a:gd name="GluePoint31X" fmla="*/ 60 w 125"/>
                  <a:gd name="GluePoint31Y" fmla="*/ 87 h 142"/>
                  <a:gd name="GluePoint32X" fmla="*/ 53 w 125"/>
                  <a:gd name="GluePoint32Y" fmla="*/ 89 h 142"/>
                  <a:gd name="GluePoint33X" fmla="*/ 51 w 125"/>
                  <a:gd name="GluePoint33Y" fmla="*/ 128 h 142"/>
                  <a:gd name="GluePoint34X" fmla="*/ 43 w 125"/>
                  <a:gd name="GluePoint34Y" fmla="*/ 134 h 142"/>
                  <a:gd name="GluePoint35X" fmla="*/ 39 w 125"/>
                  <a:gd name="GluePoint35Y" fmla="*/ 107 h 142"/>
                  <a:gd name="GluePoint36X" fmla="*/ 33 w 125"/>
                  <a:gd name="GluePoint36Y" fmla="*/ 114 h 142"/>
                  <a:gd name="GluePoint37X" fmla="*/ 17 w 125"/>
                  <a:gd name="GluePoint37Y" fmla="*/ 108 h 142"/>
                  <a:gd name="GluePoint38X" fmla="*/ 5 w 125"/>
                  <a:gd name="GluePoint38Y" fmla="*/ 81 h 142"/>
                  <a:gd name="GluePoint39X" fmla="*/ 34 w 125"/>
                  <a:gd name="GluePoint39Y" fmla="*/ 56 h 142"/>
                  <a:gd name="GluePoint40X" fmla="*/ 38 w 125"/>
                  <a:gd name="GluePoint40Y" fmla="*/ 33 h 142"/>
                  <a:gd name="GluePoint41X" fmla="*/ 22 w 125"/>
                  <a:gd name="GluePoint41Y" fmla="*/ 55 h 142"/>
                  <a:gd name="GluePoint42X" fmla="*/ 14 w 125"/>
                  <a:gd name="GluePoint42Y" fmla="*/ 55 h 142"/>
                  <a:gd name="GluePoint43X" fmla="*/ 11 w 125"/>
                  <a:gd name="GluePoint43Y" fmla="*/ 36 h 142"/>
                  <a:gd name="GluePoint44X" fmla="*/ 32 w 125"/>
                  <a:gd name="GluePoint44Y" fmla="*/ 22 h 142"/>
                  <a:gd name="GluePoint45X" fmla="*/ 28 w 125"/>
                  <a:gd name="GluePoint45Y" fmla="*/ 33 h 1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</a:cxnLst>
                <a:rect l="textAreaLeft" t="textAreaTop" r="textAreaRight" b="textAreaBottom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lt1">
                  <a:alpha val="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entury Gothic"/>
                </a:endParaRPr>
              </a:p>
            </p:txBody>
          </p:sp>
          <p:sp>
            <p:nvSpPr>
              <p:cNvPr id="15" name="Freeform 6"/>
              <p:cNvSpPr/>
              <p:nvPr/>
            </p:nvSpPr>
            <p:spPr>
              <a:xfrm>
                <a:off x="694800" y="4775760"/>
                <a:ext cx="331200" cy="498960"/>
              </a:xfrm>
              <a:custGeom>
                <a:avLst/>
                <a:gdLst>
                  <a:gd name="textAreaLeft" fmla="*/ 0 w 331200"/>
                  <a:gd name="textAreaRight" fmla="*/ 331560 w 331200"/>
                  <a:gd name="textAreaTop" fmla="*/ 0 h 498960"/>
                  <a:gd name="textAreaBottom" fmla="*/ 499320 h 498960"/>
                  <a:gd name="GluePoint1X" fmla="*/ 33 w 72"/>
                  <a:gd name="GluePoint1Y" fmla="*/ 76 h 109"/>
                  <a:gd name="GluePoint2X" fmla="*/ 44 w 72"/>
                  <a:gd name="GluePoint2Y" fmla="*/ 73 h 109"/>
                  <a:gd name="GluePoint3X" fmla="*/ 59 w 72"/>
                  <a:gd name="GluePoint3Y" fmla="*/ 71 h 109"/>
                  <a:gd name="GluePoint4X" fmla="*/ 69 w 72"/>
                  <a:gd name="GluePoint4Y" fmla="*/ 92 h 109"/>
                  <a:gd name="GluePoint5X" fmla="*/ 66 w 72"/>
                  <a:gd name="GluePoint5Y" fmla="*/ 94 h 109"/>
                  <a:gd name="GluePoint6X" fmla="*/ 49 w 72"/>
                  <a:gd name="GluePoint6Y" fmla="*/ 96 h 109"/>
                  <a:gd name="GluePoint7X" fmla="*/ 28 w 72"/>
                  <a:gd name="GluePoint7Y" fmla="*/ 106 h 109"/>
                  <a:gd name="GluePoint8X" fmla="*/ 16 w 72"/>
                  <a:gd name="GluePoint8Y" fmla="*/ 106 h 109"/>
                  <a:gd name="GluePoint9X" fmla="*/ 1 w 72"/>
                  <a:gd name="GluePoint9Y" fmla="*/ 80 h 109"/>
                  <a:gd name="GluePoint10X" fmla="*/ 2 w 72"/>
                  <a:gd name="GluePoint10Y" fmla="*/ 74 h 109"/>
                  <a:gd name="GluePoint11X" fmla="*/ 23 w 72"/>
                  <a:gd name="GluePoint11Y" fmla="*/ 31 h 109"/>
                  <a:gd name="GluePoint12X" fmla="*/ 22 w 72"/>
                  <a:gd name="GluePoint12Y" fmla="*/ 26 h 109"/>
                  <a:gd name="GluePoint13X" fmla="*/ 12 w 72"/>
                  <a:gd name="GluePoint13Y" fmla="*/ 16 h 109"/>
                  <a:gd name="GluePoint14X" fmla="*/ 15 w 72"/>
                  <a:gd name="GluePoint14Y" fmla="*/ 10 h 109"/>
                  <a:gd name="GluePoint15X" fmla="*/ 32 w 72"/>
                  <a:gd name="GluePoint15Y" fmla="*/ 5 h 109"/>
                  <a:gd name="GluePoint16X" fmla="*/ 60 w 72"/>
                  <a:gd name="GluePoint16Y" fmla="*/ 18 h 109"/>
                  <a:gd name="GluePoint17X" fmla="*/ 59 w 72"/>
                  <a:gd name="GluePoint17Y" fmla="*/ 26 h 109"/>
                  <a:gd name="GluePoint18X" fmla="*/ 52 w 72"/>
                  <a:gd name="GluePoint18Y" fmla="*/ 36 h 109"/>
                  <a:gd name="GluePoint19X" fmla="*/ 34 w 72"/>
                  <a:gd name="GluePoint19Y" fmla="*/ 72 h 109"/>
                  <a:gd name="GluePoint20X" fmla="*/ 33 w 72"/>
                  <a:gd name="GluePoint20Y" fmla="*/ 76 h 10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</a:cxnLst>
                <a:rect l="textAreaLeft" t="textAreaTop" r="textAreaRight" b="textAreaBottom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lt1">
                  <a:alpha val="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entury Gothic"/>
                </a:endParaRPr>
              </a:p>
            </p:txBody>
          </p:sp>
          <p:grpSp>
            <p:nvGrpSpPr>
              <p:cNvPr id="16" name="组合 86"/>
              <p:cNvGrpSpPr/>
              <p:nvPr/>
            </p:nvGrpSpPr>
            <p:grpSpPr>
              <a:xfrm>
                <a:off x="566640" y="2052360"/>
                <a:ext cx="589320" cy="731160"/>
                <a:chOff x="566640" y="2052360"/>
                <a:chExt cx="589320" cy="731160"/>
              </a:xfrm>
            </p:grpSpPr>
            <p:sp>
              <p:nvSpPr>
                <p:cNvPr id="17" name="Freeform 7"/>
                <p:cNvSpPr/>
                <p:nvPr/>
              </p:nvSpPr>
              <p:spPr>
                <a:xfrm>
                  <a:off x="566640" y="2052360"/>
                  <a:ext cx="589320" cy="479880"/>
                </a:xfrm>
                <a:custGeom>
                  <a:avLst/>
                  <a:gdLst>
                    <a:gd name="textAreaLeft" fmla="*/ 0 w 589320"/>
                    <a:gd name="textAreaRight" fmla="*/ 589680 w 589320"/>
                    <a:gd name="textAreaTop" fmla="*/ 0 h 479880"/>
                    <a:gd name="textAreaBottom" fmla="*/ 480240 h 479880"/>
                    <a:gd name="GluePoint1X" fmla="*/ 101 w 128"/>
                    <a:gd name="GluePoint1Y" fmla="*/ 58 h 105"/>
                    <a:gd name="GluePoint2X" fmla="*/ 74 w 128"/>
                    <a:gd name="GluePoint2Y" fmla="*/ 56 h 105"/>
                    <a:gd name="GluePoint3X" fmla="*/ 68 w 128"/>
                    <a:gd name="GluePoint3Y" fmla="*/ 57 h 105"/>
                    <a:gd name="GluePoint4X" fmla="*/ 51 w 128"/>
                    <a:gd name="GluePoint4Y" fmla="*/ 59 h 105"/>
                    <a:gd name="GluePoint5X" fmla="*/ 36 w 128"/>
                    <a:gd name="GluePoint5Y" fmla="*/ 65 h 105"/>
                    <a:gd name="GluePoint6X" fmla="*/ 28 w 128"/>
                    <a:gd name="GluePoint6Y" fmla="*/ 73 h 105"/>
                    <a:gd name="GluePoint7X" fmla="*/ 16 w 128"/>
                    <a:gd name="GluePoint7Y" fmla="*/ 102 h 105"/>
                    <a:gd name="GluePoint8X" fmla="*/ 13 w 128"/>
                    <a:gd name="GluePoint8Y" fmla="*/ 104 h 105"/>
                    <a:gd name="GluePoint9X" fmla="*/ 1 w 128"/>
                    <a:gd name="GluePoint9Y" fmla="*/ 98 h 105"/>
                    <a:gd name="GluePoint10X" fmla="*/ 0 w 128"/>
                    <a:gd name="GluePoint10Y" fmla="*/ 93 h 105"/>
                    <a:gd name="GluePoint11X" fmla="*/ 15 w 128"/>
                    <a:gd name="GluePoint11Y" fmla="*/ 60 h 105"/>
                    <a:gd name="GluePoint12X" fmla="*/ 16 w 128"/>
                    <a:gd name="GluePoint12Y" fmla="*/ 58 h 105"/>
                    <a:gd name="GluePoint13X" fmla="*/ 20 w 128"/>
                    <a:gd name="GluePoint13Y" fmla="*/ 52 h 105"/>
                    <a:gd name="GluePoint14X" fmla="*/ 32 w 128"/>
                    <a:gd name="GluePoint14Y" fmla="*/ 54 h 105"/>
                    <a:gd name="GluePoint15X" fmla="*/ 39 w 128"/>
                    <a:gd name="GluePoint15Y" fmla="*/ 55 h 105"/>
                    <a:gd name="GluePoint16X" fmla="*/ 72 w 128"/>
                    <a:gd name="GluePoint16Y" fmla="*/ 21 h 105"/>
                    <a:gd name="GluePoint17X" fmla="*/ 74 w 128"/>
                    <a:gd name="GluePoint17Y" fmla="*/ 16 h 105"/>
                    <a:gd name="GluePoint18X" fmla="*/ 74 w 128"/>
                    <a:gd name="GluePoint18Y" fmla="*/ 11 h 105"/>
                    <a:gd name="GluePoint19X" fmla="*/ 71 w 128"/>
                    <a:gd name="GluePoint19Y" fmla="*/ 11 h 105"/>
                    <a:gd name="GluePoint20X" fmla="*/ 68 w 128"/>
                    <a:gd name="GluePoint20Y" fmla="*/ 15 h 105"/>
                    <a:gd name="GluePoint21X" fmla="*/ 68 w 128"/>
                    <a:gd name="GluePoint21Y" fmla="*/ 21 h 105"/>
                    <a:gd name="GluePoint22X" fmla="*/ 59 w 128"/>
                    <a:gd name="GluePoint22Y" fmla="*/ 29 h 105"/>
                    <a:gd name="GluePoint23X" fmla="*/ 53 w 128"/>
                    <a:gd name="GluePoint23Y" fmla="*/ 27 h 105"/>
                    <a:gd name="GluePoint24X" fmla="*/ 47 w 128"/>
                    <a:gd name="GluePoint24Y" fmla="*/ 24 h 105"/>
                    <a:gd name="GluePoint25X" fmla="*/ 47 w 128"/>
                    <a:gd name="GluePoint25Y" fmla="*/ 32 h 105"/>
                    <a:gd name="GluePoint26X" fmla="*/ 47 w 128"/>
                    <a:gd name="GluePoint26Y" fmla="*/ 34 h 105"/>
                    <a:gd name="GluePoint27X" fmla="*/ 43 w 128"/>
                    <a:gd name="GluePoint27Y" fmla="*/ 45 h 105"/>
                    <a:gd name="GluePoint28X" fmla="*/ 31 w 128"/>
                    <a:gd name="GluePoint28Y" fmla="*/ 39 h 105"/>
                    <a:gd name="GluePoint29X" fmla="*/ 29 w 128"/>
                    <a:gd name="GluePoint29Y" fmla="*/ 23 h 105"/>
                    <a:gd name="GluePoint30X" fmla="*/ 33 w 128"/>
                    <a:gd name="GluePoint30Y" fmla="*/ 14 h 105"/>
                    <a:gd name="GluePoint31X" fmla="*/ 36 w 128"/>
                    <a:gd name="GluePoint31Y" fmla="*/ 9 h 105"/>
                    <a:gd name="GluePoint32X" fmla="*/ 42 w 128"/>
                    <a:gd name="GluePoint32Y" fmla="*/ 13 h 105"/>
                    <a:gd name="GluePoint33X" fmla="*/ 44 w 128"/>
                    <a:gd name="GluePoint33Y" fmla="*/ 16 h 105"/>
                    <a:gd name="GluePoint34X" fmla="*/ 57 w 128"/>
                    <a:gd name="GluePoint34Y" fmla="*/ 14 h 105"/>
                    <a:gd name="GluePoint35X" fmla="*/ 62 w 128"/>
                    <a:gd name="GluePoint35Y" fmla="*/ 11 h 105"/>
                    <a:gd name="GluePoint36X" fmla="*/ 84 w 128"/>
                    <a:gd name="GluePoint36Y" fmla="*/ 0 h 105"/>
                    <a:gd name="GluePoint37X" fmla="*/ 96 w 128"/>
                    <a:gd name="GluePoint37Y" fmla="*/ 7 h 105"/>
                    <a:gd name="GluePoint38X" fmla="*/ 96 w 128"/>
                    <a:gd name="GluePoint38Y" fmla="*/ 20 h 105"/>
                    <a:gd name="GluePoint39X" fmla="*/ 83 w 128"/>
                    <a:gd name="GluePoint39Y" fmla="*/ 43 h 105"/>
                    <a:gd name="GluePoint40X" fmla="*/ 94 w 128"/>
                    <a:gd name="GluePoint40Y" fmla="*/ 44 h 105"/>
                    <a:gd name="GluePoint41X" fmla="*/ 122 w 128"/>
                    <a:gd name="GluePoint41Y" fmla="*/ 59 h 105"/>
                    <a:gd name="GluePoint42X" fmla="*/ 120 w 128"/>
                    <a:gd name="GluePoint42Y" fmla="*/ 73 h 105"/>
                    <a:gd name="GluePoint43X" fmla="*/ 98 w 128"/>
                    <a:gd name="GluePoint43Y" fmla="*/ 73 h 105"/>
                    <a:gd name="GluePoint44X" fmla="*/ 97 w 128"/>
                    <a:gd name="GluePoint44Y" fmla="*/ 66 h 105"/>
                    <a:gd name="GluePoint45X" fmla="*/ 101 w 128"/>
                    <a:gd name="GluePoint45Y" fmla="*/ 58 h 10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</a:cxnLst>
                  <a:rect l="textAreaLeft" t="textAreaTop" r="textAreaRight" b="textAreaBottom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solidFill>
                  <a:schemeClr val="lt1">
                    <a:alpha val="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8" name="Freeform 8"/>
                <p:cNvSpPr/>
                <p:nvPr/>
              </p:nvSpPr>
              <p:spPr>
                <a:xfrm>
                  <a:off x="691200" y="2344680"/>
                  <a:ext cx="367200" cy="438840"/>
                </a:xfrm>
                <a:custGeom>
                  <a:avLst/>
                  <a:gdLst>
                    <a:gd name="textAreaLeft" fmla="*/ 0 w 367200"/>
                    <a:gd name="textAreaRight" fmla="*/ 367560 w 367200"/>
                    <a:gd name="textAreaTop" fmla="*/ 0 h 438840"/>
                    <a:gd name="textAreaBottom" fmla="*/ 439200 h 438840"/>
                    <a:gd name="GluePoint1X" fmla="*/ 46 w 80"/>
                    <a:gd name="GluePoint1Y" fmla="*/ 29 h 96"/>
                    <a:gd name="GluePoint2X" fmla="*/ 65 w 80"/>
                    <a:gd name="GluePoint2Y" fmla="*/ 29 h 96"/>
                    <a:gd name="GluePoint3X" fmla="*/ 79 w 80"/>
                    <a:gd name="GluePoint3Y" fmla="*/ 41 h 96"/>
                    <a:gd name="GluePoint4X" fmla="*/ 74 w 80"/>
                    <a:gd name="GluePoint4Y" fmla="*/ 43 h 96"/>
                    <a:gd name="GluePoint5X" fmla="*/ 60 w 80"/>
                    <a:gd name="GluePoint5Y" fmla="*/ 43 h 96"/>
                    <a:gd name="GluePoint6X" fmla="*/ 52 w 80"/>
                    <a:gd name="GluePoint6Y" fmla="*/ 50 h 96"/>
                    <a:gd name="GluePoint7X" fmla="*/ 49 w 80"/>
                    <a:gd name="GluePoint7Y" fmla="*/ 87 h 96"/>
                    <a:gd name="GluePoint8X" fmla="*/ 37 w 80"/>
                    <a:gd name="GluePoint8Y" fmla="*/ 95 h 96"/>
                    <a:gd name="GluePoint9X" fmla="*/ 21 w 80"/>
                    <a:gd name="GluePoint9Y" fmla="*/ 68 h 96"/>
                    <a:gd name="GluePoint10X" fmla="*/ 22 w 80"/>
                    <a:gd name="GluePoint10Y" fmla="*/ 62 h 96"/>
                    <a:gd name="GluePoint11X" fmla="*/ 30 w 80"/>
                    <a:gd name="GluePoint11Y" fmla="*/ 72 h 96"/>
                    <a:gd name="GluePoint12X" fmla="*/ 40 w 80"/>
                    <a:gd name="GluePoint12Y" fmla="*/ 70 h 96"/>
                    <a:gd name="GluePoint13X" fmla="*/ 43 w 80"/>
                    <a:gd name="GluePoint13Y" fmla="*/ 46 h 96"/>
                    <a:gd name="GluePoint14X" fmla="*/ 24 w 80"/>
                    <a:gd name="GluePoint14Y" fmla="*/ 52 h 96"/>
                    <a:gd name="GluePoint15X" fmla="*/ 19 w 80"/>
                    <a:gd name="GluePoint15Y" fmla="*/ 54 h 96"/>
                    <a:gd name="GluePoint16X" fmla="*/ 6 w 80"/>
                    <a:gd name="GluePoint16Y" fmla="*/ 54 h 96"/>
                    <a:gd name="GluePoint17X" fmla="*/ 2 w 80"/>
                    <a:gd name="GluePoint17Y" fmla="*/ 40 h 96"/>
                    <a:gd name="GluePoint18X" fmla="*/ 6 w 80"/>
                    <a:gd name="GluePoint18Y" fmla="*/ 37 h 96"/>
                    <a:gd name="GluePoint19X" fmla="*/ 28 w 80"/>
                    <a:gd name="GluePoint19Y" fmla="*/ 33 h 96"/>
                    <a:gd name="GluePoint20X" fmla="*/ 33 w 80"/>
                    <a:gd name="GluePoint20Y" fmla="*/ 32 h 96"/>
                    <a:gd name="GluePoint21X" fmla="*/ 36 w 80"/>
                    <a:gd name="GluePoint21Y" fmla="*/ 22 h 96"/>
                    <a:gd name="GluePoint22X" fmla="*/ 46 w 80"/>
                    <a:gd name="GluePoint22Y" fmla="*/ 12 h 96"/>
                    <a:gd name="GluePoint23X" fmla="*/ 45 w 80"/>
                    <a:gd name="GluePoint23Y" fmla="*/ 10 h 96"/>
                    <a:gd name="GluePoint24X" fmla="*/ 26 w 80"/>
                    <a:gd name="GluePoint24Y" fmla="*/ 17 h 96"/>
                    <a:gd name="GluePoint25X" fmla="*/ 15 w 80"/>
                    <a:gd name="GluePoint25Y" fmla="*/ 24 h 96"/>
                    <a:gd name="GluePoint26X" fmla="*/ 5 w 80"/>
                    <a:gd name="GluePoint26Y" fmla="*/ 22 h 96"/>
                    <a:gd name="GluePoint27X" fmla="*/ 1 w 80"/>
                    <a:gd name="GluePoint27Y" fmla="*/ 17 h 96"/>
                    <a:gd name="GluePoint28X" fmla="*/ 36 w 80"/>
                    <a:gd name="GluePoint28Y" fmla="*/ 2 h 96"/>
                    <a:gd name="GluePoint29X" fmla="*/ 55 w 80"/>
                    <a:gd name="GluePoint29Y" fmla="*/ 0 h 96"/>
                    <a:gd name="GluePoint30X" fmla="*/ 61 w 80"/>
                    <a:gd name="GluePoint30Y" fmla="*/ 6 h 96"/>
                    <a:gd name="GluePoint31X" fmla="*/ 59 w 80"/>
                    <a:gd name="GluePoint31Y" fmla="*/ 13 h 96"/>
                    <a:gd name="GluePoint32X" fmla="*/ 46 w 80"/>
                    <a:gd name="GluePoint32Y" fmla="*/ 29 h 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</a:cxnLst>
                  <a:rect l="textAreaLeft" t="textAreaTop" r="textAreaRight" b="textAreaBottom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solidFill>
                  <a:schemeClr val="lt1">
                    <a:alpha val="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19" name="组合 87"/>
              <p:cNvGrpSpPr/>
              <p:nvPr/>
            </p:nvGrpSpPr>
            <p:grpSpPr>
              <a:xfrm>
                <a:off x="691200" y="3111840"/>
                <a:ext cx="356760" cy="381960"/>
                <a:chOff x="691200" y="3111840"/>
                <a:chExt cx="356760" cy="381960"/>
              </a:xfrm>
            </p:grpSpPr>
            <p:sp>
              <p:nvSpPr>
                <p:cNvPr id="20" name="Freeform 15"/>
                <p:cNvSpPr/>
                <p:nvPr/>
              </p:nvSpPr>
              <p:spPr>
                <a:xfrm>
                  <a:off x="691200" y="3196800"/>
                  <a:ext cx="164160" cy="26460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64600"/>
                    <a:gd name="textAreaBottom" fmla="*/ 264960 h 264600"/>
                    <a:gd name="GluePoint1X" fmla="*/ 16 w 39"/>
                    <a:gd name="GluePoint1Y" fmla="*/ 29 h 58"/>
                    <a:gd name="GluePoint2X" fmla="*/ 27 w 39"/>
                    <a:gd name="GluePoint2Y" fmla="*/ 7 h 58"/>
                    <a:gd name="GluePoint3X" fmla="*/ 31 w 39"/>
                    <a:gd name="GluePoint3Y" fmla="*/ 1 h 58"/>
                    <a:gd name="GluePoint4X" fmla="*/ 34 w 39"/>
                    <a:gd name="GluePoint4Y" fmla="*/ 6 h 58"/>
                    <a:gd name="GluePoint5X" fmla="*/ 35 w 39"/>
                    <a:gd name="GluePoint5Y" fmla="*/ 26 h 58"/>
                    <a:gd name="GluePoint6X" fmla="*/ 20 w 39"/>
                    <a:gd name="GluePoint6Y" fmla="*/ 52 h 58"/>
                    <a:gd name="GluePoint7X" fmla="*/ 9 w 39"/>
                    <a:gd name="GluePoint7Y" fmla="*/ 57 h 58"/>
                    <a:gd name="GluePoint8X" fmla="*/ 1 w 39"/>
                    <a:gd name="GluePoint8Y" fmla="*/ 43 h 58"/>
                    <a:gd name="GluePoint9X" fmla="*/ 4 w 39"/>
                    <a:gd name="GluePoint9Y" fmla="*/ 6 h 58"/>
                    <a:gd name="GluePoint10X" fmla="*/ 8 w 39"/>
                    <a:gd name="GluePoint10Y" fmla="*/ 0 h 58"/>
                    <a:gd name="GluePoint11X" fmla="*/ 15 w 39"/>
                    <a:gd name="GluePoint11Y" fmla="*/ 6 h 58"/>
                    <a:gd name="GluePoint12X" fmla="*/ 14 w 39"/>
                    <a:gd name="GluePoint12Y" fmla="*/ 20 h 58"/>
                    <a:gd name="GluePoint13X" fmla="*/ 14 w 39"/>
                    <a:gd name="GluePoint13Y" fmla="*/ 28 h 58"/>
                    <a:gd name="GluePoint14X" fmla="*/ 16 w 39"/>
                    <a:gd name="GluePoint14Y" fmla="*/ 29 h 5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solidFill>
                  <a:schemeClr val="lt1">
                    <a:alpha val="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76320" rIns="763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21" name="Freeform 16"/>
                <p:cNvSpPr/>
                <p:nvPr/>
              </p:nvSpPr>
              <p:spPr>
                <a:xfrm>
                  <a:off x="868680" y="3120840"/>
                  <a:ext cx="179280" cy="372960"/>
                </a:xfrm>
                <a:custGeom>
                  <a:avLst/>
                  <a:gdLst>
                    <a:gd name="textAreaLeft" fmla="*/ 0 w 179280"/>
                    <a:gd name="textAreaRight" fmla="*/ 179640 w 179280"/>
                    <a:gd name="textAreaTop" fmla="*/ 0 h 372960"/>
                    <a:gd name="textAreaBottom" fmla="*/ 373320 h 372960"/>
                    <a:gd name="GluePoint1X" fmla="*/ 9 w 47"/>
                    <a:gd name="GluePoint1Y" fmla="*/ 73 h 88"/>
                    <a:gd name="GluePoint2X" fmla="*/ 3 w 47"/>
                    <a:gd name="GluePoint2Y" fmla="*/ 67 h 88"/>
                    <a:gd name="GluePoint3X" fmla="*/ 3 w 47"/>
                    <a:gd name="GluePoint3Y" fmla="*/ 57 h 88"/>
                    <a:gd name="GluePoint4X" fmla="*/ 20 w 47"/>
                    <a:gd name="GluePoint4Y" fmla="*/ 38 h 88"/>
                    <a:gd name="GluePoint5X" fmla="*/ 33 w 47"/>
                    <a:gd name="GluePoint5Y" fmla="*/ 20 h 88"/>
                    <a:gd name="GluePoint6X" fmla="*/ 33 w 47"/>
                    <a:gd name="GluePoint6Y" fmla="*/ 4 h 88"/>
                    <a:gd name="GluePoint7X" fmla="*/ 32 w 47"/>
                    <a:gd name="GluePoint7Y" fmla="*/ 1 h 88"/>
                    <a:gd name="GluePoint8X" fmla="*/ 33 w 47"/>
                    <a:gd name="GluePoint8Y" fmla="*/ 0 h 88"/>
                    <a:gd name="GluePoint9X" fmla="*/ 41 w 47"/>
                    <a:gd name="GluePoint9Y" fmla="*/ 6 h 88"/>
                    <a:gd name="GluePoint10X" fmla="*/ 43 w 47"/>
                    <a:gd name="GluePoint10Y" fmla="*/ 26 h 88"/>
                    <a:gd name="GluePoint11X" fmla="*/ 29 w 47"/>
                    <a:gd name="GluePoint11Y" fmla="*/ 48 h 88"/>
                    <a:gd name="GluePoint12X" fmla="*/ 30 w 47"/>
                    <a:gd name="GluePoint12Y" fmla="*/ 52 h 88"/>
                    <a:gd name="GluePoint13X" fmla="*/ 40 w 47"/>
                    <a:gd name="GluePoint13Y" fmla="*/ 73 h 88"/>
                    <a:gd name="GluePoint14X" fmla="*/ 41 w 47"/>
                    <a:gd name="GluePoint14Y" fmla="*/ 84 h 88"/>
                    <a:gd name="GluePoint15X" fmla="*/ 37 w 47"/>
                    <a:gd name="GluePoint15Y" fmla="*/ 86 h 88"/>
                    <a:gd name="GluePoint16X" fmla="*/ 31 w 47"/>
                    <a:gd name="GluePoint16Y" fmla="*/ 75 h 88"/>
                    <a:gd name="GluePoint17X" fmla="*/ 28 w 47"/>
                    <a:gd name="GluePoint17Y" fmla="*/ 60 h 88"/>
                    <a:gd name="GluePoint18X" fmla="*/ 22 w 47"/>
                    <a:gd name="GluePoint18Y" fmla="*/ 59 h 88"/>
                    <a:gd name="GluePoint19X" fmla="*/ 9 w 47"/>
                    <a:gd name="GluePoint19Y" fmla="*/ 73 h 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</a:cxnLst>
                  <a:rect l="textAreaLeft" t="textAreaTop" r="textAreaRight" b="textAreaBottom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solidFill>
                  <a:schemeClr val="lt1">
                    <a:alpha val="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83160" rIns="8316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22" name="Freeform 17"/>
                <p:cNvSpPr/>
                <p:nvPr/>
              </p:nvSpPr>
              <p:spPr>
                <a:xfrm>
                  <a:off x="784800" y="3111840"/>
                  <a:ext cx="117720" cy="68400"/>
                </a:xfrm>
                <a:custGeom>
                  <a:avLst/>
                  <a:gdLst>
                    <a:gd name="textAreaLeft" fmla="*/ 0 w 117720"/>
                    <a:gd name="textAreaRight" fmla="*/ 118080 w 117720"/>
                    <a:gd name="textAreaTop" fmla="*/ 0 h 68400"/>
                    <a:gd name="textAreaBottom" fmla="*/ 68760 h 68400"/>
                    <a:gd name="GluePoint1X" fmla="*/ 0 w 26"/>
                    <a:gd name="GluePoint1Y" fmla="*/ 0 h 19"/>
                    <a:gd name="GluePoint2X" fmla="*/ 20 w 26"/>
                    <a:gd name="GluePoint2Y" fmla="*/ 1 h 19"/>
                    <a:gd name="GluePoint3X" fmla="*/ 23 w 26"/>
                    <a:gd name="GluePoint3Y" fmla="*/ 12 h 19"/>
                    <a:gd name="GluePoint4X" fmla="*/ 12 w 26"/>
                    <a:gd name="GluePoint4Y" fmla="*/ 18 h 19"/>
                    <a:gd name="GluePoint5X" fmla="*/ 3 w 26"/>
                    <a:gd name="GluePoint5Y" fmla="*/ 11 h 19"/>
                    <a:gd name="GluePoint6X" fmla="*/ 0 w 26"/>
                    <a:gd name="GluePoint6Y" fmla="*/ 0 h 1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solidFill>
                  <a:schemeClr val="lt1">
                    <a:alpha val="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4720" tIns="34200" rIns="54720" bIns="3420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  <p:grpSp>
          <p:nvGrpSpPr>
            <p:cNvPr id="23" name="组合 70"/>
            <p:cNvGrpSpPr/>
            <p:nvPr/>
          </p:nvGrpSpPr>
          <p:grpSpPr>
            <a:xfrm>
              <a:off x="1753200" y="2031840"/>
              <a:ext cx="591120" cy="3215520"/>
              <a:chOff x="1753200" y="2031840"/>
              <a:chExt cx="591120" cy="3215520"/>
            </a:xfrm>
          </p:grpSpPr>
          <p:grpSp>
            <p:nvGrpSpPr>
              <p:cNvPr id="24" name="组合 71"/>
              <p:cNvGrpSpPr/>
              <p:nvPr/>
            </p:nvGrpSpPr>
            <p:grpSpPr>
              <a:xfrm>
                <a:off x="1770480" y="3846600"/>
                <a:ext cx="521280" cy="548280"/>
                <a:chOff x="1770480" y="3846600"/>
                <a:chExt cx="521280" cy="548280"/>
              </a:xfrm>
            </p:grpSpPr>
            <p:sp>
              <p:nvSpPr>
                <p:cNvPr id="25" name="Freeform 9"/>
                <p:cNvSpPr/>
                <p:nvPr/>
              </p:nvSpPr>
              <p:spPr>
                <a:xfrm>
                  <a:off x="1770480" y="3887640"/>
                  <a:ext cx="271440" cy="461160"/>
                </a:xfrm>
                <a:custGeom>
                  <a:avLst/>
                  <a:gdLst>
                    <a:gd name="textAreaLeft" fmla="*/ 0 w 271440"/>
                    <a:gd name="textAreaRight" fmla="*/ 271800 w 271440"/>
                    <a:gd name="textAreaTop" fmla="*/ 0 h 461160"/>
                    <a:gd name="textAreaBottom" fmla="*/ 461520 h 461160"/>
                    <a:gd name="GluePoint1X" fmla="*/ 39 w 59"/>
                    <a:gd name="GluePoint1Y" fmla="*/ 78 h 101"/>
                    <a:gd name="GluePoint2X" fmla="*/ 17 w 59"/>
                    <a:gd name="GluePoint2Y" fmla="*/ 94 h 101"/>
                    <a:gd name="GluePoint3X" fmla="*/ 8 w 59"/>
                    <a:gd name="GluePoint3Y" fmla="*/ 94 h 101"/>
                    <a:gd name="GluePoint4X" fmla="*/ 0 w 59"/>
                    <a:gd name="GluePoint4Y" fmla="*/ 79 h 101"/>
                    <a:gd name="GluePoint5X" fmla="*/ 17 w 59"/>
                    <a:gd name="GluePoint5Y" fmla="*/ 73 h 101"/>
                    <a:gd name="GluePoint6X" fmla="*/ 10 w 59"/>
                    <a:gd name="GluePoint6Y" fmla="*/ 68 h 101"/>
                    <a:gd name="GluePoint7X" fmla="*/ 8 w 59"/>
                    <a:gd name="GluePoint7Y" fmla="*/ 60 h 101"/>
                    <a:gd name="GluePoint8X" fmla="*/ 18 w 59"/>
                    <a:gd name="GluePoint8Y" fmla="*/ 23 h 101"/>
                    <a:gd name="GluePoint9X" fmla="*/ 26 w 59"/>
                    <a:gd name="GluePoint9Y" fmla="*/ 17 h 101"/>
                    <a:gd name="GluePoint10X" fmla="*/ 36 w 59"/>
                    <a:gd name="GluePoint10Y" fmla="*/ 26 h 101"/>
                    <a:gd name="GluePoint11X" fmla="*/ 36 w 59"/>
                    <a:gd name="GluePoint11Y" fmla="*/ 27 h 101"/>
                    <a:gd name="GluePoint12X" fmla="*/ 43 w 59"/>
                    <a:gd name="GluePoint12Y" fmla="*/ 40 h 101"/>
                    <a:gd name="GluePoint13X" fmla="*/ 42 w 59"/>
                    <a:gd name="GluePoint13Y" fmla="*/ 12 h 101"/>
                    <a:gd name="GluePoint14X" fmla="*/ 21 w 59"/>
                    <a:gd name="GluePoint14Y" fmla="*/ 5 h 101"/>
                    <a:gd name="GluePoint15X" fmla="*/ 44 w 59"/>
                    <a:gd name="GluePoint15Y" fmla="*/ 1 h 101"/>
                    <a:gd name="GluePoint16X" fmla="*/ 57 w 59"/>
                    <a:gd name="GluePoint16Y" fmla="*/ 17 h 101"/>
                    <a:gd name="GluePoint17X" fmla="*/ 56 w 59"/>
                    <a:gd name="GluePoint17Y" fmla="*/ 48 h 101"/>
                    <a:gd name="GluePoint18X" fmla="*/ 57 w 59"/>
                    <a:gd name="GluePoint18Y" fmla="*/ 55 h 101"/>
                    <a:gd name="GluePoint19X" fmla="*/ 55 w 59"/>
                    <a:gd name="GluePoint19Y" fmla="*/ 64 h 101"/>
                    <a:gd name="GluePoint20X" fmla="*/ 54 w 59"/>
                    <a:gd name="GluePoint20Y" fmla="*/ 71 h 101"/>
                    <a:gd name="GluePoint21X" fmla="*/ 52 w 59"/>
                    <a:gd name="GluePoint21Y" fmla="*/ 95 h 101"/>
                    <a:gd name="GluePoint22X" fmla="*/ 49 w 59"/>
                    <a:gd name="GluePoint22Y" fmla="*/ 101 h 101"/>
                    <a:gd name="GluePoint23X" fmla="*/ 43 w 59"/>
                    <a:gd name="GluePoint23Y" fmla="*/ 98 h 101"/>
                    <a:gd name="GluePoint24X" fmla="*/ 38 w 59"/>
                    <a:gd name="GluePoint24Y" fmla="*/ 86 h 101"/>
                    <a:gd name="GluePoint25X" fmla="*/ 39 w 59"/>
                    <a:gd name="GluePoint25Y" fmla="*/ 78 h 101"/>
                    <a:gd name="GluePoint26X" fmla="*/ 42 w 59"/>
                    <a:gd name="GluePoint26Y" fmla="*/ 47 h 101"/>
                    <a:gd name="GluePoint27X" fmla="*/ 32 w 59"/>
                    <a:gd name="GluePoint27Y" fmla="*/ 44 h 101"/>
                    <a:gd name="GluePoint28X" fmla="*/ 29 w 59"/>
                    <a:gd name="GluePoint28Y" fmla="*/ 64 h 101"/>
                    <a:gd name="GluePoint29X" fmla="*/ 42 w 59"/>
                    <a:gd name="GluePoint29Y" fmla="*/ 47 h 10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</a:cxnLst>
                  <a:rect l="textAreaLeft" t="textAreaTop" r="textAreaRight" b="textAreaBottom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solidFill>
                  <a:schemeClr val="lt1">
                    <a:alpha val="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26" name="Freeform 10"/>
                <p:cNvSpPr/>
                <p:nvPr/>
              </p:nvSpPr>
              <p:spPr>
                <a:xfrm>
                  <a:off x="2037240" y="3846600"/>
                  <a:ext cx="254520" cy="548280"/>
                </a:xfrm>
                <a:custGeom>
                  <a:avLst/>
                  <a:gdLst>
                    <a:gd name="textAreaLeft" fmla="*/ 0 w 254520"/>
                    <a:gd name="textAreaRight" fmla="*/ 254880 w 254520"/>
                    <a:gd name="textAreaTop" fmla="*/ 0 h 548280"/>
                    <a:gd name="textAreaBottom" fmla="*/ 548640 h 548280"/>
                    <a:gd name="GluePoint1X" fmla="*/ 11 w 55"/>
                    <a:gd name="GluePoint1Y" fmla="*/ 89 h 120"/>
                    <a:gd name="GluePoint2X" fmla="*/ 10 w 55"/>
                    <a:gd name="GluePoint2Y" fmla="*/ 100 h 120"/>
                    <a:gd name="GluePoint3X" fmla="*/ 6 w 55"/>
                    <a:gd name="GluePoint3Y" fmla="*/ 104 h 120"/>
                    <a:gd name="GluePoint4X" fmla="*/ 1 w 55"/>
                    <a:gd name="GluePoint4Y" fmla="*/ 99 h 120"/>
                    <a:gd name="GluePoint5X" fmla="*/ 3 w 55"/>
                    <a:gd name="GluePoint5Y" fmla="*/ 84 h 120"/>
                    <a:gd name="GluePoint6X" fmla="*/ 14 w 55"/>
                    <a:gd name="GluePoint6Y" fmla="*/ 37 h 120"/>
                    <a:gd name="GluePoint7X" fmla="*/ 22 w 55"/>
                    <a:gd name="GluePoint7Y" fmla="*/ 11 h 120"/>
                    <a:gd name="GluePoint8X" fmla="*/ 26 w 55"/>
                    <a:gd name="GluePoint8Y" fmla="*/ 19 h 120"/>
                    <a:gd name="GluePoint9X" fmla="*/ 20 w 55"/>
                    <a:gd name="GluePoint9Y" fmla="*/ 40 h 120"/>
                    <a:gd name="GluePoint10X" fmla="*/ 27 w 55"/>
                    <a:gd name="GluePoint10Y" fmla="*/ 35 h 120"/>
                    <a:gd name="GluePoint11X" fmla="*/ 35 w 55"/>
                    <a:gd name="GluePoint11Y" fmla="*/ 30 h 120"/>
                    <a:gd name="GluePoint12X" fmla="*/ 33 w 55"/>
                    <a:gd name="GluePoint12Y" fmla="*/ 9 h 120"/>
                    <a:gd name="GluePoint13X" fmla="*/ 28 w 55"/>
                    <a:gd name="GluePoint13Y" fmla="*/ 8 h 120"/>
                    <a:gd name="GluePoint14X" fmla="*/ 19 w 55"/>
                    <a:gd name="GluePoint14Y" fmla="*/ 12 h 120"/>
                    <a:gd name="GluePoint15X" fmla="*/ 12 w 55"/>
                    <a:gd name="GluePoint15Y" fmla="*/ 15 h 120"/>
                    <a:gd name="GluePoint16X" fmla="*/ 9 w 55"/>
                    <a:gd name="GluePoint16Y" fmla="*/ 11 h 120"/>
                    <a:gd name="GluePoint17X" fmla="*/ 11 w 55"/>
                    <a:gd name="GluePoint17Y" fmla="*/ 8 h 120"/>
                    <a:gd name="GluePoint18X" fmla="*/ 31 w 55"/>
                    <a:gd name="GluePoint18Y" fmla="*/ 0 h 120"/>
                    <a:gd name="GluePoint19X" fmla="*/ 45 w 55"/>
                    <a:gd name="GluePoint19Y" fmla="*/ 15 h 120"/>
                    <a:gd name="GluePoint20X" fmla="*/ 44 w 55"/>
                    <a:gd name="GluePoint20Y" fmla="*/ 46 h 120"/>
                    <a:gd name="GluePoint21X" fmla="*/ 48 w 55"/>
                    <a:gd name="GluePoint21Y" fmla="*/ 54 h 120"/>
                    <a:gd name="GluePoint22X" fmla="*/ 48 w 55"/>
                    <a:gd name="GluePoint22Y" fmla="*/ 71 h 120"/>
                    <a:gd name="GluePoint23X" fmla="*/ 44 w 55"/>
                    <a:gd name="GluePoint23Y" fmla="*/ 77 h 120"/>
                    <a:gd name="GluePoint24X" fmla="*/ 44 w 55"/>
                    <a:gd name="GluePoint24Y" fmla="*/ 110 h 120"/>
                    <a:gd name="GluePoint25X" fmla="*/ 44 w 55"/>
                    <a:gd name="GluePoint25Y" fmla="*/ 114 h 120"/>
                    <a:gd name="GluePoint26X" fmla="*/ 41 w 55"/>
                    <a:gd name="GluePoint26Y" fmla="*/ 120 h 120"/>
                    <a:gd name="GluePoint27X" fmla="*/ 32 w 55"/>
                    <a:gd name="GluePoint27Y" fmla="*/ 118 h 120"/>
                    <a:gd name="GluePoint28X" fmla="*/ 13 w 55"/>
                    <a:gd name="GluePoint28Y" fmla="*/ 91 h 120"/>
                    <a:gd name="GluePoint29X" fmla="*/ 12 w 55"/>
                    <a:gd name="GluePoint29Y" fmla="*/ 89 h 120"/>
                    <a:gd name="GluePoint30X" fmla="*/ 11 w 55"/>
                    <a:gd name="GluePoint30Y" fmla="*/ 89 h 120"/>
                    <a:gd name="GluePoint31X" fmla="*/ 24 w 55"/>
                    <a:gd name="GluePoint31Y" fmla="*/ 76 h 120"/>
                    <a:gd name="GluePoint32X" fmla="*/ 23 w 55"/>
                    <a:gd name="GluePoint32Y" fmla="*/ 74 h 120"/>
                    <a:gd name="GluePoint33X" fmla="*/ 27 w 55"/>
                    <a:gd name="GluePoint33Y" fmla="*/ 71 h 120"/>
                    <a:gd name="GluePoint34X" fmla="*/ 33 w 55"/>
                    <a:gd name="GluePoint34Y" fmla="*/ 67 h 120"/>
                    <a:gd name="GluePoint35X" fmla="*/ 32 w 55"/>
                    <a:gd name="GluePoint35Y" fmla="*/ 63 h 120"/>
                    <a:gd name="GluePoint36X" fmla="*/ 22 w 55"/>
                    <a:gd name="GluePoint36Y" fmla="*/ 52 h 120"/>
                    <a:gd name="GluePoint37X" fmla="*/ 18 w 55"/>
                    <a:gd name="GluePoint37Y" fmla="*/ 89 h 120"/>
                    <a:gd name="GluePoint38X" fmla="*/ 33 w 55"/>
                    <a:gd name="GluePoint38Y" fmla="*/ 107 h 120"/>
                    <a:gd name="GluePoint39X" fmla="*/ 35 w 55"/>
                    <a:gd name="GluePoint39Y" fmla="*/ 77 h 120"/>
                    <a:gd name="GluePoint40X" fmla="*/ 31 w 55"/>
                    <a:gd name="GluePoint40Y" fmla="*/ 75 h 120"/>
                    <a:gd name="GluePoint41X" fmla="*/ 24 w 55"/>
                    <a:gd name="GluePoint41Y" fmla="*/ 76 h 12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</a:cxnLst>
                  <a:rect l="textAreaLeft" t="textAreaTop" r="textAreaRight" b="textAreaBottom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solidFill>
                  <a:schemeClr val="lt1">
                    <a:alpha val="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27" name="组合 72"/>
              <p:cNvGrpSpPr/>
              <p:nvPr/>
            </p:nvGrpSpPr>
            <p:grpSpPr>
              <a:xfrm>
                <a:off x="1753200" y="2031840"/>
                <a:ext cx="591120" cy="746640"/>
                <a:chOff x="1753200" y="2031840"/>
                <a:chExt cx="591120" cy="746640"/>
              </a:xfrm>
            </p:grpSpPr>
            <p:sp>
              <p:nvSpPr>
                <p:cNvPr id="28" name="Freeform 13"/>
                <p:cNvSpPr/>
                <p:nvPr/>
              </p:nvSpPr>
              <p:spPr>
                <a:xfrm>
                  <a:off x="1753200" y="2031840"/>
                  <a:ext cx="591120" cy="705600"/>
                </a:xfrm>
                <a:custGeom>
                  <a:avLst/>
                  <a:gdLst>
                    <a:gd name="textAreaLeft" fmla="*/ 0 w 591120"/>
                    <a:gd name="textAreaRight" fmla="*/ 591480 w 591120"/>
                    <a:gd name="textAreaTop" fmla="*/ 0 h 705600"/>
                    <a:gd name="textAreaBottom" fmla="*/ 705960 h 705600"/>
                    <a:gd name="GluePoint1X" fmla="*/ 54 w 128"/>
                    <a:gd name="GluePoint1Y" fmla="*/ 76 h 154"/>
                    <a:gd name="GluePoint2X" fmla="*/ 66 w 128"/>
                    <a:gd name="GluePoint2Y" fmla="*/ 53 h 154"/>
                    <a:gd name="GluePoint3X" fmla="*/ 49 w 128"/>
                    <a:gd name="GluePoint3Y" fmla="*/ 47 h 154"/>
                    <a:gd name="GluePoint4X" fmla="*/ 64 w 128"/>
                    <a:gd name="GluePoint4Y" fmla="*/ 44 h 154"/>
                    <a:gd name="GluePoint5X" fmla="*/ 83 w 128"/>
                    <a:gd name="GluePoint5Y" fmla="*/ 6 h 154"/>
                    <a:gd name="GluePoint6X" fmla="*/ 91 w 128"/>
                    <a:gd name="GluePoint6Y" fmla="*/ 11 h 154"/>
                    <a:gd name="GluePoint7X" fmla="*/ 96 w 128"/>
                    <a:gd name="GluePoint7Y" fmla="*/ 36 h 154"/>
                    <a:gd name="GluePoint8X" fmla="*/ 106 w 128"/>
                    <a:gd name="GluePoint8Y" fmla="*/ 41 h 154"/>
                    <a:gd name="GluePoint9X" fmla="*/ 82 w 128"/>
                    <a:gd name="GluePoint9Y" fmla="*/ 50 h 154"/>
                    <a:gd name="GluePoint10X" fmla="*/ 71 w 128"/>
                    <a:gd name="GluePoint10Y" fmla="*/ 65 h 154"/>
                    <a:gd name="GluePoint11X" fmla="*/ 110 w 128"/>
                    <a:gd name="GluePoint11Y" fmla="*/ 74 h 154"/>
                    <a:gd name="GluePoint12X" fmla="*/ 101 w 128"/>
                    <a:gd name="GluePoint12Y" fmla="*/ 87 h 154"/>
                    <a:gd name="GluePoint13X" fmla="*/ 111 w 128"/>
                    <a:gd name="GluePoint13Y" fmla="*/ 98 h 154"/>
                    <a:gd name="GluePoint14X" fmla="*/ 92 w 128"/>
                    <a:gd name="GluePoint14Y" fmla="*/ 104 h 154"/>
                    <a:gd name="GluePoint15X" fmla="*/ 86 w 128"/>
                    <a:gd name="GluePoint15Y" fmla="*/ 116 h 154"/>
                    <a:gd name="GluePoint16X" fmla="*/ 124 w 128"/>
                    <a:gd name="GluePoint16Y" fmla="*/ 112 h 154"/>
                    <a:gd name="GluePoint17X" fmla="*/ 120 w 128"/>
                    <a:gd name="GluePoint17Y" fmla="*/ 122 h 154"/>
                    <a:gd name="GluePoint18X" fmla="*/ 111 w 128"/>
                    <a:gd name="GluePoint18Y" fmla="*/ 144 h 154"/>
                    <a:gd name="GluePoint19X" fmla="*/ 105 w 128"/>
                    <a:gd name="GluePoint19Y" fmla="*/ 153 h 154"/>
                    <a:gd name="GluePoint20X" fmla="*/ 55 w 128"/>
                    <a:gd name="GluePoint20Y" fmla="*/ 129 h 154"/>
                    <a:gd name="GluePoint21X" fmla="*/ 53 w 128"/>
                    <a:gd name="GluePoint21Y" fmla="*/ 121 h 154"/>
                    <a:gd name="GluePoint22X" fmla="*/ 61 w 128"/>
                    <a:gd name="GluePoint22Y" fmla="*/ 125 h 154"/>
                    <a:gd name="GluePoint23X" fmla="*/ 94 w 128"/>
                    <a:gd name="GluePoint23Y" fmla="*/ 140 h 154"/>
                    <a:gd name="GluePoint24X" fmla="*/ 85 w 128"/>
                    <a:gd name="GluePoint24Y" fmla="*/ 127 h 154"/>
                    <a:gd name="GluePoint25X" fmla="*/ 71 w 128"/>
                    <a:gd name="GluePoint25Y" fmla="*/ 108 h 154"/>
                    <a:gd name="GluePoint26X" fmla="*/ 52 w 128"/>
                    <a:gd name="GluePoint26Y" fmla="*/ 113 h 154"/>
                    <a:gd name="GluePoint27X" fmla="*/ 38 w 128"/>
                    <a:gd name="GluePoint27Y" fmla="*/ 97 h 154"/>
                    <a:gd name="GluePoint28X" fmla="*/ 51 w 128"/>
                    <a:gd name="GluePoint28Y" fmla="*/ 97 h 154"/>
                    <a:gd name="GluePoint29X" fmla="*/ 34 w 128"/>
                    <a:gd name="GluePoint29Y" fmla="*/ 93 h 154"/>
                    <a:gd name="GluePoint30X" fmla="*/ 35 w 128"/>
                    <a:gd name="GluePoint30Y" fmla="*/ 105 h 154"/>
                    <a:gd name="GluePoint31X" fmla="*/ 26 w 128"/>
                    <a:gd name="GluePoint31Y" fmla="*/ 154 h 154"/>
                    <a:gd name="GluePoint32X" fmla="*/ 20 w 128"/>
                    <a:gd name="GluePoint32Y" fmla="*/ 118 h 154"/>
                    <a:gd name="GluePoint33X" fmla="*/ 0 w 128"/>
                    <a:gd name="GluePoint33Y" fmla="*/ 103 h 154"/>
                    <a:gd name="GluePoint34X" fmla="*/ 19 w 128"/>
                    <a:gd name="GluePoint34Y" fmla="*/ 72 h 154"/>
                    <a:gd name="GluePoint35X" fmla="*/ 25 w 128"/>
                    <a:gd name="GluePoint35Y" fmla="*/ 51 h 154"/>
                    <a:gd name="GluePoint36X" fmla="*/ 39 w 128"/>
                    <a:gd name="GluePoint36Y" fmla="*/ 14 h 154"/>
                    <a:gd name="GluePoint37X" fmla="*/ 51 w 128"/>
                    <a:gd name="GluePoint37Y" fmla="*/ 24 h 154"/>
                    <a:gd name="GluePoint38X" fmla="*/ 39 w 128"/>
                    <a:gd name="GluePoint38Y" fmla="*/ 44 h 154"/>
                    <a:gd name="GluePoint39X" fmla="*/ 48 w 128"/>
                    <a:gd name="GluePoint39Y" fmla="*/ 73 h 154"/>
                    <a:gd name="GluePoint40X" fmla="*/ 81 w 128"/>
                    <a:gd name="GluePoint40Y" fmla="*/ 90 h 154"/>
                    <a:gd name="GluePoint41X" fmla="*/ 92 w 128"/>
                    <a:gd name="GluePoint41Y" fmla="*/ 71 h 154"/>
                    <a:gd name="GluePoint42X" fmla="*/ 81 w 128"/>
                    <a:gd name="GluePoint42Y" fmla="*/ 80 h 154"/>
                    <a:gd name="GluePoint43X" fmla="*/ 76 w 128"/>
                    <a:gd name="GluePoint43Y" fmla="*/ 73 h 154"/>
                    <a:gd name="GluePoint44X" fmla="*/ 67 w 128"/>
                    <a:gd name="GluePoint44Y" fmla="*/ 79 h 154"/>
                    <a:gd name="GluePoint45X" fmla="*/ 76 w 128"/>
                    <a:gd name="GluePoint45Y" fmla="*/ 73 h 154"/>
                    <a:gd name="GluePoint46X" fmla="*/ 56 w 128"/>
                    <a:gd name="GluePoint46Y" fmla="*/ 88 h 154"/>
                    <a:gd name="GluePoint47X" fmla="*/ 63 w 128"/>
                    <a:gd name="GluePoint47Y" fmla="*/ 81 h 154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</a:cxnLst>
                  <a:rect l="textAreaLeft" t="textAreaTop" r="textAreaRight" b="textAreaBottom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solidFill>
                  <a:schemeClr val="lt1">
                    <a:alpha val="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29" name="Freeform 14"/>
                <p:cNvSpPr/>
                <p:nvPr/>
              </p:nvSpPr>
              <p:spPr>
                <a:xfrm>
                  <a:off x="1915920" y="2582280"/>
                  <a:ext cx="73080" cy="196200"/>
                </a:xfrm>
                <a:custGeom>
                  <a:avLst/>
                  <a:gdLst>
                    <a:gd name="textAreaLeft" fmla="*/ 0 w 73080"/>
                    <a:gd name="textAreaRight" fmla="*/ 73440 w 73080"/>
                    <a:gd name="textAreaTop" fmla="*/ 0 h 196200"/>
                    <a:gd name="textAreaBottom" fmla="*/ 196560 h 196200"/>
                    <a:gd name="GluePoint1X" fmla="*/ 9 w 16"/>
                    <a:gd name="GluePoint1Y" fmla="*/ 0 h 43"/>
                    <a:gd name="GluePoint2X" fmla="*/ 15 w 16"/>
                    <a:gd name="GluePoint2Y" fmla="*/ 11 h 43"/>
                    <a:gd name="GluePoint3X" fmla="*/ 9 w 16"/>
                    <a:gd name="GluePoint3Y" fmla="*/ 43 h 43"/>
                    <a:gd name="GluePoint4X" fmla="*/ 2 w 16"/>
                    <a:gd name="GluePoint4Y" fmla="*/ 39 h 43"/>
                    <a:gd name="GluePoint5X" fmla="*/ 0 w 16"/>
                    <a:gd name="GluePoint5Y" fmla="*/ 35 h 43"/>
                    <a:gd name="GluePoint6X" fmla="*/ 9 w 16"/>
                    <a:gd name="GluePoint6Y" fmla="*/ 0 h 4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solidFill>
                  <a:schemeClr val="lt1">
                    <a:alpha val="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34200" rIns="3420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30" name="组合 73"/>
              <p:cNvGrpSpPr/>
              <p:nvPr/>
            </p:nvGrpSpPr>
            <p:grpSpPr>
              <a:xfrm>
                <a:off x="1860120" y="3117600"/>
                <a:ext cx="396360" cy="341640"/>
                <a:chOff x="1860120" y="3117600"/>
                <a:chExt cx="396360" cy="341640"/>
              </a:xfrm>
            </p:grpSpPr>
            <p:sp>
              <p:nvSpPr>
                <p:cNvPr id="31" name="Freeform 18"/>
                <p:cNvSpPr/>
                <p:nvPr/>
              </p:nvSpPr>
              <p:spPr>
                <a:xfrm>
                  <a:off x="1993680" y="3117600"/>
                  <a:ext cx="262800" cy="341640"/>
                </a:xfrm>
                <a:custGeom>
                  <a:avLst/>
                  <a:gdLst>
                    <a:gd name="textAreaLeft" fmla="*/ 0 w 262800"/>
                    <a:gd name="textAreaRight" fmla="*/ 263160 w 262800"/>
                    <a:gd name="textAreaTop" fmla="*/ 0 h 341640"/>
                    <a:gd name="textAreaBottom" fmla="*/ 342000 h 341640"/>
                    <a:gd name="GluePoint1X" fmla="*/ 49 w 57"/>
                    <a:gd name="GluePoint1Y" fmla="*/ 74 h 75"/>
                    <a:gd name="GluePoint2X" fmla="*/ 40 w 57"/>
                    <a:gd name="GluePoint2Y" fmla="*/ 67 h 75"/>
                    <a:gd name="GluePoint3X" fmla="*/ 33 w 57"/>
                    <a:gd name="GluePoint3Y" fmla="*/ 48 h 75"/>
                    <a:gd name="GluePoint4X" fmla="*/ 27 w 57"/>
                    <a:gd name="GluePoint4Y" fmla="*/ 46 h 75"/>
                    <a:gd name="GluePoint5X" fmla="*/ 11 w 57"/>
                    <a:gd name="GluePoint5Y" fmla="*/ 60 h 75"/>
                    <a:gd name="GluePoint6X" fmla="*/ 5 w 57"/>
                    <a:gd name="GluePoint6Y" fmla="*/ 60 h 75"/>
                    <a:gd name="GluePoint7X" fmla="*/ 6 w 57"/>
                    <a:gd name="GluePoint7Y" fmla="*/ 46 h 75"/>
                    <a:gd name="GluePoint8X" fmla="*/ 27 w 57"/>
                    <a:gd name="GluePoint8Y" fmla="*/ 26 h 75"/>
                    <a:gd name="GluePoint9X" fmla="*/ 40 w 57"/>
                    <a:gd name="GluePoint9Y" fmla="*/ 10 h 75"/>
                    <a:gd name="GluePoint10X" fmla="*/ 41 w 57"/>
                    <a:gd name="GluePoint10Y" fmla="*/ 6 h 75"/>
                    <a:gd name="GluePoint11X" fmla="*/ 45 w 57"/>
                    <a:gd name="GluePoint11Y" fmla="*/ 0 h 75"/>
                    <a:gd name="GluePoint12X" fmla="*/ 53 w 57"/>
                    <a:gd name="GluePoint12Y" fmla="*/ 3 h 75"/>
                    <a:gd name="GluePoint13X" fmla="*/ 53 w 57"/>
                    <a:gd name="GluePoint13Y" fmla="*/ 20 h 75"/>
                    <a:gd name="GluePoint14X" fmla="*/ 37 w 57"/>
                    <a:gd name="GluePoint14Y" fmla="*/ 38 h 75"/>
                    <a:gd name="GluePoint15X" fmla="*/ 49 w 57"/>
                    <a:gd name="GluePoint15Y" fmla="*/ 74 h 7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solidFill>
                  <a:schemeClr val="lt1">
                    <a:alpha val="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32" name="Freeform 19"/>
                <p:cNvSpPr/>
                <p:nvPr/>
              </p:nvSpPr>
              <p:spPr>
                <a:xfrm>
                  <a:off x="1860120" y="3202920"/>
                  <a:ext cx="132840" cy="252720"/>
                </a:xfrm>
                <a:custGeom>
                  <a:avLst/>
                  <a:gdLst>
                    <a:gd name="textAreaLeft" fmla="*/ 0 w 132840"/>
                    <a:gd name="textAreaRight" fmla="*/ 133200 w 132840"/>
                    <a:gd name="textAreaTop" fmla="*/ 0 h 252720"/>
                    <a:gd name="textAreaBottom" fmla="*/ 253080 h 252720"/>
                    <a:gd name="GluePoint1X" fmla="*/ 12 w 29"/>
                    <a:gd name="GluePoint1Y" fmla="*/ 30 h 55"/>
                    <a:gd name="GluePoint2X" fmla="*/ 20 w 29"/>
                    <a:gd name="GluePoint2Y" fmla="*/ 7 h 55"/>
                    <a:gd name="GluePoint3X" fmla="*/ 25 w 29"/>
                    <a:gd name="GluePoint3Y" fmla="*/ 1 h 55"/>
                    <a:gd name="GluePoint4X" fmla="*/ 26 w 29"/>
                    <a:gd name="GluePoint4Y" fmla="*/ 9 h 55"/>
                    <a:gd name="GluePoint5X" fmla="*/ 16 w 29"/>
                    <a:gd name="GluePoint5Y" fmla="*/ 39 h 55"/>
                    <a:gd name="GluePoint6X" fmla="*/ 13 w 29"/>
                    <a:gd name="GluePoint6Y" fmla="*/ 52 h 55"/>
                    <a:gd name="GluePoint7X" fmla="*/ 7 w 29"/>
                    <a:gd name="GluePoint7Y" fmla="*/ 54 h 55"/>
                    <a:gd name="GluePoint8X" fmla="*/ 2 w 29"/>
                    <a:gd name="GluePoint8Y" fmla="*/ 41 h 55"/>
                    <a:gd name="GluePoint9X" fmla="*/ 3 w 29"/>
                    <a:gd name="GluePoint9Y" fmla="*/ 32 h 55"/>
                    <a:gd name="GluePoint10X" fmla="*/ 2 w 29"/>
                    <a:gd name="GluePoint10Y" fmla="*/ 6 h 55"/>
                    <a:gd name="GluePoint11X" fmla="*/ 6 w 29"/>
                    <a:gd name="GluePoint11Y" fmla="*/ 5 h 55"/>
                    <a:gd name="GluePoint12X" fmla="*/ 10 w 29"/>
                    <a:gd name="GluePoint12Y" fmla="*/ 14 h 55"/>
                    <a:gd name="GluePoint13X" fmla="*/ 11 w 29"/>
                    <a:gd name="GluePoint13Y" fmla="*/ 30 h 55"/>
                    <a:gd name="GluePoint14X" fmla="*/ 12 w 29"/>
                    <a:gd name="GluePoint14Y" fmla="*/ 30 h 5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solidFill>
                  <a:schemeClr val="lt1">
                    <a:alpha val="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61920" rIns="619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33" name="Freeform 20"/>
                <p:cNvSpPr/>
                <p:nvPr/>
              </p:nvSpPr>
              <p:spPr>
                <a:xfrm>
                  <a:off x="1938960" y="3120840"/>
                  <a:ext cx="122760" cy="78120"/>
                </a:xfrm>
                <a:custGeom>
                  <a:avLst/>
                  <a:gdLst>
                    <a:gd name="textAreaLeft" fmla="*/ 0 w 122760"/>
                    <a:gd name="textAreaRight" fmla="*/ 123120 w 122760"/>
                    <a:gd name="textAreaTop" fmla="*/ 0 h 78120"/>
                    <a:gd name="textAreaBottom" fmla="*/ 78480 h 78120"/>
                    <a:gd name="GluePoint1X" fmla="*/ 27 w 27"/>
                    <a:gd name="GluePoint1Y" fmla="*/ 1 h 17"/>
                    <a:gd name="GluePoint2X" fmla="*/ 16 w 27"/>
                    <a:gd name="GluePoint2Y" fmla="*/ 14 h 17"/>
                    <a:gd name="GluePoint3X" fmla="*/ 5 w 27"/>
                    <a:gd name="GluePoint3Y" fmla="*/ 13 h 17"/>
                    <a:gd name="GluePoint4X" fmla="*/ 0 w 27"/>
                    <a:gd name="GluePoint4Y" fmla="*/ 4 h 17"/>
                    <a:gd name="GluePoint5X" fmla="*/ 9 w 27"/>
                    <a:gd name="GluePoint5Y" fmla="*/ 2 h 17"/>
                    <a:gd name="GluePoint6X" fmla="*/ 27 w 27"/>
                    <a:gd name="GluePoint6Y" fmla="*/ 0 h 17"/>
                    <a:gd name="GluePoint7X" fmla="*/ 27 w 27"/>
                    <a:gd name="GluePoint7Y" fmla="*/ 1 h 1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</a:cxnLst>
                  <a:rect l="textAreaLeft" t="textAreaTop" r="textAreaRight" b="textAreaBottom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solidFill>
                  <a:schemeClr val="lt1">
                    <a:alpha val="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7240" tIns="39240" rIns="57240" bIns="3924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34" name="组合 74"/>
              <p:cNvGrpSpPr/>
              <p:nvPr/>
            </p:nvGrpSpPr>
            <p:grpSpPr>
              <a:xfrm>
                <a:off x="1806840" y="4787640"/>
                <a:ext cx="459720" cy="459720"/>
                <a:chOff x="1806840" y="4787640"/>
                <a:chExt cx="459720" cy="459720"/>
              </a:xfrm>
            </p:grpSpPr>
            <p:sp>
              <p:nvSpPr>
                <p:cNvPr id="35" name="Freeform 11"/>
                <p:cNvSpPr/>
                <p:nvPr/>
              </p:nvSpPr>
              <p:spPr>
                <a:xfrm>
                  <a:off x="1943640" y="4787640"/>
                  <a:ext cx="322920" cy="452160"/>
                </a:xfrm>
                <a:custGeom>
                  <a:avLst/>
                  <a:gdLst>
                    <a:gd name="textAreaLeft" fmla="*/ 0 w 322920"/>
                    <a:gd name="textAreaRight" fmla="*/ 323280 w 322920"/>
                    <a:gd name="textAreaTop" fmla="*/ 0 h 452160"/>
                    <a:gd name="textAreaBottom" fmla="*/ 452520 h 452160"/>
                    <a:gd name="GluePoint1X" fmla="*/ 29 w 72"/>
                    <a:gd name="GluePoint1Y" fmla="*/ 49 h 102"/>
                    <a:gd name="GluePoint2X" fmla="*/ 15 w 72"/>
                    <a:gd name="GluePoint2Y" fmla="*/ 43 h 102"/>
                    <a:gd name="GluePoint3X" fmla="*/ 10 w 72"/>
                    <a:gd name="GluePoint3Y" fmla="*/ 21 h 102"/>
                    <a:gd name="GluePoint4X" fmla="*/ 13 w 72"/>
                    <a:gd name="GluePoint4Y" fmla="*/ 15 h 102"/>
                    <a:gd name="GluePoint5X" fmla="*/ 19 w 72"/>
                    <a:gd name="GluePoint5Y" fmla="*/ 18 h 102"/>
                    <a:gd name="GluePoint6X" fmla="*/ 20 w 72"/>
                    <a:gd name="GluePoint6Y" fmla="*/ 26 h 102"/>
                    <a:gd name="GluePoint7X" fmla="*/ 35 w 72"/>
                    <a:gd name="GluePoint7Y" fmla="*/ 22 h 102"/>
                    <a:gd name="GluePoint8X" fmla="*/ 40 w 72"/>
                    <a:gd name="GluePoint8Y" fmla="*/ 16 h 102"/>
                    <a:gd name="GluePoint9X" fmla="*/ 43 w 72"/>
                    <a:gd name="GluePoint9Y" fmla="*/ 14 h 102"/>
                    <a:gd name="GluePoint10X" fmla="*/ 44 w 72"/>
                    <a:gd name="GluePoint10Y" fmla="*/ 19 h 102"/>
                    <a:gd name="GluePoint11X" fmla="*/ 43 w 72"/>
                    <a:gd name="GluePoint11Y" fmla="*/ 28 h 102"/>
                    <a:gd name="GluePoint12X" fmla="*/ 36 w 72"/>
                    <a:gd name="GluePoint12Y" fmla="*/ 40 h 102"/>
                    <a:gd name="GluePoint13X" fmla="*/ 37 w 72"/>
                    <a:gd name="GluePoint13Y" fmla="*/ 42 h 102"/>
                    <a:gd name="GluePoint14X" fmla="*/ 44 w 72"/>
                    <a:gd name="GluePoint14Y" fmla="*/ 38 h 102"/>
                    <a:gd name="GluePoint15X" fmla="*/ 56 w 72"/>
                    <a:gd name="GluePoint15Y" fmla="*/ 20 h 102"/>
                    <a:gd name="GluePoint16X" fmla="*/ 49 w 72"/>
                    <a:gd name="GluePoint16Y" fmla="*/ 9 h 102"/>
                    <a:gd name="GluePoint17X" fmla="*/ 28 w 72"/>
                    <a:gd name="GluePoint17Y" fmla="*/ 14 h 102"/>
                    <a:gd name="GluePoint18X" fmla="*/ 20 w 72"/>
                    <a:gd name="GluePoint18Y" fmla="*/ 13 h 102"/>
                    <a:gd name="GluePoint19X" fmla="*/ 22 w 72"/>
                    <a:gd name="GluePoint19Y" fmla="*/ 6 h 102"/>
                    <a:gd name="GluePoint20X" fmla="*/ 50 w 72"/>
                    <a:gd name="GluePoint20Y" fmla="*/ 1 h 102"/>
                    <a:gd name="GluePoint21X" fmla="*/ 68 w 72"/>
                    <a:gd name="GluePoint21Y" fmla="*/ 12 h 102"/>
                    <a:gd name="GluePoint22X" fmla="*/ 67 w 72"/>
                    <a:gd name="GluePoint22Y" fmla="*/ 24 h 102"/>
                    <a:gd name="GluePoint23X" fmla="*/ 49 w 72"/>
                    <a:gd name="GluePoint23Y" fmla="*/ 48 h 102"/>
                    <a:gd name="GluePoint24X" fmla="*/ 42 w 72"/>
                    <a:gd name="GluePoint24Y" fmla="*/ 49 h 102"/>
                    <a:gd name="GluePoint25X" fmla="*/ 37 w 72"/>
                    <a:gd name="GluePoint25Y" fmla="*/ 47 h 102"/>
                    <a:gd name="GluePoint26X" fmla="*/ 35 w 72"/>
                    <a:gd name="GluePoint26Y" fmla="*/ 52 h 102"/>
                    <a:gd name="GluePoint27X" fmla="*/ 41 w 72"/>
                    <a:gd name="GluePoint27Y" fmla="*/ 58 h 102"/>
                    <a:gd name="GluePoint28X" fmla="*/ 48 w 72"/>
                    <a:gd name="GluePoint28Y" fmla="*/ 57 h 102"/>
                    <a:gd name="GluePoint29X" fmla="*/ 53 w 72"/>
                    <a:gd name="GluePoint29Y" fmla="*/ 59 h 102"/>
                    <a:gd name="GluePoint30X" fmla="*/ 53 w 72"/>
                    <a:gd name="GluePoint30Y" fmla="*/ 66 h 102"/>
                    <a:gd name="GluePoint31X" fmla="*/ 48 w 72"/>
                    <a:gd name="GluePoint31Y" fmla="*/ 70 h 102"/>
                    <a:gd name="GluePoint32X" fmla="*/ 37 w 72"/>
                    <a:gd name="GluePoint32Y" fmla="*/ 81 h 102"/>
                    <a:gd name="GluePoint33X" fmla="*/ 45 w 72"/>
                    <a:gd name="GluePoint33Y" fmla="*/ 81 h 102"/>
                    <a:gd name="GluePoint34X" fmla="*/ 57 w 72"/>
                    <a:gd name="GluePoint34Y" fmla="*/ 89 h 102"/>
                    <a:gd name="GluePoint35X" fmla="*/ 51 w 72"/>
                    <a:gd name="GluePoint35Y" fmla="*/ 98 h 102"/>
                    <a:gd name="GluePoint36X" fmla="*/ 26 w 72"/>
                    <a:gd name="GluePoint36Y" fmla="*/ 101 h 102"/>
                    <a:gd name="GluePoint37X" fmla="*/ 17 w 72"/>
                    <a:gd name="GluePoint37Y" fmla="*/ 96 h 102"/>
                    <a:gd name="GluePoint38X" fmla="*/ 15 w 72"/>
                    <a:gd name="GluePoint38Y" fmla="*/ 94 h 102"/>
                    <a:gd name="GluePoint39X" fmla="*/ 19 w 72"/>
                    <a:gd name="GluePoint39Y" fmla="*/ 77 h 102"/>
                    <a:gd name="GluePoint40X" fmla="*/ 27 w 72"/>
                    <a:gd name="GluePoint40Y" fmla="*/ 70 h 102"/>
                    <a:gd name="GluePoint41X" fmla="*/ 27 w 72"/>
                    <a:gd name="GluePoint41Y" fmla="*/ 69 h 102"/>
                    <a:gd name="GluePoint42X" fmla="*/ 21 w 72"/>
                    <a:gd name="GluePoint42Y" fmla="*/ 71 h 102"/>
                    <a:gd name="GluePoint43X" fmla="*/ 9 w 72"/>
                    <a:gd name="GluePoint43Y" fmla="*/ 76 h 102"/>
                    <a:gd name="GluePoint44X" fmla="*/ 3 w 72"/>
                    <a:gd name="GluePoint44Y" fmla="*/ 75 h 102"/>
                    <a:gd name="GluePoint45X" fmla="*/ 4 w 72"/>
                    <a:gd name="GluePoint45Y" fmla="*/ 69 h 102"/>
                    <a:gd name="GluePoint46X" fmla="*/ 26 w 72"/>
                    <a:gd name="GluePoint46Y" fmla="*/ 60 h 102"/>
                    <a:gd name="GluePoint47X" fmla="*/ 28 w 72"/>
                    <a:gd name="GluePoint47Y" fmla="*/ 57 h 102"/>
                    <a:gd name="GluePoint48X" fmla="*/ 29 w 72"/>
                    <a:gd name="GluePoint48Y" fmla="*/ 49 h 102"/>
                    <a:gd name="GluePoint49X" fmla="*/ 34 w 72"/>
                    <a:gd name="GluePoint49Y" fmla="*/ 29 h 102"/>
                    <a:gd name="GluePoint50X" fmla="*/ 33 w 72"/>
                    <a:gd name="GluePoint50Y" fmla="*/ 28 h 102"/>
                    <a:gd name="GluePoint51X" fmla="*/ 26 w 72"/>
                    <a:gd name="GluePoint51Y" fmla="*/ 32 h 102"/>
                    <a:gd name="GluePoint52X" fmla="*/ 23 w 72"/>
                    <a:gd name="GluePoint52Y" fmla="*/ 36 h 102"/>
                    <a:gd name="GluePoint53X" fmla="*/ 26 w 72"/>
                    <a:gd name="GluePoint53Y" fmla="*/ 42 h 102"/>
                    <a:gd name="GluePoint54X" fmla="*/ 31 w 72"/>
                    <a:gd name="GluePoint54Y" fmla="*/ 40 h 102"/>
                    <a:gd name="GluePoint55X" fmla="*/ 34 w 72"/>
                    <a:gd name="GluePoint55Y" fmla="*/ 29 h 10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  <a:cxn ang="0">
                      <a:pos x="GluePoint50X" y="GluePoint50Y"/>
                    </a:cxn>
                    <a:cxn ang="0">
                      <a:pos x="GluePoint51X" y="GluePoint51Y"/>
                    </a:cxn>
                    <a:cxn ang="0">
                      <a:pos x="GluePoint52X" y="GluePoint52Y"/>
                    </a:cxn>
                    <a:cxn ang="0">
                      <a:pos x="GluePoint53X" y="GluePoint53Y"/>
                    </a:cxn>
                    <a:cxn ang="0">
                      <a:pos x="GluePoint54X" y="GluePoint54Y"/>
                    </a:cxn>
                    <a:cxn ang="0">
                      <a:pos x="GluePoint55X" y="GluePoint55Y"/>
                    </a:cxn>
                  </a:cxnLst>
                  <a:rect l="textAreaLeft" t="textAreaTop" r="textAreaRight" b="textAreaBottom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solidFill>
                  <a:schemeClr val="lt1">
                    <a:alpha val="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36" name="Freeform 12"/>
                <p:cNvSpPr/>
                <p:nvPr/>
              </p:nvSpPr>
              <p:spPr>
                <a:xfrm>
                  <a:off x="1806840" y="4811760"/>
                  <a:ext cx="173520" cy="435600"/>
                </a:xfrm>
                <a:custGeom>
                  <a:avLst/>
                  <a:gdLst>
                    <a:gd name="textAreaLeft" fmla="*/ 0 w 173520"/>
                    <a:gd name="textAreaRight" fmla="*/ 173880 w 173520"/>
                    <a:gd name="textAreaTop" fmla="*/ 0 h 435600"/>
                    <a:gd name="textAreaBottom" fmla="*/ 435960 h 435600"/>
                    <a:gd name="GluePoint1X" fmla="*/ 30 w 39"/>
                    <a:gd name="GluePoint1Y" fmla="*/ 44 h 98"/>
                    <a:gd name="GluePoint2X" fmla="*/ 36 w 39"/>
                    <a:gd name="GluePoint2Y" fmla="*/ 34 h 98"/>
                    <a:gd name="GluePoint3X" fmla="*/ 37 w 39"/>
                    <a:gd name="GluePoint3Y" fmla="*/ 51 h 98"/>
                    <a:gd name="GluePoint4X" fmla="*/ 25 w 39"/>
                    <a:gd name="GluePoint4Y" fmla="*/ 82 h 98"/>
                    <a:gd name="GluePoint5X" fmla="*/ 21 w 39"/>
                    <a:gd name="GluePoint5Y" fmla="*/ 98 h 98"/>
                    <a:gd name="GluePoint6X" fmla="*/ 13 w 39"/>
                    <a:gd name="GluePoint6Y" fmla="*/ 96 h 98"/>
                    <a:gd name="GluePoint7X" fmla="*/ 5 w 39"/>
                    <a:gd name="GluePoint7Y" fmla="*/ 83 h 98"/>
                    <a:gd name="GluePoint8X" fmla="*/ 11 w 39"/>
                    <a:gd name="GluePoint8Y" fmla="*/ 62 h 98"/>
                    <a:gd name="GluePoint9X" fmla="*/ 9 w 39"/>
                    <a:gd name="GluePoint9Y" fmla="*/ 43 h 98"/>
                    <a:gd name="GluePoint10X" fmla="*/ 12 w 39"/>
                    <a:gd name="GluePoint10Y" fmla="*/ 38 h 98"/>
                    <a:gd name="GluePoint11X" fmla="*/ 18 w 39"/>
                    <a:gd name="GluePoint11Y" fmla="*/ 33 h 98"/>
                    <a:gd name="GluePoint12X" fmla="*/ 23 w 39"/>
                    <a:gd name="GluePoint12Y" fmla="*/ 12 h 98"/>
                    <a:gd name="GluePoint13X" fmla="*/ 11 w 39"/>
                    <a:gd name="GluePoint13Y" fmla="*/ 16 h 98"/>
                    <a:gd name="GluePoint14X" fmla="*/ 2 w 39"/>
                    <a:gd name="GluePoint14Y" fmla="*/ 16 h 98"/>
                    <a:gd name="GluePoint15X" fmla="*/ 0 w 39"/>
                    <a:gd name="GluePoint15Y" fmla="*/ 12 h 98"/>
                    <a:gd name="GluePoint16X" fmla="*/ 3 w 39"/>
                    <a:gd name="GluePoint16Y" fmla="*/ 10 h 98"/>
                    <a:gd name="GluePoint17X" fmla="*/ 16 w 39"/>
                    <a:gd name="GluePoint17Y" fmla="*/ 7 h 98"/>
                    <a:gd name="GluePoint18X" fmla="*/ 26 w 39"/>
                    <a:gd name="GluePoint18Y" fmla="*/ 2 h 98"/>
                    <a:gd name="GluePoint19X" fmla="*/ 32 w 39"/>
                    <a:gd name="GluePoint19Y" fmla="*/ 1 h 98"/>
                    <a:gd name="GluePoint20X" fmla="*/ 35 w 39"/>
                    <a:gd name="GluePoint20Y" fmla="*/ 9 h 98"/>
                    <a:gd name="GluePoint21X" fmla="*/ 34 w 39"/>
                    <a:gd name="GluePoint21Y" fmla="*/ 11 h 98"/>
                    <a:gd name="GluePoint22X" fmla="*/ 27 w 39"/>
                    <a:gd name="GluePoint22Y" fmla="*/ 38 h 98"/>
                    <a:gd name="GluePoint23X" fmla="*/ 28 w 39"/>
                    <a:gd name="GluePoint23Y" fmla="*/ 44 h 98"/>
                    <a:gd name="GluePoint24X" fmla="*/ 30 w 39"/>
                    <a:gd name="GluePoint24Y" fmla="*/ 44 h 9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</a:cxnLst>
                  <a:rect l="textAreaLeft" t="textAreaTop" r="textAreaRight" b="textAreaBottom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solidFill>
                  <a:schemeClr val="lt1">
                    <a:alpha val="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2560" rIns="5256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</p:grp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3697560" y="1658160"/>
            <a:ext cx="7059240" cy="22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rmAutofit/>
          </a:bodyPr>
          <a:lstStyle>
            <a:lvl1pPr indent="0" algn="l">
              <a:lnSpc>
                <a:spcPct val="90000"/>
              </a:lnSpc>
              <a:buNone/>
              <a:tabLst>
                <a:tab pos="0" algn="l"/>
              </a:tabLst>
              <a:defRPr lang="zh-CN" sz="5600" b="1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  <a:lvl2pPr indent="0" algn="l">
              <a:lnSpc>
                <a:spcPct val="90000"/>
              </a:lnSpc>
              <a:buNone/>
              <a:tabLst>
                <a:tab pos="0" algn="l"/>
              </a:tabLst>
              <a:defRPr lang="zh-CN" sz="5600" b="1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2pPr>
          </a:lstStyle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zh-CN" sz="5600" b="1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编辑母版文本样式</a:t>
            </a:r>
            <a:endParaRPr lang="en-US" sz="5600" b="1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zh-CN" sz="5600" b="1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输入标题</a:t>
            </a:r>
            <a:endParaRPr lang="en-US" sz="5600" b="1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微软雅黑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微软雅黑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封面样式1-尾页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42"/>
          <p:cNvPicPr/>
          <p:nvPr/>
        </p:nvPicPr>
        <p:blipFill>
          <a:blip r:embed="rId2"/>
          <a:stretch/>
        </p:blipFill>
        <p:spPr>
          <a:xfrm>
            <a:off x="4600440" y="133200"/>
            <a:ext cx="6791400" cy="653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body"/>
          </p:nvPr>
        </p:nvSpPr>
        <p:spPr>
          <a:xfrm>
            <a:off x="1287360" y="1483560"/>
            <a:ext cx="7373520" cy="22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rmAutofit/>
          </a:bodyPr>
          <a:lstStyle>
            <a:lvl1pPr indent="0" algn="l">
              <a:lnSpc>
                <a:spcPct val="90000"/>
              </a:lnSpc>
              <a:buNone/>
              <a:tabLst>
                <a:tab pos="0" algn="l"/>
              </a:tabLst>
              <a:defRPr lang="zh-CN" sz="5600" b="1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  <a:lvl2pPr indent="0" algn="l">
              <a:lnSpc>
                <a:spcPct val="90000"/>
              </a:lnSpc>
              <a:buNone/>
              <a:tabLst>
                <a:tab pos="0" algn="l"/>
              </a:tabLst>
              <a:defRPr lang="zh-CN" sz="5600" b="1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2pPr>
          </a:lstStyle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zh-CN" sz="5600" b="1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编辑母版文本样式</a:t>
            </a:r>
            <a:endParaRPr lang="en-US" sz="5600" b="0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  <a:p>
            <a:pPr indent="0" algn="l">
              <a:lnSpc>
                <a:spcPct val="90000"/>
              </a:lnSpc>
              <a:buNone/>
              <a:tabLst>
                <a:tab pos="0" algn="l"/>
              </a:tabLst>
            </a:pPr>
            <a:r>
              <a:rPr lang="zh-CN" sz="5600" b="1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输入标题</a:t>
            </a:r>
            <a:endParaRPr lang="en-US" sz="5600" b="0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  <p:sp>
        <p:nvSpPr>
          <p:cNvPr id="41" name="矩形 8"/>
          <p:cNvSpPr/>
          <p:nvPr/>
        </p:nvSpPr>
        <p:spPr>
          <a:xfrm>
            <a:off x="0" y="1484280"/>
            <a:ext cx="666360" cy="4364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42" name="矩形 9"/>
          <p:cNvSpPr/>
          <p:nvPr/>
        </p:nvSpPr>
        <p:spPr>
          <a:xfrm>
            <a:off x="667440" y="1484280"/>
            <a:ext cx="402840" cy="4364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43" name="矩形 10"/>
          <p:cNvSpPr/>
          <p:nvPr/>
        </p:nvSpPr>
        <p:spPr>
          <a:xfrm>
            <a:off x="9258480" y="1484280"/>
            <a:ext cx="2929680" cy="4364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44" name="矩形 11"/>
          <p:cNvSpPr/>
          <p:nvPr/>
        </p:nvSpPr>
        <p:spPr>
          <a:xfrm>
            <a:off x="8882280" y="1484280"/>
            <a:ext cx="377640" cy="4364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45" name="文本框 40"/>
          <p:cNvSpPr/>
          <p:nvPr/>
        </p:nvSpPr>
        <p:spPr>
          <a:xfrm rot="16200000">
            <a:off x="-1443240" y="3524040"/>
            <a:ext cx="316980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>
                    <a:alpha val="5000"/>
                  </a:srgbClr>
                </a:solidFill>
                <a:effectLst/>
                <a:uFillTx/>
                <a:latin typeface="Arial"/>
                <a:ea typeface="微软雅黑"/>
              </a:rPr>
              <a:t>BEIJING INSTITUTE OF TECHNOLOGY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" name="图片 41"/>
          <p:cNvPicPr/>
          <p:nvPr/>
        </p:nvPicPr>
        <p:blipFill>
          <a:blip r:embed="rId3"/>
          <a:stretch/>
        </p:blipFill>
        <p:spPr>
          <a:xfrm>
            <a:off x="9452520" y="548280"/>
            <a:ext cx="2295000" cy="50436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7" name="直接连接符 3"/>
          <p:cNvCxnSpPr/>
          <p:nvPr/>
        </p:nvCxnSpPr>
        <p:spPr>
          <a:xfrm>
            <a:off x="666720" y="1329120"/>
            <a:ext cx="360" cy="4714920"/>
          </a:xfrm>
          <a:prstGeom prst="straightConnector1">
            <a:avLst/>
          </a:prstGeom>
          <a:ln w="12700">
            <a:solidFill>
              <a:srgbClr val="FFFFFF"/>
            </a:solidFill>
          </a:ln>
        </p:spPr>
      </p:cxnSp>
      <p:cxnSp>
        <p:nvCxnSpPr>
          <p:cNvPr id="48" name="直接连接符 43"/>
          <p:cNvCxnSpPr/>
          <p:nvPr/>
        </p:nvCxnSpPr>
        <p:spPr>
          <a:xfrm>
            <a:off x="9258120" y="1280160"/>
            <a:ext cx="360" cy="4835520"/>
          </a:xfrm>
          <a:prstGeom prst="straightConnector1">
            <a:avLst/>
          </a:prstGeom>
          <a:ln w="12700">
            <a:solidFill>
              <a:srgbClr val="FFFFFF"/>
            </a:solidFill>
          </a:ln>
        </p:spPr>
      </p:cxnSp>
      <p:grpSp>
        <p:nvGrpSpPr>
          <p:cNvPr id="49" name="组合 44"/>
          <p:cNvGrpSpPr/>
          <p:nvPr/>
        </p:nvGrpSpPr>
        <p:grpSpPr>
          <a:xfrm>
            <a:off x="9834120" y="2044800"/>
            <a:ext cx="1778040" cy="3249360"/>
            <a:chOff x="9834120" y="2044800"/>
            <a:chExt cx="1778040" cy="3249360"/>
          </a:xfrm>
        </p:grpSpPr>
        <p:grpSp>
          <p:nvGrpSpPr>
            <p:cNvPr id="50" name="组合 45"/>
            <p:cNvGrpSpPr/>
            <p:nvPr/>
          </p:nvGrpSpPr>
          <p:grpSpPr>
            <a:xfrm>
              <a:off x="9834120" y="2065320"/>
              <a:ext cx="589320" cy="3222720"/>
              <a:chOff x="9834120" y="2065320"/>
              <a:chExt cx="589320" cy="3222720"/>
            </a:xfrm>
          </p:grpSpPr>
          <p:sp>
            <p:nvSpPr>
              <p:cNvPr id="51" name="Freeform 5"/>
              <p:cNvSpPr/>
              <p:nvPr/>
            </p:nvSpPr>
            <p:spPr>
              <a:xfrm>
                <a:off x="9838440" y="3811680"/>
                <a:ext cx="575640" cy="649440"/>
              </a:xfrm>
              <a:custGeom>
                <a:avLst/>
                <a:gdLst>
                  <a:gd name="textAreaLeft" fmla="*/ 0 w 575640"/>
                  <a:gd name="textAreaRight" fmla="*/ 576000 w 575640"/>
                  <a:gd name="textAreaTop" fmla="*/ 0 h 649440"/>
                  <a:gd name="textAreaBottom" fmla="*/ 649800 h 649440"/>
                  <a:gd name="GluePoint1X" fmla="*/ 41 w 125"/>
                  <a:gd name="GluePoint1Y" fmla="*/ 16 h 142"/>
                  <a:gd name="GluePoint2X" fmla="*/ 49 w 125"/>
                  <a:gd name="GluePoint2Y" fmla="*/ 3 h 142"/>
                  <a:gd name="GluePoint3X" fmla="*/ 62 w 125"/>
                  <a:gd name="GluePoint3Y" fmla="*/ 20 h 142"/>
                  <a:gd name="GluePoint4X" fmla="*/ 64 w 125"/>
                  <a:gd name="GluePoint4Y" fmla="*/ 33 h 142"/>
                  <a:gd name="GluePoint5X" fmla="*/ 50 w 125"/>
                  <a:gd name="GluePoint5Y" fmla="*/ 34 h 142"/>
                  <a:gd name="GluePoint6X" fmla="*/ 58 w 125"/>
                  <a:gd name="GluePoint6Y" fmla="*/ 58 h 142"/>
                  <a:gd name="GluePoint7X" fmla="*/ 75 w 125"/>
                  <a:gd name="GluePoint7Y" fmla="*/ 59 h 142"/>
                  <a:gd name="GluePoint8X" fmla="*/ 71 w 125"/>
                  <a:gd name="GluePoint8Y" fmla="*/ 50 h 142"/>
                  <a:gd name="GluePoint9X" fmla="*/ 81 w 125"/>
                  <a:gd name="GluePoint9Y" fmla="*/ 47 h 142"/>
                  <a:gd name="GluePoint10X" fmla="*/ 65 w 125"/>
                  <a:gd name="GluePoint10Y" fmla="*/ 42 h 142"/>
                  <a:gd name="GluePoint11X" fmla="*/ 63 w 125"/>
                  <a:gd name="GluePoint11Y" fmla="*/ 37 h 142"/>
                  <a:gd name="GluePoint12X" fmla="*/ 85 w 125"/>
                  <a:gd name="GluePoint12Y" fmla="*/ 27 h 142"/>
                  <a:gd name="GluePoint13X" fmla="*/ 93 w 125"/>
                  <a:gd name="GluePoint13Y" fmla="*/ 2 h 142"/>
                  <a:gd name="GluePoint14X" fmla="*/ 99 w 125"/>
                  <a:gd name="GluePoint14Y" fmla="*/ 5 h 142"/>
                  <a:gd name="GluePoint15X" fmla="*/ 111 w 125"/>
                  <a:gd name="GluePoint15Y" fmla="*/ 30 h 142"/>
                  <a:gd name="GluePoint16X" fmla="*/ 102 w 125"/>
                  <a:gd name="GluePoint16Y" fmla="*/ 34 h 142"/>
                  <a:gd name="GluePoint17X" fmla="*/ 95 w 125"/>
                  <a:gd name="GluePoint17Y" fmla="*/ 59 h 142"/>
                  <a:gd name="GluePoint18X" fmla="*/ 123 w 125"/>
                  <a:gd name="GluePoint18Y" fmla="*/ 61 h 142"/>
                  <a:gd name="GluePoint19X" fmla="*/ 110 w 125"/>
                  <a:gd name="GluePoint19Y" fmla="*/ 71 h 142"/>
                  <a:gd name="GluePoint20X" fmla="*/ 104 w 125"/>
                  <a:gd name="GluePoint20Y" fmla="*/ 82 h 142"/>
                  <a:gd name="GluePoint21X" fmla="*/ 112 w 125"/>
                  <a:gd name="GluePoint21Y" fmla="*/ 134 h 142"/>
                  <a:gd name="GluePoint22X" fmla="*/ 102 w 125"/>
                  <a:gd name="GluePoint22Y" fmla="*/ 140 h 142"/>
                  <a:gd name="GluePoint23X" fmla="*/ 89 w 125"/>
                  <a:gd name="GluePoint23Y" fmla="*/ 123 h 142"/>
                  <a:gd name="GluePoint24X" fmla="*/ 101 w 125"/>
                  <a:gd name="GluePoint24Y" fmla="*/ 128 h 142"/>
                  <a:gd name="GluePoint25X" fmla="*/ 101 w 125"/>
                  <a:gd name="GluePoint25Y" fmla="*/ 92 h 142"/>
                  <a:gd name="GluePoint26X" fmla="*/ 97 w 125"/>
                  <a:gd name="GluePoint26Y" fmla="*/ 99 h 142"/>
                  <a:gd name="GluePoint27X" fmla="*/ 90 w 125"/>
                  <a:gd name="GluePoint27Y" fmla="*/ 103 h 142"/>
                  <a:gd name="GluePoint28X" fmla="*/ 86 w 125"/>
                  <a:gd name="GluePoint28Y" fmla="*/ 110 h 142"/>
                  <a:gd name="GluePoint29X" fmla="*/ 81 w 125"/>
                  <a:gd name="GluePoint29Y" fmla="*/ 120 h 142"/>
                  <a:gd name="GluePoint30X" fmla="*/ 88 w 125"/>
                  <a:gd name="GluePoint30Y" fmla="*/ 71 h 142"/>
                  <a:gd name="GluePoint31X" fmla="*/ 60 w 125"/>
                  <a:gd name="GluePoint31Y" fmla="*/ 87 h 142"/>
                  <a:gd name="GluePoint32X" fmla="*/ 53 w 125"/>
                  <a:gd name="GluePoint32Y" fmla="*/ 89 h 142"/>
                  <a:gd name="GluePoint33X" fmla="*/ 51 w 125"/>
                  <a:gd name="GluePoint33Y" fmla="*/ 128 h 142"/>
                  <a:gd name="GluePoint34X" fmla="*/ 43 w 125"/>
                  <a:gd name="GluePoint34Y" fmla="*/ 134 h 142"/>
                  <a:gd name="GluePoint35X" fmla="*/ 39 w 125"/>
                  <a:gd name="GluePoint35Y" fmla="*/ 107 h 142"/>
                  <a:gd name="GluePoint36X" fmla="*/ 33 w 125"/>
                  <a:gd name="GluePoint36Y" fmla="*/ 114 h 142"/>
                  <a:gd name="GluePoint37X" fmla="*/ 17 w 125"/>
                  <a:gd name="GluePoint37Y" fmla="*/ 108 h 142"/>
                  <a:gd name="GluePoint38X" fmla="*/ 5 w 125"/>
                  <a:gd name="GluePoint38Y" fmla="*/ 81 h 142"/>
                  <a:gd name="GluePoint39X" fmla="*/ 34 w 125"/>
                  <a:gd name="GluePoint39Y" fmla="*/ 56 h 142"/>
                  <a:gd name="GluePoint40X" fmla="*/ 38 w 125"/>
                  <a:gd name="GluePoint40Y" fmla="*/ 33 h 142"/>
                  <a:gd name="GluePoint41X" fmla="*/ 22 w 125"/>
                  <a:gd name="GluePoint41Y" fmla="*/ 55 h 142"/>
                  <a:gd name="GluePoint42X" fmla="*/ 14 w 125"/>
                  <a:gd name="GluePoint42Y" fmla="*/ 55 h 142"/>
                  <a:gd name="GluePoint43X" fmla="*/ 11 w 125"/>
                  <a:gd name="GluePoint43Y" fmla="*/ 36 h 142"/>
                  <a:gd name="GluePoint44X" fmla="*/ 32 w 125"/>
                  <a:gd name="GluePoint44Y" fmla="*/ 22 h 142"/>
                  <a:gd name="GluePoint45X" fmla="*/ 28 w 125"/>
                  <a:gd name="GluePoint45Y" fmla="*/ 33 h 1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</a:cxnLst>
                <a:rect l="textAreaLeft" t="textAreaTop" r="textAreaRight" b="textAreaBottom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lt1">
                  <a:alpha val="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entury Gothic"/>
                </a:endParaRPr>
              </a:p>
            </p:txBody>
          </p:sp>
          <p:sp>
            <p:nvSpPr>
              <p:cNvPr id="52" name="Freeform 6"/>
              <p:cNvSpPr/>
              <p:nvPr/>
            </p:nvSpPr>
            <p:spPr>
              <a:xfrm>
                <a:off x="9962640" y="4789080"/>
                <a:ext cx="331200" cy="498960"/>
              </a:xfrm>
              <a:custGeom>
                <a:avLst/>
                <a:gdLst>
                  <a:gd name="textAreaLeft" fmla="*/ 0 w 331200"/>
                  <a:gd name="textAreaRight" fmla="*/ 331560 w 331200"/>
                  <a:gd name="textAreaTop" fmla="*/ 0 h 498960"/>
                  <a:gd name="textAreaBottom" fmla="*/ 499320 h 498960"/>
                  <a:gd name="GluePoint1X" fmla="*/ 33 w 72"/>
                  <a:gd name="GluePoint1Y" fmla="*/ 76 h 109"/>
                  <a:gd name="GluePoint2X" fmla="*/ 44 w 72"/>
                  <a:gd name="GluePoint2Y" fmla="*/ 73 h 109"/>
                  <a:gd name="GluePoint3X" fmla="*/ 59 w 72"/>
                  <a:gd name="GluePoint3Y" fmla="*/ 71 h 109"/>
                  <a:gd name="GluePoint4X" fmla="*/ 69 w 72"/>
                  <a:gd name="GluePoint4Y" fmla="*/ 92 h 109"/>
                  <a:gd name="GluePoint5X" fmla="*/ 66 w 72"/>
                  <a:gd name="GluePoint5Y" fmla="*/ 94 h 109"/>
                  <a:gd name="GluePoint6X" fmla="*/ 49 w 72"/>
                  <a:gd name="GluePoint6Y" fmla="*/ 96 h 109"/>
                  <a:gd name="GluePoint7X" fmla="*/ 28 w 72"/>
                  <a:gd name="GluePoint7Y" fmla="*/ 106 h 109"/>
                  <a:gd name="GluePoint8X" fmla="*/ 16 w 72"/>
                  <a:gd name="GluePoint8Y" fmla="*/ 106 h 109"/>
                  <a:gd name="GluePoint9X" fmla="*/ 1 w 72"/>
                  <a:gd name="GluePoint9Y" fmla="*/ 80 h 109"/>
                  <a:gd name="GluePoint10X" fmla="*/ 2 w 72"/>
                  <a:gd name="GluePoint10Y" fmla="*/ 74 h 109"/>
                  <a:gd name="GluePoint11X" fmla="*/ 23 w 72"/>
                  <a:gd name="GluePoint11Y" fmla="*/ 31 h 109"/>
                  <a:gd name="GluePoint12X" fmla="*/ 22 w 72"/>
                  <a:gd name="GluePoint12Y" fmla="*/ 26 h 109"/>
                  <a:gd name="GluePoint13X" fmla="*/ 12 w 72"/>
                  <a:gd name="GluePoint13Y" fmla="*/ 16 h 109"/>
                  <a:gd name="GluePoint14X" fmla="*/ 15 w 72"/>
                  <a:gd name="GluePoint14Y" fmla="*/ 10 h 109"/>
                  <a:gd name="GluePoint15X" fmla="*/ 32 w 72"/>
                  <a:gd name="GluePoint15Y" fmla="*/ 5 h 109"/>
                  <a:gd name="GluePoint16X" fmla="*/ 60 w 72"/>
                  <a:gd name="GluePoint16Y" fmla="*/ 18 h 109"/>
                  <a:gd name="GluePoint17X" fmla="*/ 59 w 72"/>
                  <a:gd name="GluePoint17Y" fmla="*/ 26 h 109"/>
                  <a:gd name="GluePoint18X" fmla="*/ 52 w 72"/>
                  <a:gd name="GluePoint18Y" fmla="*/ 36 h 109"/>
                  <a:gd name="GluePoint19X" fmla="*/ 34 w 72"/>
                  <a:gd name="GluePoint19Y" fmla="*/ 72 h 109"/>
                  <a:gd name="GluePoint20X" fmla="*/ 33 w 72"/>
                  <a:gd name="GluePoint20Y" fmla="*/ 76 h 10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</a:cxnLst>
                <a:rect l="textAreaLeft" t="textAreaTop" r="textAreaRight" b="textAreaBottom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lt1">
                  <a:alpha val="5000"/>
                </a:scheme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entury Gothic"/>
                </a:endParaRPr>
              </a:p>
            </p:txBody>
          </p:sp>
          <p:grpSp>
            <p:nvGrpSpPr>
              <p:cNvPr id="53" name="组合 62"/>
              <p:cNvGrpSpPr/>
              <p:nvPr/>
            </p:nvGrpSpPr>
            <p:grpSpPr>
              <a:xfrm>
                <a:off x="9834120" y="2065320"/>
                <a:ext cx="589320" cy="731160"/>
                <a:chOff x="9834120" y="2065320"/>
                <a:chExt cx="589320" cy="731160"/>
              </a:xfrm>
            </p:grpSpPr>
            <p:sp>
              <p:nvSpPr>
                <p:cNvPr id="54" name="Freeform 7"/>
                <p:cNvSpPr/>
                <p:nvPr/>
              </p:nvSpPr>
              <p:spPr>
                <a:xfrm>
                  <a:off x="9834120" y="2065320"/>
                  <a:ext cx="589320" cy="479880"/>
                </a:xfrm>
                <a:custGeom>
                  <a:avLst/>
                  <a:gdLst>
                    <a:gd name="textAreaLeft" fmla="*/ 0 w 589320"/>
                    <a:gd name="textAreaRight" fmla="*/ 589680 w 589320"/>
                    <a:gd name="textAreaTop" fmla="*/ 0 h 479880"/>
                    <a:gd name="textAreaBottom" fmla="*/ 480240 h 479880"/>
                    <a:gd name="GluePoint1X" fmla="*/ 101 w 128"/>
                    <a:gd name="GluePoint1Y" fmla="*/ 58 h 105"/>
                    <a:gd name="GluePoint2X" fmla="*/ 74 w 128"/>
                    <a:gd name="GluePoint2Y" fmla="*/ 56 h 105"/>
                    <a:gd name="GluePoint3X" fmla="*/ 68 w 128"/>
                    <a:gd name="GluePoint3Y" fmla="*/ 57 h 105"/>
                    <a:gd name="GluePoint4X" fmla="*/ 51 w 128"/>
                    <a:gd name="GluePoint4Y" fmla="*/ 59 h 105"/>
                    <a:gd name="GluePoint5X" fmla="*/ 36 w 128"/>
                    <a:gd name="GluePoint5Y" fmla="*/ 65 h 105"/>
                    <a:gd name="GluePoint6X" fmla="*/ 28 w 128"/>
                    <a:gd name="GluePoint6Y" fmla="*/ 73 h 105"/>
                    <a:gd name="GluePoint7X" fmla="*/ 16 w 128"/>
                    <a:gd name="GluePoint7Y" fmla="*/ 102 h 105"/>
                    <a:gd name="GluePoint8X" fmla="*/ 13 w 128"/>
                    <a:gd name="GluePoint8Y" fmla="*/ 104 h 105"/>
                    <a:gd name="GluePoint9X" fmla="*/ 1 w 128"/>
                    <a:gd name="GluePoint9Y" fmla="*/ 98 h 105"/>
                    <a:gd name="GluePoint10X" fmla="*/ 0 w 128"/>
                    <a:gd name="GluePoint10Y" fmla="*/ 93 h 105"/>
                    <a:gd name="GluePoint11X" fmla="*/ 15 w 128"/>
                    <a:gd name="GluePoint11Y" fmla="*/ 60 h 105"/>
                    <a:gd name="GluePoint12X" fmla="*/ 16 w 128"/>
                    <a:gd name="GluePoint12Y" fmla="*/ 58 h 105"/>
                    <a:gd name="GluePoint13X" fmla="*/ 20 w 128"/>
                    <a:gd name="GluePoint13Y" fmla="*/ 52 h 105"/>
                    <a:gd name="GluePoint14X" fmla="*/ 32 w 128"/>
                    <a:gd name="GluePoint14Y" fmla="*/ 54 h 105"/>
                    <a:gd name="GluePoint15X" fmla="*/ 39 w 128"/>
                    <a:gd name="GluePoint15Y" fmla="*/ 55 h 105"/>
                    <a:gd name="GluePoint16X" fmla="*/ 72 w 128"/>
                    <a:gd name="GluePoint16Y" fmla="*/ 21 h 105"/>
                    <a:gd name="GluePoint17X" fmla="*/ 74 w 128"/>
                    <a:gd name="GluePoint17Y" fmla="*/ 16 h 105"/>
                    <a:gd name="GluePoint18X" fmla="*/ 74 w 128"/>
                    <a:gd name="GluePoint18Y" fmla="*/ 11 h 105"/>
                    <a:gd name="GluePoint19X" fmla="*/ 71 w 128"/>
                    <a:gd name="GluePoint19Y" fmla="*/ 11 h 105"/>
                    <a:gd name="GluePoint20X" fmla="*/ 68 w 128"/>
                    <a:gd name="GluePoint20Y" fmla="*/ 15 h 105"/>
                    <a:gd name="GluePoint21X" fmla="*/ 68 w 128"/>
                    <a:gd name="GluePoint21Y" fmla="*/ 21 h 105"/>
                    <a:gd name="GluePoint22X" fmla="*/ 59 w 128"/>
                    <a:gd name="GluePoint22Y" fmla="*/ 29 h 105"/>
                    <a:gd name="GluePoint23X" fmla="*/ 53 w 128"/>
                    <a:gd name="GluePoint23Y" fmla="*/ 27 h 105"/>
                    <a:gd name="GluePoint24X" fmla="*/ 47 w 128"/>
                    <a:gd name="GluePoint24Y" fmla="*/ 24 h 105"/>
                    <a:gd name="GluePoint25X" fmla="*/ 47 w 128"/>
                    <a:gd name="GluePoint25Y" fmla="*/ 32 h 105"/>
                    <a:gd name="GluePoint26X" fmla="*/ 47 w 128"/>
                    <a:gd name="GluePoint26Y" fmla="*/ 34 h 105"/>
                    <a:gd name="GluePoint27X" fmla="*/ 43 w 128"/>
                    <a:gd name="GluePoint27Y" fmla="*/ 45 h 105"/>
                    <a:gd name="GluePoint28X" fmla="*/ 31 w 128"/>
                    <a:gd name="GluePoint28Y" fmla="*/ 39 h 105"/>
                    <a:gd name="GluePoint29X" fmla="*/ 29 w 128"/>
                    <a:gd name="GluePoint29Y" fmla="*/ 23 h 105"/>
                    <a:gd name="GluePoint30X" fmla="*/ 33 w 128"/>
                    <a:gd name="GluePoint30Y" fmla="*/ 14 h 105"/>
                    <a:gd name="GluePoint31X" fmla="*/ 36 w 128"/>
                    <a:gd name="GluePoint31Y" fmla="*/ 9 h 105"/>
                    <a:gd name="GluePoint32X" fmla="*/ 42 w 128"/>
                    <a:gd name="GluePoint32Y" fmla="*/ 13 h 105"/>
                    <a:gd name="GluePoint33X" fmla="*/ 44 w 128"/>
                    <a:gd name="GluePoint33Y" fmla="*/ 16 h 105"/>
                    <a:gd name="GluePoint34X" fmla="*/ 57 w 128"/>
                    <a:gd name="GluePoint34Y" fmla="*/ 14 h 105"/>
                    <a:gd name="GluePoint35X" fmla="*/ 62 w 128"/>
                    <a:gd name="GluePoint35Y" fmla="*/ 11 h 105"/>
                    <a:gd name="GluePoint36X" fmla="*/ 84 w 128"/>
                    <a:gd name="GluePoint36Y" fmla="*/ 0 h 105"/>
                    <a:gd name="GluePoint37X" fmla="*/ 96 w 128"/>
                    <a:gd name="GluePoint37Y" fmla="*/ 7 h 105"/>
                    <a:gd name="GluePoint38X" fmla="*/ 96 w 128"/>
                    <a:gd name="GluePoint38Y" fmla="*/ 20 h 105"/>
                    <a:gd name="GluePoint39X" fmla="*/ 83 w 128"/>
                    <a:gd name="GluePoint39Y" fmla="*/ 43 h 105"/>
                    <a:gd name="GluePoint40X" fmla="*/ 94 w 128"/>
                    <a:gd name="GluePoint40Y" fmla="*/ 44 h 105"/>
                    <a:gd name="GluePoint41X" fmla="*/ 122 w 128"/>
                    <a:gd name="GluePoint41Y" fmla="*/ 59 h 105"/>
                    <a:gd name="GluePoint42X" fmla="*/ 120 w 128"/>
                    <a:gd name="GluePoint42Y" fmla="*/ 73 h 105"/>
                    <a:gd name="GluePoint43X" fmla="*/ 98 w 128"/>
                    <a:gd name="GluePoint43Y" fmla="*/ 73 h 105"/>
                    <a:gd name="GluePoint44X" fmla="*/ 97 w 128"/>
                    <a:gd name="GluePoint44Y" fmla="*/ 66 h 105"/>
                    <a:gd name="GluePoint45X" fmla="*/ 101 w 128"/>
                    <a:gd name="GluePoint45Y" fmla="*/ 58 h 10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</a:cxnLst>
                  <a:rect l="textAreaLeft" t="textAreaTop" r="textAreaRight" b="textAreaBottom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solidFill>
                  <a:schemeClr val="lt1">
                    <a:alpha val="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55" name="Freeform 8"/>
                <p:cNvSpPr/>
                <p:nvPr/>
              </p:nvSpPr>
              <p:spPr>
                <a:xfrm>
                  <a:off x="9959040" y="2357640"/>
                  <a:ext cx="367200" cy="438840"/>
                </a:xfrm>
                <a:custGeom>
                  <a:avLst/>
                  <a:gdLst>
                    <a:gd name="textAreaLeft" fmla="*/ 0 w 367200"/>
                    <a:gd name="textAreaRight" fmla="*/ 367560 w 367200"/>
                    <a:gd name="textAreaTop" fmla="*/ 0 h 438840"/>
                    <a:gd name="textAreaBottom" fmla="*/ 439200 h 438840"/>
                    <a:gd name="GluePoint1X" fmla="*/ 46 w 80"/>
                    <a:gd name="GluePoint1Y" fmla="*/ 29 h 96"/>
                    <a:gd name="GluePoint2X" fmla="*/ 65 w 80"/>
                    <a:gd name="GluePoint2Y" fmla="*/ 29 h 96"/>
                    <a:gd name="GluePoint3X" fmla="*/ 79 w 80"/>
                    <a:gd name="GluePoint3Y" fmla="*/ 41 h 96"/>
                    <a:gd name="GluePoint4X" fmla="*/ 74 w 80"/>
                    <a:gd name="GluePoint4Y" fmla="*/ 43 h 96"/>
                    <a:gd name="GluePoint5X" fmla="*/ 60 w 80"/>
                    <a:gd name="GluePoint5Y" fmla="*/ 43 h 96"/>
                    <a:gd name="GluePoint6X" fmla="*/ 52 w 80"/>
                    <a:gd name="GluePoint6Y" fmla="*/ 50 h 96"/>
                    <a:gd name="GluePoint7X" fmla="*/ 49 w 80"/>
                    <a:gd name="GluePoint7Y" fmla="*/ 87 h 96"/>
                    <a:gd name="GluePoint8X" fmla="*/ 37 w 80"/>
                    <a:gd name="GluePoint8Y" fmla="*/ 95 h 96"/>
                    <a:gd name="GluePoint9X" fmla="*/ 21 w 80"/>
                    <a:gd name="GluePoint9Y" fmla="*/ 68 h 96"/>
                    <a:gd name="GluePoint10X" fmla="*/ 22 w 80"/>
                    <a:gd name="GluePoint10Y" fmla="*/ 62 h 96"/>
                    <a:gd name="GluePoint11X" fmla="*/ 30 w 80"/>
                    <a:gd name="GluePoint11Y" fmla="*/ 72 h 96"/>
                    <a:gd name="GluePoint12X" fmla="*/ 40 w 80"/>
                    <a:gd name="GluePoint12Y" fmla="*/ 70 h 96"/>
                    <a:gd name="GluePoint13X" fmla="*/ 43 w 80"/>
                    <a:gd name="GluePoint13Y" fmla="*/ 46 h 96"/>
                    <a:gd name="GluePoint14X" fmla="*/ 24 w 80"/>
                    <a:gd name="GluePoint14Y" fmla="*/ 52 h 96"/>
                    <a:gd name="GluePoint15X" fmla="*/ 19 w 80"/>
                    <a:gd name="GluePoint15Y" fmla="*/ 54 h 96"/>
                    <a:gd name="GluePoint16X" fmla="*/ 6 w 80"/>
                    <a:gd name="GluePoint16Y" fmla="*/ 54 h 96"/>
                    <a:gd name="GluePoint17X" fmla="*/ 2 w 80"/>
                    <a:gd name="GluePoint17Y" fmla="*/ 40 h 96"/>
                    <a:gd name="GluePoint18X" fmla="*/ 6 w 80"/>
                    <a:gd name="GluePoint18Y" fmla="*/ 37 h 96"/>
                    <a:gd name="GluePoint19X" fmla="*/ 28 w 80"/>
                    <a:gd name="GluePoint19Y" fmla="*/ 33 h 96"/>
                    <a:gd name="GluePoint20X" fmla="*/ 33 w 80"/>
                    <a:gd name="GluePoint20Y" fmla="*/ 32 h 96"/>
                    <a:gd name="GluePoint21X" fmla="*/ 36 w 80"/>
                    <a:gd name="GluePoint21Y" fmla="*/ 22 h 96"/>
                    <a:gd name="GluePoint22X" fmla="*/ 46 w 80"/>
                    <a:gd name="GluePoint22Y" fmla="*/ 12 h 96"/>
                    <a:gd name="GluePoint23X" fmla="*/ 45 w 80"/>
                    <a:gd name="GluePoint23Y" fmla="*/ 10 h 96"/>
                    <a:gd name="GluePoint24X" fmla="*/ 26 w 80"/>
                    <a:gd name="GluePoint24Y" fmla="*/ 17 h 96"/>
                    <a:gd name="GluePoint25X" fmla="*/ 15 w 80"/>
                    <a:gd name="GluePoint25Y" fmla="*/ 24 h 96"/>
                    <a:gd name="GluePoint26X" fmla="*/ 5 w 80"/>
                    <a:gd name="GluePoint26Y" fmla="*/ 22 h 96"/>
                    <a:gd name="GluePoint27X" fmla="*/ 1 w 80"/>
                    <a:gd name="GluePoint27Y" fmla="*/ 17 h 96"/>
                    <a:gd name="GluePoint28X" fmla="*/ 36 w 80"/>
                    <a:gd name="GluePoint28Y" fmla="*/ 2 h 96"/>
                    <a:gd name="GluePoint29X" fmla="*/ 55 w 80"/>
                    <a:gd name="GluePoint29Y" fmla="*/ 0 h 96"/>
                    <a:gd name="GluePoint30X" fmla="*/ 61 w 80"/>
                    <a:gd name="GluePoint30Y" fmla="*/ 6 h 96"/>
                    <a:gd name="GluePoint31X" fmla="*/ 59 w 80"/>
                    <a:gd name="GluePoint31Y" fmla="*/ 13 h 96"/>
                    <a:gd name="GluePoint32X" fmla="*/ 46 w 80"/>
                    <a:gd name="GluePoint32Y" fmla="*/ 29 h 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</a:cxnLst>
                  <a:rect l="textAreaLeft" t="textAreaTop" r="textAreaRight" b="textAreaBottom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solidFill>
                  <a:schemeClr val="lt1">
                    <a:alpha val="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56" name="组合 63"/>
              <p:cNvGrpSpPr/>
              <p:nvPr/>
            </p:nvGrpSpPr>
            <p:grpSpPr>
              <a:xfrm>
                <a:off x="9959040" y="3124800"/>
                <a:ext cx="356400" cy="381960"/>
                <a:chOff x="9959040" y="3124800"/>
                <a:chExt cx="356400" cy="381960"/>
              </a:xfrm>
            </p:grpSpPr>
            <p:sp>
              <p:nvSpPr>
                <p:cNvPr id="57" name="Freeform 15"/>
                <p:cNvSpPr/>
                <p:nvPr/>
              </p:nvSpPr>
              <p:spPr>
                <a:xfrm>
                  <a:off x="9959040" y="3209760"/>
                  <a:ext cx="164160" cy="264600"/>
                </a:xfrm>
                <a:custGeom>
                  <a:avLst/>
                  <a:gdLst>
                    <a:gd name="textAreaLeft" fmla="*/ 0 w 164160"/>
                    <a:gd name="textAreaRight" fmla="*/ 164520 w 164160"/>
                    <a:gd name="textAreaTop" fmla="*/ 0 h 264600"/>
                    <a:gd name="textAreaBottom" fmla="*/ 264960 h 264600"/>
                    <a:gd name="GluePoint1X" fmla="*/ 16 w 39"/>
                    <a:gd name="GluePoint1Y" fmla="*/ 29 h 58"/>
                    <a:gd name="GluePoint2X" fmla="*/ 27 w 39"/>
                    <a:gd name="GluePoint2Y" fmla="*/ 7 h 58"/>
                    <a:gd name="GluePoint3X" fmla="*/ 31 w 39"/>
                    <a:gd name="GluePoint3Y" fmla="*/ 1 h 58"/>
                    <a:gd name="GluePoint4X" fmla="*/ 34 w 39"/>
                    <a:gd name="GluePoint4Y" fmla="*/ 6 h 58"/>
                    <a:gd name="GluePoint5X" fmla="*/ 35 w 39"/>
                    <a:gd name="GluePoint5Y" fmla="*/ 26 h 58"/>
                    <a:gd name="GluePoint6X" fmla="*/ 20 w 39"/>
                    <a:gd name="GluePoint6Y" fmla="*/ 52 h 58"/>
                    <a:gd name="GluePoint7X" fmla="*/ 9 w 39"/>
                    <a:gd name="GluePoint7Y" fmla="*/ 57 h 58"/>
                    <a:gd name="GluePoint8X" fmla="*/ 1 w 39"/>
                    <a:gd name="GluePoint8Y" fmla="*/ 43 h 58"/>
                    <a:gd name="GluePoint9X" fmla="*/ 4 w 39"/>
                    <a:gd name="GluePoint9Y" fmla="*/ 6 h 58"/>
                    <a:gd name="GluePoint10X" fmla="*/ 8 w 39"/>
                    <a:gd name="GluePoint10Y" fmla="*/ 0 h 58"/>
                    <a:gd name="GluePoint11X" fmla="*/ 15 w 39"/>
                    <a:gd name="GluePoint11Y" fmla="*/ 6 h 58"/>
                    <a:gd name="GluePoint12X" fmla="*/ 14 w 39"/>
                    <a:gd name="GluePoint12Y" fmla="*/ 20 h 58"/>
                    <a:gd name="GluePoint13X" fmla="*/ 14 w 39"/>
                    <a:gd name="GluePoint13Y" fmla="*/ 28 h 58"/>
                    <a:gd name="GluePoint14X" fmla="*/ 16 w 39"/>
                    <a:gd name="GluePoint14Y" fmla="*/ 29 h 5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solidFill>
                  <a:schemeClr val="lt1">
                    <a:alpha val="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76320" rIns="763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58" name="Freeform 16"/>
                <p:cNvSpPr/>
                <p:nvPr/>
              </p:nvSpPr>
              <p:spPr>
                <a:xfrm>
                  <a:off x="10136160" y="3133800"/>
                  <a:ext cx="179280" cy="372960"/>
                </a:xfrm>
                <a:custGeom>
                  <a:avLst/>
                  <a:gdLst>
                    <a:gd name="textAreaLeft" fmla="*/ 0 w 179280"/>
                    <a:gd name="textAreaRight" fmla="*/ 179640 w 179280"/>
                    <a:gd name="textAreaTop" fmla="*/ 0 h 372960"/>
                    <a:gd name="textAreaBottom" fmla="*/ 373320 h 372960"/>
                    <a:gd name="GluePoint1X" fmla="*/ 9 w 47"/>
                    <a:gd name="GluePoint1Y" fmla="*/ 73 h 88"/>
                    <a:gd name="GluePoint2X" fmla="*/ 3 w 47"/>
                    <a:gd name="GluePoint2Y" fmla="*/ 67 h 88"/>
                    <a:gd name="GluePoint3X" fmla="*/ 3 w 47"/>
                    <a:gd name="GluePoint3Y" fmla="*/ 57 h 88"/>
                    <a:gd name="GluePoint4X" fmla="*/ 20 w 47"/>
                    <a:gd name="GluePoint4Y" fmla="*/ 38 h 88"/>
                    <a:gd name="GluePoint5X" fmla="*/ 33 w 47"/>
                    <a:gd name="GluePoint5Y" fmla="*/ 20 h 88"/>
                    <a:gd name="GluePoint6X" fmla="*/ 33 w 47"/>
                    <a:gd name="GluePoint6Y" fmla="*/ 4 h 88"/>
                    <a:gd name="GluePoint7X" fmla="*/ 32 w 47"/>
                    <a:gd name="GluePoint7Y" fmla="*/ 1 h 88"/>
                    <a:gd name="GluePoint8X" fmla="*/ 33 w 47"/>
                    <a:gd name="GluePoint8Y" fmla="*/ 0 h 88"/>
                    <a:gd name="GluePoint9X" fmla="*/ 41 w 47"/>
                    <a:gd name="GluePoint9Y" fmla="*/ 6 h 88"/>
                    <a:gd name="GluePoint10X" fmla="*/ 43 w 47"/>
                    <a:gd name="GluePoint10Y" fmla="*/ 26 h 88"/>
                    <a:gd name="GluePoint11X" fmla="*/ 29 w 47"/>
                    <a:gd name="GluePoint11Y" fmla="*/ 48 h 88"/>
                    <a:gd name="GluePoint12X" fmla="*/ 30 w 47"/>
                    <a:gd name="GluePoint12Y" fmla="*/ 52 h 88"/>
                    <a:gd name="GluePoint13X" fmla="*/ 40 w 47"/>
                    <a:gd name="GluePoint13Y" fmla="*/ 73 h 88"/>
                    <a:gd name="GluePoint14X" fmla="*/ 41 w 47"/>
                    <a:gd name="GluePoint14Y" fmla="*/ 84 h 88"/>
                    <a:gd name="GluePoint15X" fmla="*/ 37 w 47"/>
                    <a:gd name="GluePoint15Y" fmla="*/ 86 h 88"/>
                    <a:gd name="GluePoint16X" fmla="*/ 31 w 47"/>
                    <a:gd name="GluePoint16Y" fmla="*/ 75 h 88"/>
                    <a:gd name="GluePoint17X" fmla="*/ 28 w 47"/>
                    <a:gd name="GluePoint17Y" fmla="*/ 60 h 88"/>
                    <a:gd name="GluePoint18X" fmla="*/ 22 w 47"/>
                    <a:gd name="GluePoint18Y" fmla="*/ 59 h 88"/>
                    <a:gd name="GluePoint19X" fmla="*/ 9 w 47"/>
                    <a:gd name="GluePoint19Y" fmla="*/ 73 h 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</a:cxnLst>
                  <a:rect l="textAreaLeft" t="textAreaTop" r="textAreaRight" b="textAreaBottom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solidFill>
                  <a:schemeClr val="lt1">
                    <a:alpha val="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83160" rIns="8316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59" name="Freeform 17"/>
                <p:cNvSpPr/>
                <p:nvPr/>
              </p:nvSpPr>
              <p:spPr>
                <a:xfrm>
                  <a:off x="10052280" y="3124800"/>
                  <a:ext cx="117720" cy="68400"/>
                </a:xfrm>
                <a:custGeom>
                  <a:avLst/>
                  <a:gdLst>
                    <a:gd name="textAreaLeft" fmla="*/ 0 w 117720"/>
                    <a:gd name="textAreaRight" fmla="*/ 118080 w 117720"/>
                    <a:gd name="textAreaTop" fmla="*/ 0 h 68400"/>
                    <a:gd name="textAreaBottom" fmla="*/ 68760 h 68400"/>
                    <a:gd name="GluePoint1X" fmla="*/ 0 w 26"/>
                    <a:gd name="GluePoint1Y" fmla="*/ 0 h 19"/>
                    <a:gd name="GluePoint2X" fmla="*/ 20 w 26"/>
                    <a:gd name="GluePoint2Y" fmla="*/ 1 h 19"/>
                    <a:gd name="GluePoint3X" fmla="*/ 23 w 26"/>
                    <a:gd name="GluePoint3Y" fmla="*/ 12 h 19"/>
                    <a:gd name="GluePoint4X" fmla="*/ 12 w 26"/>
                    <a:gd name="GluePoint4Y" fmla="*/ 18 h 19"/>
                    <a:gd name="GluePoint5X" fmla="*/ 3 w 26"/>
                    <a:gd name="GluePoint5Y" fmla="*/ 11 h 19"/>
                    <a:gd name="GluePoint6X" fmla="*/ 0 w 26"/>
                    <a:gd name="GluePoint6Y" fmla="*/ 0 h 1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solidFill>
                  <a:schemeClr val="lt1">
                    <a:alpha val="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4720" tIns="34200" rIns="54720" bIns="3420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  <p:grpSp>
          <p:nvGrpSpPr>
            <p:cNvPr id="60" name="组合 46"/>
            <p:cNvGrpSpPr/>
            <p:nvPr/>
          </p:nvGrpSpPr>
          <p:grpSpPr>
            <a:xfrm>
              <a:off x="11021040" y="2044800"/>
              <a:ext cx="591120" cy="3249360"/>
              <a:chOff x="11021040" y="2044800"/>
              <a:chExt cx="591120" cy="3249360"/>
            </a:xfrm>
          </p:grpSpPr>
          <p:grpSp>
            <p:nvGrpSpPr>
              <p:cNvPr id="61" name="组合 47"/>
              <p:cNvGrpSpPr/>
              <p:nvPr/>
            </p:nvGrpSpPr>
            <p:grpSpPr>
              <a:xfrm>
                <a:off x="11037960" y="3859920"/>
                <a:ext cx="521280" cy="548280"/>
                <a:chOff x="11037960" y="3859920"/>
                <a:chExt cx="521280" cy="548280"/>
              </a:xfrm>
            </p:grpSpPr>
            <p:sp>
              <p:nvSpPr>
                <p:cNvPr id="62" name="Freeform 9"/>
                <p:cNvSpPr/>
                <p:nvPr/>
              </p:nvSpPr>
              <p:spPr>
                <a:xfrm>
                  <a:off x="11037960" y="3900960"/>
                  <a:ext cx="271440" cy="461160"/>
                </a:xfrm>
                <a:custGeom>
                  <a:avLst/>
                  <a:gdLst>
                    <a:gd name="textAreaLeft" fmla="*/ 0 w 271440"/>
                    <a:gd name="textAreaRight" fmla="*/ 271800 w 271440"/>
                    <a:gd name="textAreaTop" fmla="*/ 0 h 461160"/>
                    <a:gd name="textAreaBottom" fmla="*/ 461520 h 461160"/>
                    <a:gd name="GluePoint1X" fmla="*/ 39 w 59"/>
                    <a:gd name="GluePoint1Y" fmla="*/ 78 h 101"/>
                    <a:gd name="GluePoint2X" fmla="*/ 17 w 59"/>
                    <a:gd name="GluePoint2Y" fmla="*/ 94 h 101"/>
                    <a:gd name="GluePoint3X" fmla="*/ 8 w 59"/>
                    <a:gd name="GluePoint3Y" fmla="*/ 94 h 101"/>
                    <a:gd name="GluePoint4X" fmla="*/ 0 w 59"/>
                    <a:gd name="GluePoint4Y" fmla="*/ 79 h 101"/>
                    <a:gd name="GluePoint5X" fmla="*/ 17 w 59"/>
                    <a:gd name="GluePoint5Y" fmla="*/ 73 h 101"/>
                    <a:gd name="GluePoint6X" fmla="*/ 10 w 59"/>
                    <a:gd name="GluePoint6Y" fmla="*/ 68 h 101"/>
                    <a:gd name="GluePoint7X" fmla="*/ 8 w 59"/>
                    <a:gd name="GluePoint7Y" fmla="*/ 60 h 101"/>
                    <a:gd name="GluePoint8X" fmla="*/ 18 w 59"/>
                    <a:gd name="GluePoint8Y" fmla="*/ 23 h 101"/>
                    <a:gd name="GluePoint9X" fmla="*/ 26 w 59"/>
                    <a:gd name="GluePoint9Y" fmla="*/ 17 h 101"/>
                    <a:gd name="GluePoint10X" fmla="*/ 36 w 59"/>
                    <a:gd name="GluePoint10Y" fmla="*/ 26 h 101"/>
                    <a:gd name="GluePoint11X" fmla="*/ 36 w 59"/>
                    <a:gd name="GluePoint11Y" fmla="*/ 27 h 101"/>
                    <a:gd name="GluePoint12X" fmla="*/ 43 w 59"/>
                    <a:gd name="GluePoint12Y" fmla="*/ 40 h 101"/>
                    <a:gd name="GluePoint13X" fmla="*/ 42 w 59"/>
                    <a:gd name="GluePoint13Y" fmla="*/ 12 h 101"/>
                    <a:gd name="GluePoint14X" fmla="*/ 21 w 59"/>
                    <a:gd name="GluePoint14Y" fmla="*/ 5 h 101"/>
                    <a:gd name="GluePoint15X" fmla="*/ 44 w 59"/>
                    <a:gd name="GluePoint15Y" fmla="*/ 1 h 101"/>
                    <a:gd name="GluePoint16X" fmla="*/ 57 w 59"/>
                    <a:gd name="GluePoint16Y" fmla="*/ 17 h 101"/>
                    <a:gd name="GluePoint17X" fmla="*/ 56 w 59"/>
                    <a:gd name="GluePoint17Y" fmla="*/ 48 h 101"/>
                    <a:gd name="GluePoint18X" fmla="*/ 57 w 59"/>
                    <a:gd name="GluePoint18Y" fmla="*/ 55 h 101"/>
                    <a:gd name="GluePoint19X" fmla="*/ 55 w 59"/>
                    <a:gd name="GluePoint19Y" fmla="*/ 64 h 101"/>
                    <a:gd name="GluePoint20X" fmla="*/ 54 w 59"/>
                    <a:gd name="GluePoint20Y" fmla="*/ 71 h 101"/>
                    <a:gd name="GluePoint21X" fmla="*/ 52 w 59"/>
                    <a:gd name="GluePoint21Y" fmla="*/ 95 h 101"/>
                    <a:gd name="GluePoint22X" fmla="*/ 49 w 59"/>
                    <a:gd name="GluePoint22Y" fmla="*/ 101 h 101"/>
                    <a:gd name="GluePoint23X" fmla="*/ 43 w 59"/>
                    <a:gd name="GluePoint23Y" fmla="*/ 98 h 101"/>
                    <a:gd name="GluePoint24X" fmla="*/ 38 w 59"/>
                    <a:gd name="GluePoint24Y" fmla="*/ 86 h 101"/>
                    <a:gd name="GluePoint25X" fmla="*/ 39 w 59"/>
                    <a:gd name="GluePoint25Y" fmla="*/ 78 h 101"/>
                    <a:gd name="GluePoint26X" fmla="*/ 42 w 59"/>
                    <a:gd name="GluePoint26Y" fmla="*/ 47 h 101"/>
                    <a:gd name="GluePoint27X" fmla="*/ 32 w 59"/>
                    <a:gd name="GluePoint27Y" fmla="*/ 44 h 101"/>
                    <a:gd name="GluePoint28X" fmla="*/ 29 w 59"/>
                    <a:gd name="GluePoint28Y" fmla="*/ 64 h 101"/>
                    <a:gd name="GluePoint29X" fmla="*/ 42 w 59"/>
                    <a:gd name="GluePoint29Y" fmla="*/ 47 h 10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</a:cxnLst>
                  <a:rect l="textAreaLeft" t="textAreaTop" r="textAreaRight" b="textAreaBottom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solidFill>
                  <a:schemeClr val="lt1">
                    <a:alpha val="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63" name="Freeform 10"/>
                <p:cNvSpPr/>
                <p:nvPr/>
              </p:nvSpPr>
              <p:spPr>
                <a:xfrm>
                  <a:off x="11304720" y="3859920"/>
                  <a:ext cx="254520" cy="548280"/>
                </a:xfrm>
                <a:custGeom>
                  <a:avLst/>
                  <a:gdLst>
                    <a:gd name="textAreaLeft" fmla="*/ 0 w 254520"/>
                    <a:gd name="textAreaRight" fmla="*/ 254880 w 254520"/>
                    <a:gd name="textAreaTop" fmla="*/ 0 h 548280"/>
                    <a:gd name="textAreaBottom" fmla="*/ 548640 h 548280"/>
                    <a:gd name="GluePoint1X" fmla="*/ 11 w 55"/>
                    <a:gd name="GluePoint1Y" fmla="*/ 89 h 120"/>
                    <a:gd name="GluePoint2X" fmla="*/ 10 w 55"/>
                    <a:gd name="GluePoint2Y" fmla="*/ 100 h 120"/>
                    <a:gd name="GluePoint3X" fmla="*/ 6 w 55"/>
                    <a:gd name="GluePoint3Y" fmla="*/ 104 h 120"/>
                    <a:gd name="GluePoint4X" fmla="*/ 1 w 55"/>
                    <a:gd name="GluePoint4Y" fmla="*/ 99 h 120"/>
                    <a:gd name="GluePoint5X" fmla="*/ 3 w 55"/>
                    <a:gd name="GluePoint5Y" fmla="*/ 84 h 120"/>
                    <a:gd name="GluePoint6X" fmla="*/ 14 w 55"/>
                    <a:gd name="GluePoint6Y" fmla="*/ 37 h 120"/>
                    <a:gd name="GluePoint7X" fmla="*/ 22 w 55"/>
                    <a:gd name="GluePoint7Y" fmla="*/ 11 h 120"/>
                    <a:gd name="GluePoint8X" fmla="*/ 26 w 55"/>
                    <a:gd name="GluePoint8Y" fmla="*/ 19 h 120"/>
                    <a:gd name="GluePoint9X" fmla="*/ 20 w 55"/>
                    <a:gd name="GluePoint9Y" fmla="*/ 40 h 120"/>
                    <a:gd name="GluePoint10X" fmla="*/ 27 w 55"/>
                    <a:gd name="GluePoint10Y" fmla="*/ 35 h 120"/>
                    <a:gd name="GluePoint11X" fmla="*/ 35 w 55"/>
                    <a:gd name="GluePoint11Y" fmla="*/ 30 h 120"/>
                    <a:gd name="GluePoint12X" fmla="*/ 33 w 55"/>
                    <a:gd name="GluePoint12Y" fmla="*/ 9 h 120"/>
                    <a:gd name="GluePoint13X" fmla="*/ 28 w 55"/>
                    <a:gd name="GluePoint13Y" fmla="*/ 8 h 120"/>
                    <a:gd name="GluePoint14X" fmla="*/ 19 w 55"/>
                    <a:gd name="GluePoint14Y" fmla="*/ 12 h 120"/>
                    <a:gd name="GluePoint15X" fmla="*/ 12 w 55"/>
                    <a:gd name="GluePoint15Y" fmla="*/ 15 h 120"/>
                    <a:gd name="GluePoint16X" fmla="*/ 9 w 55"/>
                    <a:gd name="GluePoint16Y" fmla="*/ 11 h 120"/>
                    <a:gd name="GluePoint17X" fmla="*/ 11 w 55"/>
                    <a:gd name="GluePoint17Y" fmla="*/ 8 h 120"/>
                    <a:gd name="GluePoint18X" fmla="*/ 31 w 55"/>
                    <a:gd name="GluePoint18Y" fmla="*/ 0 h 120"/>
                    <a:gd name="GluePoint19X" fmla="*/ 45 w 55"/>
                    <a:gd name="GluePoint19Y" fmla="*/ 15 h 120"/>
                    <a:gd name="GluePoint20X" fmla="*/ 44 w 55"/>
                    <a:gd name="GluePoint20Y" fmla="*/ 46 h 120"/>
                    <a:gd name="GluePoint21X" fmla="*/ 48 w 55"/>
                    <a:gd name="GluePoint21Y" fmla="*/ 54 h 120"/>
                    <a:gd name="GluePoint22X" fmla="*/ 48 w 55"/>
                    <a:gd name="GluePoint22Y" fmla="*/ 71 h 120"/>
                    <a:gd name="GluePoint23X" fmla="*/ 44 w 55"/>
                    <a:gd name="GluePoint23Y" fmla="*/ 77 h 120"/>
                    <a:gd name="GluePoint24X" fmla="*/ 44 w 55"/>
                    <a:gd name="GluePoint24Y" fmla="*/ 110 h 120"/>
                    <a:gd name="GluePoint25X" fmla="*/ 44 w 55"/>
                    <a:gd name="GluePoint25Y" fmla="*/ 114 h 120"/>
                    <a:gd name="GluePoint26X" fmla="*/ 41 w 55"/>
                    <a:gd name="GluePoint26Y" fmla="*/ 120 h 120"/>
                    <a:gd name="GluePoint27X" fmla="*/ 32 w 55"/>
                    <a:gd name="GluePoint27Y" fmla="*/ 118 h 120"/>
                    <a:gd name="GluePoint28X" fmla="*/ 13 w 55"/>
                    <a:gd name="GluePoint28Y" fmla="*/ 91 h 120"/>
                    <a:gd name="GluePoint29X" fmla="*/ 12 w 55"/>
                    <a:gd name="GluePoint29Y" fmla="*/ 89 h 120"/>
                    <a:gd name="GluePoint30X" fmla="*/ 11 w 55"/>
                    <a:gd name="GluePoint30Y" fmla="*/ 89 h 120"/>
                    <a:gd name="GluePoint31X" fmla="*/ 24 w 55"/>
                    <a:gd name="GluePoint31Y" fmla="*/ 76 h 120"/>
                    <a:gd name="GluePoint32X" fmla="*/ 23 w 55"/>
                    <a:gd name="GluePoint32Y" fmla="*/ 74 h 120"/>
                    <a:gd name="GluePoint33X" fmla="*/ 27 w 55"/>
                    <a:gd name="GluePoint33Y" fmla="*/ 71 h 120"/>
                    <a:gd name="GluePoint34X" fmla="*/ 33 w 55"/>
                    <a:gd name="GluePoint34Y" fmla="*/ 67 h 120"/>
                    <a:gd name="GluePoint35X" fmla="*/ 32 w 55"/>
                    <a:gd name="GluePoint35Y" fmla="*/ 63 h 120"/>
                    <a:gd name="GluePoint36X" fmla="*/ 22 w 55"/>
                    <a:gd name="GluePoint36Y" fmla="*/ 52 h 120"/>
                    <a:gd name="GluePoint37X" fmla="*/ 18 w 55"/>
                    <a:gd name="GluePoint37Y" fmla="*/ 89 h 120"/>
                    <a:gd name="GluePoint38X" fmla="*/ 33 w 55"/>
                    <a:gd name="GluePoint38Y" fmla="*/ 107 h 120"/>
                    <a:gd name="GluePoint39X" fmla="*/ 35 w 55"/>
                    <a:gd name="GluePoint39Y" fmla="*/ 77 h 120"/>
                    <a:gd name="GluePoint40X" fmla="*/ 31 w 55"/>
                    <a:gd name="GluePoint40Y" fmla="*/ 75 h 120"/>
                    <a:gd name="GluePoint41X" fmla="*/ 24 w 55"/>
                    <a:gd name="GluePoint41Y" fmla="*/ 76 h 12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</a:cxnLst>
                  <a:rect l="textAreaLeft" t="textAreaTop" r="textAreaRight" b="textAreaBottom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solidFill>
                  <a:schemeClr val="lt1">
                    <a:alpha val="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64" name="组合 48"/>
              <p:cNvGrpSpPr/>
              <p:nvPr/>
            </p:nvGrpSpPr>
            <p:grpSpPr>
              <a:xfrm>
                <a:off x="11021040" y="2044800"/>
                <a:ext cx="591120" cy="747000"/>
                <a:chOff x="11021040" y="2044800"/>
                <a:chExt cx="591120" cy="747000"/>
              </a:xfrm>
            </p:grpSpPr>
            <p:sp>
              <p:nvSpPr>
                <p:cNvPr id="65" name="Freeform 13"/>
                <p:cNvSpPr/>
                <p:nvPr/>
              </p:nvSpPr>
              <p:spPr>
                <a:xfrm>
                  <a:off x="11021040" y="2044800"/>
                  <a:ext cx="591120" cy="705600"/>
                </a:xfrm>
                <a:custGeom>
                  <a:avLst/>
                  <a:gdLst>
                    <a:gd name="textAreaLeft" fmla="*/ 0 w 591120"/>
                    <a:gd name="textAreaRight" fmla="*/ 591480 w 591120"/>
                    <a:gd name="textAreaTop" fmla="*/ 0 h 705600"/>
                    <a:gd name="textAreaBottom" fmla="*/ 705960 h 705600"/>
                    <a:gd name="GluePoint1X" fmla="*/ 54 w 128"/>
                    <a:gd name="GluePoint1Y" fmla="*/ 76 h 154"/>
                    <a:gd name="GluePoint2X" fmla="*/ 66 w 128"/>
                    <a:gd name="GluePoint2Y" fmla="*/ 53 h 154"/>
                    <a:gd name="GluePoint3X" fmla="*/ 49 w 128"/>
                    <a:gd name="GluePoint3Y" fmla="*/ 47 h 154"/>
                    <a:gd name="GluePoint4X" fmla="*/ 64 w 128"/>
                    <a:gd name="GluePoint4Y" fmla="*/ 44 h 154"/>
                    <a:gd name="GluePoint5X" fmla="*/ 83 w 128"/>
                    <a:gd name="GluePoint5Y" fmla="*/ 6 h 154"/>
                    <a:gd name="GluePoint6X" fmla="*/ 91 w 128"/>
                    <a:gd name="GluePoint6Y" fmla="*/ 11 h 154"/>
                    <a:gd name="GluePoint7X" fmla="*/ 96 w 128"/>
                    <a:gd name="GluePoint7Y" fmla="*/ 36 h 154"/>
                    <a:gd name="GluePoint8X" fmla="*/ 106 w 128"/>
                    <a:gd name="GluePoint8Y" fmla="*/ 41 h 154"/>
                    <a:gd name="GluePoint9X" fmla="*/ 82 w 128"/>
                    <a:gd name="GluePoint9Y" fmla="*/ 50 h 154"/>
                    <a:gd name="GluePoint10X" fmla="*/ 71 w 128"/>
                    <a:gd name="GluePoint10Y" fmla="*/ 65 h 154"/>
                    <a:gd name="GluePoint11X" fmla="*/ 110 w 128"/>
                    <a:gd name="GluePoint11Y" fmla="*/ 74 h 154"/>
                    <a:gd name="GluePoint12X" fmla="*/ 101 w 128"/>
                    <a:gd name="GluePoint12Y" fmla="*/ 87 h 154"/>
                    <a:gd name="GluePoint13X" fmla="*/ 111 w 128"/>
                    <a:gd name="GluePoint13Y" fmla="*/ 98 h 154"/>
                    <a:gd name="GluePoint14X" fmla="*/ 92 w 128"/>
                    <a:gd name="GluePoint14Y" fmla="*/ 104 h 154"/>
                    <a:gd name="GluePoint15X" fmla="*/ 86 w 128"/>
                    <a:gd name="GluePoint15Y" fmla="*/ 116 h 154"/>
                    <a:gd name="GluePoint16X" fmla="*/ 124 w 128"/>
                    <a:gd name="GluePoint16Y" fmla="*/ 112 h 154"/>
                    <a:gd name="GluePoint17X" fmla="*/ 120 w 128"/>
                    <a:gd name="GluePoint17Y" fmla="*/ 122 h 154"/>
                    <a:gd name="GluePoint18X" fmla="*/ 111 w 128"/>
                    <a:gd name="GluePoint18Y" fmla="*/ 144 h 154"/>
                    <a:gd name="GluePoint19X" fmla="*/ 105 w 128"/>
                    <a:gd name="GluePoint19Y" fmla="*/ 153 h 154"/>
                    <a:gd name="GluePoint20X" fmla="*/ 55 w 128"/>
                    <a:gd name="GluePoint20Y" fmla="*/ 129 h 154"/>
                    <a:gd name="GluePoint21X" fmla="*/ 53 w 128"/>
                    <a:gd name="GluePoint21Y" fmla="*/ 121 h 154"/>
                    <a:gd name="GluePoint22X" fmla="*/ 61 w 128"/>
                    <a:gd name="GluePoint22Y" fmla="*/ 125 h 154"/>
                    <a:gd name="GluePoint23X" fmla="*/ 94 w 128"/>
                    <a:gd name="GluePoint23Y" fmla="*/ 140 h 154"/>
                    <a:gd name="GluePoint24X" fmla="*/ 85 w 128"/>
                    <a:gd name="GluePoint24Y" fmla="*/ 127 h 154"/>
                    <a:gd name="GluePoint25X" fmla="*/ 71 w 128"/>
                    <a:gd name="GluePoint25Y" fmla="*/ 108 h 154"/>
                    <a:gd name="GluePoint26X" fmla="*/ 52 w 128"/>
                    <a:gd name="GluePoint26Y" fmla="*/ 113 h 154"/>
                    <a:gd name="GluePoint27X" fmla="*/ 38 w 128"/>
                    <a:gd name="GluePoint27Y" fmla="*/ 97 h 154"/>
                    <a:gd name="GluePoint28X" fmla="*/ 51 w 128"/>
                    <a:gd name="GluePoint28Y" fmla="*/ 97 h 154"/>
                    <a:gd name="GluePoint29X" fmla="*/ 34 w 128"/>
                    <a:gd name="GluePoint29Y" fmla="*/ 93 h 154"/>
                    <a:gd name="GluePoint30X" fmla="*/ 35 w 128"/>
                    <a:gd name="GluePoint30Y" fmla="*/ 105 h 154"/>
                    <a:gd name="GluePoint31X" fmla="*/ 26 w 128"/>
                    <a:gd name="GluePoint31Y" fmla="*/ 154 h 154"/>
                    <a:gd name="GluePoint32X" fmla="*/ 20 w 128"/>
                    <a:gd name="GluePoint32Y" fmla="*/ 118 h 154"/>
                    <a:gd name="GluePoint33X" fmla="*/ 0 w 128"/>
                    <a:gd name="GluePoint33Y" fmla="*/ 103 h 154"/>
                    <a:gd name="GluePoint34X" fmla="*/ 19 w 128"/>
                    <a:gd name="GluePoint34Y" fmla="*/ 72 h 154"/>
                    <a:gd name="GluePoint35X" fmla="*/ 25 w 128"/>
                    <a:gd name="GluePoint35Y" fmla="*/ 51 h 154"/>
                    <a:gd name="GluePoint36X" fmla="*/ 39 w 128"/>
                    <a:gd name="GluePoint36Y" fmla="*/ 14 h 154"/>
                    <a:gd name="GluePoint37X" fmla="*/ 51 w 128"/>
                    <a:gd name="GluePoint37Y" fmla="*/ 24 h 154"/>
                    <a:gd name="GluePoint38X" fmla="*/ 39 w 128"/>
                    <a:gd name="GluePoint38Y" fmla="*/ 44 h 154"/>
                    <a:gd name="GluePoint39X" fmla="*/ 48 w 128"/>
                    <a:gd name="GluePoint39Y" fmla="*/ 73 h 154"/>
                    <a:gd name="GluePoint40X" fmla="*/ 81 w 128"/>
                    <a:gd name="GluePoint40Y" fmla="*/ 90 h 154"/>
                    <a:gd name="GluePoint41X" fmla="*/ 92 w 128"/>
                    <a:gd name="GluePoint41Y" fmla="*/ 71 h 154"/>
                    <a:gd name="GluePoint42X" fmla="*/ 81 w 128"/>
                    <a:gd name="GluePoint42Y" fmla="*/ 80 h 154"/>
                    <a:gd name="GluePoint43X" fmla="*/ 76 w 128"/>
                    <a:gd name="GluePoint43Y" fmla="*/ 73 h 154"/>
                    <a:gd name="GluePoint44X" fmla="*/ 67 w 128"/>
                    <a:gd name="GluePoint44Y" fmla="*/ 79 h 154"/>
                    <a:gd name="GluePoint45X" fmla="*/ 76 w 128"/>
                    <a:gd name="GluePoint45Y" fmla="*/ 73 h 154"/>
                    <a:gd name="GluePoint46X" fmla="*/ 56 w 128"/>
                    <a:gd name="GluePoint46Y" fmla="*/ 88 h 154"/>
                    <a:gd name="GluePoint47X" fmla="*/ 63 w 128"/>
                    <a:gd name="GluePoint47Y" fmla="*/ 81 h 154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</a:cxnLst>
                  <a:rect l="textAreaLeft" t="textAreaTop" r="textAreaRight" b="textAreaBottom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solidFill>
                  <a:schemeClr val="lt1">
                    <a:alpha val="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66" name="Freeform 14"/>
                <p:cNvSpPr/>
                <p:nvPr/>
              </p:nvSpPr>
              <p:spPr>
                <a:xfrm>
                  <a:off x="11183400" y="2595600"/>
                  <a:ext cx="73080" cy="196200"/>
                </a:xfrm>
                <a:custGeom>
                  <a:avLst/>
                  <a:gdLst>
                    <a:gd name="textAreaLeft" fmla="*/ 0 w 73080"/>
                    <a:gd name="textAreaRight" fmla="*/ 73440 w 73080"/>
                    <a:gd name="textAreaTop" fmla="*/ 0 h 196200"/>
                    <a:gd name="textAreaBottom" fmla="*/ 196560 h 196200"/>
                    <a:gd name="GluePoint1X" fmla="*/ 9 w 16"/>
                    <a:gd name="GluePoint1Y" fmla="*/ 0 h 43"/>
                    <a:gd name="GluePoint2X" fmla="*/ 15 w 16"/>
                    <a:gd name="GluePoint2Y" fmla="*/ 11 h 43"/>
                    <a:gd name="GluePoint3X" fmla="*/ 9 w 16"/>
                    <a:gd name="GluePoint3Y" fmla="*/ 43 h 43"/>
                    <a:gd name="GluePoint4X" fmla="*/ 2 w 16"/>
                    <a:gd name="GluePoint4Y" fmla="*/ 39 h 43"/>
                    <a:gd name="GluePoint5X" fmla="*/ 0 w 16"/>
                    <a:gd name="GluePoint5Y" fmla="*/ 35 h 43"/>
                    <a:gd name="GluePoint6X" fmla="*/ 9 w 16"/>
                    <a:gd name="GluePoint6Y" fmla="*/ 0 h 4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solidFill>
                  <a:schemeClr val="lt1">
                    <a:alpha val="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34200" rIns="3420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67" name="组合 49"/>
              <p:cNvGrpSpPr/>
              <p:nvPr/>
            </p:nvGrpSpPr>
            <p:grpSpPr>
              <a:xfrm>
                <a:off x="11127960" y="3130560"/>
                <a:ext cx="396000" cy="341640"/>
                <a:chOff x="11127960" y="3130560"/>
                <a:chExt cx="396000" cy="341640"/>
              </a:xfrm>
            </p:grpSpPr>
            <p:sp>
              <p:nvSpPr>
                <p:cNvPr id="68" name="Freeform 18"/>
                <p:cNvSpPr/>
                <p:nvPr/>
              </p:nvSpPr>
              <p:spPr>
                <a:xfrm>
                  <a:off x="11261160" y="3130560"/>
                  <a:ext cx="262800" cy="341640"/>
                </a:xfrm>
                <a:custGeom>
                  <a:avLst/>
                  <a:gdLst>
                    <a:gd name="textAreaLeft" fmla="*/ 0 w 262800"/>
                    <a:gd name="textAreaRight" fmla="*/ 263160 w 262800"/>
                    <a:gd name="textAreaTop" fmla="*/ 0 h 341640"/>
                    <a:gd name="textAreaBottom" fmla="*/ 342000 h 341640"/>
                    <a:gd name="GluePoint1X" fmla="*/ 49 w 57"/>
                    <a:gd name="GluePoint1Y" fmla="*/ 74 h 75"/>
                    <a:gd name="GluePoint2X" fmla="*/ 40 w 57"/>
                    <a:gd name="GluePoint2Y" fmla="*/ 67 h 75"/>
                    <a:gd name="GluePoint3X" fmla="*/ 33 w 57"/>
                    <a:gd name="GluePoint3Y" fmla="*/ 48 h 75"/>
                    <a:gd name="GluePoint4X" fmla="*/ 27 w 57"/>
                    <a:gd name="GluePoint4Y" fmla="*/ 46 h 75"/>
                    <a:gd name="GluePoint5X" fmla="*/ 11 w 57"/>
                    <a:gd name="GluePoint5Y" fmla="*/ 60 h 75"/>
                    <a:gd name="GluePoint6X" fmla="*/ 5 w 57"/>
                    <a:gd name="GluePoint6Y" fmla="*/ 60 h 75"/>
                    <a:gd name="GluePoint7X" fmla="*/ 6 w 57"/>
                    <a:gd name="GluePoint7Y" fmla="*/ 46 h 75"/>
                    <a:gd name="GluePoint8X" fmla="*/ 27 w 57"/>
                    <a:gd name="GluePoint8Y" fmla="*/ 26 h 75"/>
                    <a:gd name="GluePoint9X" fmla="*/ 40 w 57"/>
                    <a:gd name="GluePoint9Y" fmla="*/ 10 h 75"/>
                    <a:gd name="GluePoint10X" fmla="*/ 41 w 57"/>
                    <a:gd name="GluePoint10Y" fmla="*/ 6 h 75"/>
                    <a:gd name="GluePoint11X" fmla="*/ 45 w 57"/>
                    <a:gd name="GluePoint11Y" fmla="*/ 0 h 75"/>
                    <a:gd name="GluePoint12X" fmla="*/ 53 w 57"/>
                    <a:gd name="GluePoint12Y" fmla="*/ 3 h 75"/>
                    <a:gd name="GluePoint13X" fmla="*/ 53 w 57"/>
                    <a:gd name="GluePoint13Y" fmla="*/ 20 h 75"/>
                    <a:gd name="GluePoint14X" fmla="*/ 37 w 57"/>
                    <a:gd name="GluePoint14Y" fmla="*/ 38 h 75"/>
                    <a:gd name="GluePoint15X" fmla="*/ 49 w 57"/>
                    <a:gd name="GluePoint15Y" fmla="*/ 74 h 7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solidFill>
                  <a:schemeClr val="lt1">
                    <a:alpha val="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69" name="Freeform 19"/>
                <p:cNvSpPr/>
                <p:nvPr/>
              </p:nvSpPr>
              <p:spPr>
                <a:xfrm>
                  <a:off x="11127960" y="3215880"/>
                  <a:ext cx="132840" cy="252720"/>
                </a:xfrm>
                <a:custGeom>
                  <a:avLst/>
                  <a:gdLst>
                    <a:gd name="textAreaLeft" fmla="*/ 0 w 132840"/>
                    <a:gd name="textAreaRight" fmla="*/ 133200 w 132840"/>
                    <a:gd name="textAreaTop" fmla="*/ 0 h 252720"/>
                    <a:gd name="textAreaBottom" fmla="*/ 253080 h 252720"/>
                    <a:gd name="GluePoint1X" fmla="*/ 12 w 29"/>
                    <a:gd name="GluePoint1Y" fmla="*/ 30 h 55"/>
                    <a:gd name="GluePoint2X" fmla="*/ 20 w 29"/>
                    <a:gd name="GluePoint2Y" fmla="*/ 7 h 55"/>
                    <a:gd name="GluePoint3X" fmla="*/ 25 w 29"/>
                    <a:gd name="GluePoint3Y" fmla="*/ 1 h 55"/>
                    <a:gd name="GluePoint4X" fmla="*/ 26 w 29"/>
                    <a:gd name="GluePoint4Y" fmla="*/ 9 h 55"/>
                    <a:gd name="GluePoint5X" fmla="*/ 16 w 29"/>
                    <a:gd name="GluePoint5Y" fmla="*/ 39 h 55"/>
                    <a:gd name="GluePoint6X" fmla="*/ 13 w 29"/>
                    <a:gd name="GluePoint6Y" fmla="*/ 52 h 55"/>
                    <a:gd name="GluePoint7X" fmla="*/ 7 w 29"/>
                    <a:gd name="GluePoint7Y" fmla="*/ 54 h 55"/>
                    <a:gd name="GluePoint8X" fmla="*/ 2 w 29"/>
                    <a:gd name="GluePoint8Y" fmla="*/ 41 h 55"/>
                    <a:gd name="GluePoint9X" fmla="*/ 3 w 29"/>
                    <a:gd name="GluePoint9Y" fmla="*/ 32 h 55"/>
                    <a:gd name="GluePoint10X" fmla="*/ 2 w 29"/>
                    <a:gd name="GluePoint10Y" fmla="*/ 6 h 55"/>
                    <a:gd name="GluePoint11X" fmla="*/ 6 w 29"/>
                    <a:gd name="GluePoint11Y" fmla="*/ 5 h 55"/>
                    <a:gd name="GluePoint12X" fmla="*/ 10 w 29"/>
                    <a:gd name="GluePoint12Y" fmla="*/ 14 h 55"/>
                    <a:gd name="GluePoint13X" fmla="*/ 11 w 29"/>
                    <a:gd name="GluePoint13Y" fmla="*/ 30 h 55"/>
                    <a:gd name="GluePoint14X" fmla="*/ 12 w 29"/>
                    <a:gd name="GluePoint14Y" fmla="*/ 30 h 5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solidFill>
                  <a:schemeClr val="lt1">
                    <a:alpha val="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61920" rIns="619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70" name="Freeform 20"/>
                <p:cNvSpPr/>
                <p:nvPr/>
              </p:nvSpPr>
              <p:spPr>
                <a:xfrm>
                  <a:off x="11206440" y="3133800"/>
                  <a:ext cx="122760" cy="78120"/>
                </a:xfrm>
                <a:custGeom>
                  <a:avLst/>
                  <a:gdLst>
                    <a:gd name="textAreaLeft" fmla="*/ 0 w 122760"/>
                    <a:gd name="textAreaRight" fmla="*/ 123120 w 122760"/>
                    <a:gd name="textAreaTop" fmla="*/ 0 h 78120"/>
                    <a:gd name="textAreaBottom" fmla="*/ 78480 h 78120"/>
                    <a:gd name="GluePoint1X" fmla="*/ 27 w 27"/>
                    <a:gd name="GluePoint1Y" fmla="*/ 1 h 17"/>
                    <a:gd name="GluePoint2X" fmla="*/ 16 w 27"/>
                    <a:gd name="GluePoint2Y" fmla="*/ 14 h 17"/>
                    <a:gd name="GluePoint3X" fmla="*/ 5 w 27"/>
                    <a:gd name="GluePoint3Y" fmla="*/ 13 h 17"/>
                    <a:gd name="GluePoint4X" fmla="*/ 0 w 27"/>
                    <a:gd name="GluePoint4Y" fmla="*/ 4 h 17"/>
                    <a:gd name="GluePoint5X" fmla="*/ 9 w 27"/>
                    <a:gd name="GluePoint5Y" fmla="*/ 2 h 17"/>
                    <a:gd name="GluePoint6X" fmla="*/ 27 w 27"/>
                    <a:gd name="GluePoint6Y" fmla="*/ 0 h 17"/>
                    <a:gd name="GluePoint7X" fmla="*/ 27 w 27"/>
                    <a:gd name="GluePoint7Y" fmla="*/ 1 h 1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</a:cxnLst>
                  <a:rect l="textAreaLeft" t="textAreaTop" r="textAreaRight" b="textAreaBottom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solidFill>
                  <a:schemeClr val="lt1">
                    <a:alpha val="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7240" tIns="39240" rIns="57240" bIns="3924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71" name="组合 50"/>
              <p:cNvGrpSpPr/>
              <p:nvPr/>
            </p:nvGrpSpPr>
            <p:grpSpPr>
              <a:xfrm>
                <a:off x="11074320" y="4800600"/>
                <a:ext cx="484920" cy="493560"/>
                <a:chOff x="11074320" y="4800600"/>
                <a:chExt cx="484920" cy="493560"/>
              </a:xfrm>
            </p:grpSpPr>
            <p:sp>
              <p:nvSpPr>
                <p:cNvPr id="72" name="Freeform 11"/>
                <p:cNvSpPr/>
                <p:nvPr/>
              </p:nvSpPr>
              <p:spPr>
                <a:xfrm>
                  <a:off x="11211120" y="4800600"/>
                  <a:ext cx="348120" cy="487440"/>
                </a:xfrm>
                <a:custGeom>
                  <a:avLst/>
                  <a:gdLst>
                    <a:gd name="textAreaLeft" fmla="*/ 0 w 348120"/>
                    <a:gd name="textAreaRight" fmla="*/ 348480 w 348120"/>
                    <a:gd name="textAreaTop" fmla="*/ 0 h 487440"/>
                    <a:gd name="textAreaBottom" fmla="*/ 487800 h 487440"/>
                    <a:gd name="GluePoint1X" fmla="*/ 29 w 72"/>
                    <a:gd name="GluePoint1Y" fmla="*/ 49 h 102"/>
                    <a:gd name="GluePoint2X" fmla="*/ 15 w 72"/>
                    <a:gd name="GluePoint2Y" fmla="*/ 43 h 102"/>
                    <a:gd name="GluePoint3X" fmla="*/ 10 w 72"/>
                    <a:gd name="GluePoint3Y" fmla="*/ 21 h 102"/>
                    <a:gd name="GluePoint4X" fmla="*/ 13 w 72"/>
                    <a:gd name="GluePoint4Y" fmla="*/ 15 h 102"/>
                    <a:gd name="GluePoint5X" fmla="*/ 19 w 72"/>
                    <a:gd name="GluePoint5Y" fmla="*/ 18 h 102"/>
                    <a:gd name="GluePoint6X" fmla="*/ 20 w 72"/>
                    <a:gd name="GluePoint6Y" fmla="*/ 26 h 102"/>
                    <a:gd name="GluePoint7X" fmla="*/ 35 w 72"/>
                    <a:gd name="GluePoint7Y" fmla="*/ 22 h 102"/>
                    <a:gd name="GluePoint8X" fmla="*/ 40 w 72"/>
                    <a:gd name="GluePoint8Y" fmla="*/ 16 h 102"/>
                    <a:gd name="GluePoint9X" fmla="*/ 43 w 72"/>
                    <a:gd name="GluePoint9Y" fmla="*/ 14 h 102"/>
                    <a:gd name="GluePoint10X" fmla="*/ 44 w 72"/>
                    <a:gd name="GluePoint10Y" fmla="*/ 19 h 102"/>
                    <a:gd name="GluePoint11X" fmla="*/ 43 w 72"/>
                    <a:gd name="GluePoint11Y" fmla="*/ 28 h 102"/>
                    <a:gd name="GluePoint12X" fmla="*/ 36 w 72"/>
                    <a:gd name="GluePoint12Y" fmla="*/ 40 h 102"/>
                    <a:gd name="GluePoint13X" fmla="*/ 37 w 72"/>
                    <a:gd name="GluePoint13Y" fmla="*/ 42 h 102"/>
                    <a:gd name="GluePoint14X" fmla="*/ 44 w 72"/>
                    <a:gd name="GluePoint14Y" fmla="*/ 38 h 102"/>
                    <a:gd name="GluePoint15X" fmla="*/ 56 w 72"/>
                    <a:gd name="GluePoint15Y" fmla="*/ 20 h 102"/>
                    <a:gd name="GluePoint16X" fmla="*/ 49 w 72"/>
                    <a:gd name="GluePoint16Y" fmla="*/ 9 h 102"/>
                    <a:gd name="GluePoint17X" fmla="*/ 28 w 72"/>
                    <a:gd name="GluePoint17Y" fmla="*/ 14 h 102"/>
                    <a:gd name="GluePoint18X" fmla="*/ 20 w 72"/>
                    <a:gd name="GluePoint18Y" fmla="*/ 13 h 102"/>
                    <a:gd name="GluePoint19X" fmla="*/ 22 w 72"/>
                    <a:gd name="GluePoint19Y" fmla="*/ 6 h 102"/>
                    <a:gd name="GluePoint20X" fmla="*/ 50 w 72"/>
                    <a:gd name="GluePoint20Y" fmla="*/ 1 h 102"/>
                    <a:gd name="GluePoint21X" fmla="*/ 68 w 72"/>
                    <a:gd name="GluePoint21Y" fmla="*/ 12 h 102"/>
                    <a:gd name="GluePoint22X" fmla="*/ 67 w 72"/>
                    <a:gd name="GluePoint22Y" fmla="*/ 24 h 102"/>
                    <a:gd name="GluePoint23X" fmla="*/ 49 w 72"/>
                    <a:gd name="GluePoint23Y" fmla="*/ 48 h 102"/>
                    <a:gd name="GluePoint24X" fmla="*/ 42 w 72"/>
                    <a:gd name="GluePoint24Y" fmla="*/ 49 h 102"/>
                    <a:gd name="GluePoint25X" fmla="*/ 37 w 72"/>
                    <a:gd name="GluePoint25Y" fmla="*/ 47 h 102"/>
                    <a:gd name="GluePoint26X" fmla="*/ 35 w 72"/>
                    <a:gd name="GluePoint26Y" fmla="*/ 52 h 102"/>
                    <a:gd name="GluePoint27X" fmla="*/ 41 w 72"/>
                    <a:gd name="GluePoint27Y" fmla="*/ 58 h 102"/>
                    <a:gd name="GluePoint28X" fmla="*/ 48 w 72"/>
                    <a:gd name="GluePoint28Y" fmla="*/ 57 h 102"/>
                    <a:gd name="GluePoint29X" fmla="*/ 53 w 72"/>
                    <a:gd name="GluePoint29Y" fmla="*/ 59 h 102"/>
                    <a:gd name="GluePoint30X" fmla="*/ 53 w 72"/>
                    <a:gd name="GluePoint30Y" fmla="*/ 66 h 102"/>
                    <a:gd name="GluePoint31X" fmla="*/ 48 w 72"/>
                    <a:gd name="GluePoint31Y" fmla="*/ 70 h 102"/>
                    <a:gd name="GluePoint32X" fmla="*/ 37 w 72"/>
                    <a:gd name="GluePoint32Y" fmla="*/ 81 h 102"/>
                    <a:gd name="GluePoint33X" fmla="*/ 45 w 72"/>
                    <a:gd name="GluePoint33Y" fmla="*/ 81 h 102"/>
                    <a:gd name="GluePoint34X" fmla="*/ 57 w 72"/>
                    <a:gd name="GluePoint34Y" fmla="*/ 89 h 102"/>
                    <a:gd name="GluePoint35X" fmla="*/ 51 w 72"/>
                    <a:gd name="GluePoint35Y" fmla="*/ 98 h 102"/>
                    <a:gd name="GluePoint36X" fmla="*/ 26 w 72"/>
                    <a:gd name="GluePoint36Y" fmla="*/ 101 h 102"/>
                    <a:gd name="GluePoint37X" fmla="*/ 17 w 72"/>
                    <a:gd name="GluePoint37Y" fmla="*/ 96 h 102"/>
                    <a:gd name="GluePoint38X" fmla="*/ 15 w 72"/>
                    <a:gd name="GluePoint38Y" fmla="*/ 94 h 102"/>
                    <a:gd name="GluePoint39X" fmla="*/ 19 w 72"/>
                    <a:gd name="GluePoint39Y" fmla="*/ 77 h 102"/>
                    <a:gd name="GluePoint40X" fmla="*/ 27 w 72"/>
                    <a:gd name="GluePoint40Y" fmla="*/ 70 h 102"/>
                    <a:gd name="GluePoint41X" fmla="*/ 27 w 72"/>
                    <a:gd name="GluePoint41Y" fmla="*/ 69 h 102"/>
                    <a:gd name="GluePoint42X" fmla="*/ 21 w 72"/>
                    <a:gd name="GluePoint42Y" fmla="*/ 71 h 102"/>
                    <a:gd name="GluePoint43X" fmla="*/ 9 w 72"/>
                    <a:gd name="GluePoint43Y" fmla="*/ 76 h 102"/>
                    <a:gd name="GluePoint44X" fmla="*/ 3 w 72"/>
                    <a:gd name="GluePoint44Y" fmla="*/ 75 h 102"/>
                    <a:gd name="GluePoint45X" fmla="*/ 4 w 72"/>
                    <a:gd name="GluePoint45Y" fmla="*/ 69 h 102"/>
                    <a:gd name="GluePoint46X" fmla="*/ 26 w 72"/>
                    <a:gd name="GluePoint46Y" fmla="*/ 60 h 102"/>
                    <a:gd name="GluePoint47X" fmla="*/ 28 w 72"/>
                    <a:gd name="GluePoint47Y" fmla="*/ 57 h 102"/>
                    <a:gd name="GluePoint48X" fmla="*/ 29 w 72"/>
                    <a:gd name="GluePoint48Y" fmla="*/ 49 h 102"/>
                    <a:gd name="GluePoint49X" fmla="*/ 34 w 72"/>
                    <a:gd name="GluePoint49Y" fmla="*/ 29 h 102"/>
                    <a:gd name="GluePoint50X" fmla="*/ 33 w 72"/>
                    <a:gd name="GluePoint50Y" fmla="*/ 28 h 102"/>
                    <a:gd name="GluePoint51X" fmla="*/ 26 w 72"/>
                    <a:gd name="GluePoint51Y" fmla="*/ 32 h 102"/>
                    <a:gd name="GluePoint52X" fmla="*/ 23 w 72"/>
                    <a:gd name="GluePoint52Y" fmla="*/ 36 h 102"/>
                    <a:gd name="GluePoint53X" fmla="*/ 26 w 72"/>
                    <a:gd name="GluePoint53Y" fmla="*/ 42 h 102"/>
                    <a:gd name="GluePoint54X" fmla="*/ 31 w 72"/>
                    <a:gd name="GluePoint54Y" fmla="*/ 40 h 102"/>
                    <a:gd name="GluePoint55X" fmla="*/ 34 w 72"/>
                    <a:gd name="GluePoint55Y" fmla="*/ 29 h 10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  <a:cxn ang="0">
                      <a:pos x="GluePoint50X" y="GluePoint50Y"/>
                    </a:cxn>
                    <a:cxn ang="0">
                      <a:pos x="GluePoint51X" y="GluePoint51Y"/>
                    </a:cxn>
                    <a:cxn ang="0">
                      <a:pos x="GluePoint52X" y="GluePoint52Y"/>
                    </a:cxn>
                    <a:cxn ang="0">
                      <a:pos x="GluePoint53X" y="GluePoint53Y"/>
                    </a:cxn>
                    <a:cxn ang="0">
                      <a:pos x="GluePoint54X" y="GluePoint54Y"/>
                    </a:cxn>
                    <a:cxn ang="0">
                      <a:pos x="GluePoint55X" y="GluePoint55Y"/>
                    </a:cxn>
                  </a:cxnLst>
                  <a:rect l="textAreaLeft" t="textAreaTop" r="textAreaRight" b="textAreaBottom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solidFill>
                  <a:schemeClr val="lt1">
                    <a:alpha val="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73" name="Freeform 12"/>
                <p:cNvSpPr/>
                <p:nvPr/>
              </p:nvSpPr>
              <p:spPr>
                <a:xfrm>
                  <a:off x="11074320" y="4824720"/>
                  <a:ext cx="187200" cy="469440"/>
                </a:xfrm>
                <a:custGeom>
                  <a:avLst/>
                  <a:gdLst>
                    <a:gd name="textAreaLeft" fmla="*/ 0 w 187200"/>
                    <a:gd name="textAreaRight" fmla="*/ 187560 w 187200"/>
                    <a:gd name="textAreaTop" fmla="*/ 0 h 469440"/>
                    <a:gd name="textAreaBottom" fmla="*/ 469800 h 469440"/>
                    <a:gd name="GluePoint1X" fmla="*/ 30 w 39"/>
                    <a:gd name="GluePoint1Y" fmla="*/ 44 h 98"/>
                    <a:gd name="GluePoint2X" fmla="*/ 36 w 39"/>
                    <a:gd name="GluePoint2Y" fmla="*/ 34 h 98"/>
                    <a:gd name="GluePoint3X" fmla="*/ 37 w 39"/>
                    <a:gd name="GluePoint3Y" fmla="*/ 51 h 98"/>
                    <a:gd name="GluePoint4X" fmla="*/ 25 w 39"/>
                    <a:gd name="GluePoint4Y" fmla="*/ 82 h 98"/>
                    <a:gd name="GluePoint5X" fmla="*/ 21 w 39"/>
                    <a:gd name="GluePoint5Y" fmla="*/ 98 h 98"/>
                    <a:gd name="GluePoint6X" fmla="*/ 13 w 39"/>
                    <a:gd name="GluePoint6Y" fmla="*/ 96 h 98"/>
                    <a:gd name="GluePoint7X" fmla="*/ 5 w 39"/>
                    <a:gd name="GluePoint7Y" fmla="*/ 83 h 98"/>
                    <a:gd name="GluePoint8X" fmla="*/ 11 w 39"/>
                    <a:gd name="GluePoint8Y" fmla="*/ 62 h 98"/>
                    <a:gd name="GluePoint9X" fmla="*/ 9 w 39"/>
                    <a:gd name="GluePoint9Y" fmla="*/ 43 h 98"/>
                    <a:gd name="GluePoint10X" fmla="*/ 12 w 39"/>
                    <a:gd name="GluePoint10Y" fmla="*/ 38 h 98"/>
                    <a:gd name="GluePoint11X" fmla="*/ 18 w 39"/>
                    <a:gd name="GluePoint11Y" fmla="*/ 33 h 98"/>
                    <a:gd name="GluePoint12X" fmla="*/ 23 w 39"/>
                    <a:gd name="GluePoint12Y" fmla="*/ 12 h 98"/>
                    <a:gd name="GluePoint13X" fmla="*/ 11 w 39"/>
                    <a:gd name="GluePoint13Y" fmla="*/ 16 h 98"/>
                    <a:gd name="GluePoint14X" fmla="*/ 2 w 39"/>
                    <a:gd name="GluePoint14Y" fmla="*/ 16 h 98"/>
                    <a:gd name="GluePoint15X" fmla="*/ 0 w 39"/>
                    <a:gd name="GluePoint15Y" fmla="*/ 12 h 98"/>
                    <a:gd name="GluePoint16X" fmla="*/ 3 w 39"/>
                    <a:gd name="GluePoint16Y" fmla="*/ 10 h 98"/>
                    <a:gd name="GluePoint17X" fmla="*/ 16 w 39"/>
                    <a:gd name="GluePoint17Y" fmla="*/ 7 h 98"/>
                    <a:gd name="GluePoint18X" fmla="*/ 26 w 39"/>
                    <a:gd name="GluePoint18Y" fmla="*/ 2 h 98"/>
                    <a:gd name="GluePoint19X" fmla="*/ 32 w 39"/>
                    <a:gd name="GluePoint19Y" fmla="*/ 1 h 98"/>
                    <a:gd name="GluePoint20X" fmla="*/ 35 w 39"/>
                    <a:gd name="GluePoint20Y" fmla="*/ 9 h 98"/>
                    <a:gd name="GluePoint21X" fmla="*/ 34 w 39"/>
                    <a:gd name="GluePoint21Y" fmla="*/ 11 h 98"/>
                    <a:gd name="GluePoint22X" fmla="*/ 27 w 39"/>
                    <a:gd name="GluePoint22Y" fmla="*/ 38 h 98"/>
                    <a:gd name="GluePoint23X" fmla="*/ 28 w 39"/>
                    <a:gd name="GluePoint23Y" fmla="*/ 44 h 98"/>
                    <a:gd name="GluePoint24X" fmla="*/ 30 w 39"/>
                    <a:gd name="GluePoint24Y" fmla="*/ 44 h 9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</a:cxnLst>
                  <a:rect l="textAreaLeft" t="textAreaTop" r="textAreaRight" b="textAreaBottom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solidFill>
                  <a:schemeClr val="lt1">
                    <a:alpha val="5000"/>
                  </a:scheme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6520" rIns="565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</p:grpSp>
      <p:sp>
        <p:nvSpPr>
          <p:cNvPr id="74" name="PlaceHolder 2"/>
          <p:cNvSpPr>
            <a:spLocks noGrp="1"/>
          </p:cNvSpPr>
          <p:nvPr>
            <p:ph type="body" hasCustomPrompt="1"/>
          </p:nvPr>
        </p:nvSpPr>
        <p:spPr>
          <a:xfrm>
            <a:off x="1287360" y="4461120"/>
            <a:ext cx="7373520" cy="1199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rmAutofit lnSpcReduction="9999"/>
          </a:bodyPr>
          <a:lstStyle>
            <a:lvl1pPr indent="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  <a:lvl2pPr indent="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2pPr>
            <a:lvl3pPr indent="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3pPr>
          </a:lstStyle>
          <a:p>
            <a:pPr indent="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答辩人：北小理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  <a:p>
            <a:pPr indent="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导　师：京小工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  <a:p>
            <a:pPr indent="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时　间：</a:t>
            </a:r>
            <a:fld id="{A77DB619-91B0-49A2-88E7-9D0E9B2AA209}" type="datetime1">
              <a:rPr lang="en-US" sz="2000" b="0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2026/10/3</a:t>
            </a:fld>
            <a:endParaRPr lang="en-US" sz="2000" b="0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微软雅黑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微软雅黑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封面样式2-首页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A-矩形 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77" name="PA-矩形 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008244"/>
              </a:gs>
              <a:gs pos="100000">
                <a:srgbClr val="006C39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78" name="任意多边形: 形状 39"/>
          <p:cNvSpPr/>
          <p:nvPr/>
        </p:nvSpPr>
        <p:spPr>
          <a:xfrm>
            <a:off x="221760" y="0"/>
            <a:ext cx="7536600" cy="6857640"/>
          </a:xfrm>
          <a:custGeom>
            <a:avLst/>
            <a:gdLst>
              <a:gd name="textAreaLeft" fmla="*/ 0 w 7536600"/>
              <a:gd name="textAreaRight" fmla="*/ 7536960 w 7536600"/>
              <a:gd name="textAreaTop" fmla="*/ 0 h 6857640"/>
              <a:gd name="textAreaBottom" fmla="*/ 6858000 h 6857640"/>
              <a:gd name="GluePoint1X" fmla="*/ 0 w 7536857"/>
              <a:gd name="GluePoint1Y" fmla="*/ 0 h 6858000"/>
              <a:gd name="GluePoint2X" fmla="*/ 6351816 w 7536857"/>
              <a:gd name="GluePoint2Y" fmla="*/ 0 h 6858000"/>
              <a:gd name="GluePoint3X" fmla="*/ 6432300 w 7536857"/>
              <a:gd name="GluePoint3Y" fmla="*/ 102417 h 6858000"/>
              <a:gd name="GluePoint4X" fmla="*/ 7536857 w 7536857"/>
              <a:gd name="GluePoint4Y" fmla="*/ 3429000 h 6858000"/>
              <a:gd name="GluePoint5X" fmla="*/ 6432300 w 7536857"/>
              <a:gd name="GluePoint5Y" fmla="*/ 6755583 h 6858000"/>
              <a:gd name="GluePoint6X" fmla="*/ 6351816 w 7536857"/>
              <a:gd name="GluePoint6Y" fmla="*/ 6858000 h 6858000"/>
              <a:gd name="GluePoint7X" fmla="*/ 0 w 7536857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pattFill prst="wdUpDiag">
            <a:fgClr>
              <a:srgbClr val="D9D9D9"/>
            </a:fgClr>
            <a:bgClr>
              <a:srgbClr val="FFFFFF"/>
            </a:bgClr>
          </a:pattFill>
          <a:ln>
            <a:noFill/>
          </a:ln>
          <a:effectLst>
            <a:outerShdw algn="l" blurRad="190440" rotWithShape="0" sx="101000" sy="101000">
              <a:srgbClr val="000000">
                <a:alpha val="1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79" name="任意多边形: 形状 39"/>
          <p:cNvSpPr/>
          <p:nvPr/>
        </p:nvSpPr>
        <p:spPr>
          <a:xfrm>
            <a:off x="189720" y="0"/>
            <a:ext cx="7536600" cy="6857640"/>
          </a:xfrm>
          <a:custGeom>
            <a:avLst/>
            <a:gdLst>
              <a:gd name="textAreaLeft" fmla="*/ 0 w 7536600"/>
              <a:gd name="textAreaRight" fmla="*/ 7536960 w 7536600"/>
              <a:gd name="textAreaTop" fmla="*/ 0 h 6857640"/>
              <a:gd name="textAreaBottom" fmla="*/ 6858000 h 6857640"/>
              <a:gd name="GluePoint1X" fmla="*/ 0 w 7536857"/>
              <a:gd name="GluePoint1Y" fmla="*/ 0 h 6858000"/>
              <a:gd name="GluePoint2X" fmla="*/ 6351816 w 7536857"/>
              <a:gd name="GluePoint2Y" fmla="*/ 0 h 6858000"/>
              <a:gd name="GluePoint3X" fmla="*/ 6432300 w 7536857"/>
              <a:gd name="GluePoint3Y" fmla="*/ 102417 h 6858000"/>
              <a:gd name="GluePoint4X" fmla="*/ 7536857 w 7536857"/>
              <a:gd name="GluePoint4Y" fmla="*/ 3429000 h 6858000"/>
              <a:gd name="GluePoint5X" fmla="*/ 6432300 w 7536857"/>
              <a:gd name="GluePoint5Y" fmla="*/ 6755583 h 6858000"/>
              <a:gd name="GluePoint6X" fmla="*/ 6351816 w 7536857"/>
              <a:gd name="GluePoint6Y" fmla="*/ 6858000 h 6858000"/>
              <a:gd name="GluePoint7X" fmla="*/ 0 w 7536857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80" name="任意多边形: 形状 39"/>
          <p:cNvSpPr/>
          <p:nvPr/>
        </p:nvSpPr>
        <p:spPr>
          <a:xfrm>
            <a:off x="0" y="0"/>
            <a:ext cx="7536600" cy="6857640"/>
          </a:xfrm>
          <a:custGeom>
            <a:avLst/>
            <a:gdLst>
              <a:gd name="textAreaLeft" fmla="*/ 0 w 7536600"/>
              <a:gd name="textAreaRight" fmla="*/ 7536960 w 7536600"/>
              <a:gd name="textAreaTop" fmla="*/ 0 h 6857640"/>
              <a:gd name="textAreaBottom" fmla="*/ 6858000 h 6857640"/>
              <a:gd name="GluePoint1X" fmla="*/ 0 w 7536857"/>
              <a:gd name="GluePoint1Y" fmla="*/ 0 h 6858000"/>
              <a:gd name="GluePoint2X" fmla="*/ 6351816 w 7536857"/>
              <a:gd name="GluePoint2Y" fmla="*/ 0 h 6858000"/>
              <a:gd name="GluePoint3X" fmla="*/ 6432300 w 7536857"/>
              <a:gd name="GluePoint3Y" fmla="*/ 102417 h 6858000"/>
              <a:gd name="GluePoint4X" fmla="*/ 7536857 w 7536857"/>
              <a:gd name="GluePoint4Y" fmla="*/ 3429000 h 6858000"/>
              <a:gd name="GluePoint5X" fmla="*/ 6432300 w 7536857"/>
              <a:gd name="GluePoint5Y" fmla="*/ 6755583 h 6858000"/>
              <a:gd name="GluePoint6X" fmla="*/ 6351816 w 7536857"/>
              <a:gd name="GluePoint6Y" fmla="*/ 6858000 h 6858000"/>
              <a:gd name="GluePoint7X" fmla="*/ 0 w 7536857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algn="l" blurRad="76320" rotWithShape="0" sx="101000" sy="101000">
              <a:srgbClr val="000000">
                <a:alpha val="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81" name="任意多边形: 形状 74"/>
          <p:cNvSpPr/>
          <p:nvPr/>
        </p:nvSpPr>
        <p:spPr>
          <a:xfrm flipV="1">
            <a:off x="660240" y="3829320"/>
            <a:ext cx="6489000" cy="192960"/>
          </a:xfrm>
          <a:custGeom>
            <a:avLst/>
            <a:gdLst>
              <a:gd name="textAreaLeft" fmla="*/ 0 w 6489000"/>
              <a:gd name="textAreaRight" fmla="*/ 6489360 w 6489000"/>
              <a:gd name="textAreaTop" fmla="*/ 360 h 192960"/>
              <a:gd name="textAreaBottom" fmla="*/ 193680 h 192960"/>
              <a:gd name="GluePoint1X" fmla="*/ 6415214 w 6415214"/>
              <a:gd name="GluePoint1Y" fmla="*/ 193259 h 193259"/>
              <a:gd name="GluePoint2X" fmla="*/ 511261 w 6415214"/>
              <a:gd name="GluePoint2Y" fmla="*/ 193259 h 193259"/>
              <a:gd name="GluePoint3X" fmla="*/ 232301 w 6415214"/>
              <a:gd name="GluePoint3Y" fmla="*/ 0 h 193259"/>
              <a:gd name="GluePoint4X" fmla="*/ 229919 w 6415214"/>
              <a:gd name="GluePoint4Y" fmla="*/ 193259 h 193259"/>
              <a:gd name="GluePoint5X" fmla="*/ 0 w 6415214"/>
              <a:gd name="GluePoint5Y" fmla="*/ 193259 h 19325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rgbClr val="006C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 hasCustomPrompt="1"/>
          </p:nvPr>
        </p:nvSpPr>
        <p:spPr>
          <a:xfrm>
            <a:off x="671400" y="2622240"/>
            <a:ext cx="7014600" cy="1189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tIns="45720" rIns="91440" bIns="45720" anchor="ctr">
            <a:spAutoFit/>
          </a:bodyPr>
          <a:lstStyle>
            <a:lvl1pPr indent="0" algn="l">
              <a:lnSpc>
                <a:spcPct val="100000"/>
              </a:lnSpc>
              <a:buNone/>
              <a:defRPr lang="zh-CN" sz="3600" b="1" u="none" spc="99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zh-CN" sz="3600" b="1" u="none" spc="99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请在此输入标题</a:t>
            </a:r>
            <a:br>
              <a:rPr sz="3600"/>
            </a:br>
            <a:r>
              <a:rPr lang="zh-CN" sz="3600" b="1" u="none" spc="99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尽量回车保证标题为两行</a:t>
            </a:r>
            <a:endParaRPr lang="en-US" sz="3600" b="1" u="none" spc="99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 hasCustomPrompt="1"/>
          </p:nvPr>
        </p:nvSpPr>
        <p:spPr>
          <a:xfrm>
            <a:off x="671400" y="2352240"/>
            <a:ext cx="5137560" cy="256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tIns="45720" rIns="91440" bIns="45720" anchor="t">
            <a:spAutoFit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zh-CN" sz="1200" b="0" u="none" spc="99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微软雅黑 Light"/>
                <a:ea typeface="微软雅黑 Light"/>
              </a:defRPr>
            </a:lvl1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CN" sz="1200" b="0" u="none" spc="99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微软雅黑 Light"/>
                <a:ea typeface="微软雅黑 Light"/>
              </a:rPr>
              <a:t>请在此输入你的副标题</a:t>
            </a:r>
            <a:r>
              <a:rPr lang="en-US" sz="1200" b="0" u="none" spc="99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Wingdings 3"/>
                <a:ea typeface="微软雅黑 Light"/>
              </a:rPr>
              <a:t></a:t>
            </a:r>
            <a:endParaRPr lang="en-US" sz="1200" b="0" u="none" spc="99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微软雅黑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 hasCustomPrompt="1"/>
          </p:nvPr>
        </p:nvSpPr>
        <p:spPr>
          <a:xfrm>
            <a:off x="671400" y="4095720"/>
            <a:ext cx="6220800" cy="369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tIns="45720" rIns="91440" bIns="45720" anchor="ctr">
            <a:spAutoFit/>
          </a:bodyPr>
          <a:lstStyle>
            <a:lvl1pPr indent="0" algn="l">
              <a:lnSpc>
                <a:spcPct val="130000"/>
              </a:lnSpc>
              <a:spcBef>
                <a:spcPts val="1001"/>
              </a:spcBef>
              <a:buNone/>
              <a:tabLst>
                <a:tab pos="0" algn="l"/>
              </a:tabLst>
              <a:defRPr lang="zh-CN" sz="1400" b="0" u="none" spc="99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l">
              <a:lnSpc>
                <a:spcPct val="13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CN" sz="1400" b="0" u="none" spc="99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微软雅黑"/>
                <a:ea typeface="微软雅黑"/>
              </a:rPr>
              <a:t>答辩人：北小理　　　导　师： 京小工　　　时　间：</a:t>
            </a:r>
            <a:r>
              <a:rPr lang="en-US" sz="1400" b="0" u="none" spc="99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微软雅黑"/>
                <a:ea typeface="微软雅黑"/>
              </a:rPr>
              <a:t>XXX</a:t>
            </a:r>
            <a:endParaRPr lang="en-US" sz="1400" b="0" u="none" spc="99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微软雅黑"/>
            </a:endParaRPr>
          </a:p>
        </p:txBody>
      </p:sp>
      <p:sp>
        <p:nvSpPr>
          <p:cNvPr id="85" name="文本框 15"/>
          <p:cNvSpPr/>
          <p:nvPr/>
        </p:nvSpPr>
        <p:spPr>
          <a:xfrm>
            <a:off x="474480" y="318240"/>
            <a:ext cx="2104560" cy="79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tIns="180000" rIns="180000" bIns="180000" anchor="t">
            <a:sp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2400" b="1" u="none" spc="99" strike="noStrike">
                <a:solidFill>
                  <a:srgbClr val="A2A2A2"/>
                </a:solidFill>
                <a:effectLst/>
                <a:uFillTx/>
                <a:latin typeface="微软雅黑"/>
                <a:ea typeface="微软雅黑"/>
              </a:rPr>
              <a:t>◁ BIT </a:t>
            </a:r>
            <a:r>
              <a:rPr lang="en-US" sz="2400" b="1" u="none" spc="99" strike="noStrike">
                <a:solidFill>
                  <a:srgbClr val="A2A2A2"/>
                </a:solidFill>
                <a:effectLst/>
                <a:uFillTx/>
                <a:latin typeface="微软雅黑"/>
                <a:ea typeface="微软雅黑"/>
              </a:rPr>
              <a:t>▷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图片 22"/>
          <p:cNvPicPr/>
          <p:nvPr/>
        </p:nvPicPr>
        <p:blipFill>
          <a:blip r:embed="rId2"/>
          <a:stretch/>
        </p:blipFill>
        <p:spPr>
          <a:xfrm>
            <a:off x="8250840" y="-774720"/>
            <a:ext cx="7885080" cy="758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图片 19"/>
          <p:cNvPicPr/>
          <p:nvPr/>
        </p:nvPicPr>
        <p:blipFill>
          <a:blip r:embed="rId3"/>
          <a:stretch/>
        </p:blipFill>
        <p:spPr>
          <a:xfrm>
            <a:off x="8250840" y="2196720"/>
            <a:ext cx="3242880" cy="24638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8" name="组合 1"/>
          <p:cNvGrpSpPr/>
          <p:nvPr/>
        </p:nvGrpSpPr>
        <p:grpSpPr>
          <a:xfrm>
            <a:off x="671400" y="6061320"/>
            <a:ext cx="2479320" cy="304560"/>
            <a:chOff x="671400" y="6061320"/>
            <a:chExt cx="2479320" cy="304560"/>
          </a:xfrm>
        </p:grpSpPr>
        <p:grpSp>
          <p:nvGrpSpPr>
            <p:cNvPr id="89" name="组合 73"/>
            <p:cNvGrpSpPr/>
            <p:nvPr/>
          </p:nvGrpSpPr>
          <p:grpSpPr>
            <a:xfrm>
              <a:off x="2098440" y="6064920"/>
              <a:ext cx="1052280" cy="298080"/>
              <a:chOff x="2098440" y="6064920"/>
              <a:chExt cx="1052280" cy="298080"/>
            </a:xfrm>
          </p:grpSpPr>
          <p:sp>
            <p:nvSpPr>
              <p:cNvPr id="90" name="Freeform 5"/>
              <p:cNvSpPr/>
              <p:nvPr/>
            </p:nvSpPr>
            <p:spPr>
              <a:xfrm>
                <a:off x="2679840" y="6083640"/>
                <a:ext cx="234720" cy="264960"/>
              </a:xfrm>
              <a:custGeom>
                <a:avLst/>
                <a:gdLst>
                  <a:gd name="textAreaLeft" fmla="*/ 0 w 234720"/>
                  <a:gd name="textAreaRight" fmla="*/ 235080 w 234720"/>
                  <a:gd name="textAreaTop" fmla="*/ 0 h 264960"/>
                  <a:gd name="textAreaBottom" fmla="*/ 265320 h 264960"/>
                  <a:gd name="GluePoint1X" fmla="*/ 41 w 125"/>
                  <a:gd name="GluePoint1Y" fmla="*/ 16 h 142"/>
                  <a:gd name="GluePoint2X" fmla="*/ 49 w 125"/>
                  <a:gd name="GluePoint2Y" fmla="*/ 3 h 142"/>
                  <a:gd name="GluePoint3X" fmla="*/ 62 w 125"/>
                  <a:gd name="GluePoint3Y" fmla="*/ 20 h 142"/>
                  <a:gd name="GluePoint4X" fmla="*/ 64 w 125"/>
                  <a:gd name="GluePoint4Y" fmla="*/ 33 h 142"/>
                  <a:gd name="GluePoint5X" fmla="*/ 50 w 125"/>
                  <a:gd name="GluePoint5Y" fmla="*/ 34 h 142"/>
                  <a:gd name="GluePoint6X" fmla="*/ 58 w 125"/>
                  <a:gd name="GluePoint6Y" fmla="*/ 58 h 142"/>
                  <a:gd name="GluePoint7X" fmla="*/ 75 w 125"/>
                  <a:gd name="GluePoint7Y" fmla="*/ 59 h 142"/>
                  <a:gd name="GluePoint8X" fmla="*/ 71 w 125"/>
                  <a:gd name="GluePoint8Y" fmla="*/ 50 h 142"/>
                  <a:gd name="GluePoint9X" fmla="*/ 81 w 125"/>
                  <a:gd name="GluePoint9Y" fmla="*/ 47 h 142"/>
                  <a:gd name="GluePoint10X" fmla="*/ 65 w 125"/>
                  <a:gd name="GluePoint10Y" fmla="*/ 42 h 142"/>
                  <a:gd name="GluePoint11X" fmla="*/ 63 w 125"/>
                  <a:gd name="GluePoint11Y" fmla="*/ 37 h 142"/>
                  <a:gd name="GluePoint12X" fmla="*/ 85 w 125"/>
                  <a:gd name="GluePoint12Y" fmla="*/ 27 h 142"/>
                  <a:gd name="GluePoint13X" fmla="*/ 93 w 125"/>
                  <a:gd name="GluePoint13Y" fmla="*/ 2 h 142"/>
                  <a:gd name="GluePoint14X" fmla="*/ 99 w 125"/>
                  <a:gd name="GluePoint14Y" fmla="*/ 5 h 142"/>
                  <a:gd name="GluePoint15X" fmla="*/ 111 w 125"/>
                  <a:gd name="GluePoint15Y" fmla="*/ 30 h 142"/>
                  <a:gd name="GluePoint16X" fmla="*/ 102 w 125"/>
                  <a:gd name="GluePoint16Y" fmla="*/ 34 h 142"/>
                  <a:gd name="GluePoint17X" fmla="*/ 95 w 125"/>
                  <a:gd name="GluePoint17Y" fmla="*/ 59 h 142"/>
                  <a:gd name="GluePoint18X" fmla="*/ 123 w 125"/>
                  <a:gd name="GluePoint18Y" fmla="*/ 61 h 142"/>
                  <a:gd name="GluePoint19X" fmla="*/ 110 w 125"/>
                  <a:gd name="GluePoint19Y" fmla="*/ 71 h 142"/>
                  <a:gd name="GluePoint20X" fmla="*/ 104 w 125"/>
                  <a:gd name="GluePoint20Y" fmla="*/ 82 h 142"/>
                  <a:gd name="GluePoint21X" fmla="*/ 112 w 125"/>
                  <a:gd name="GluePoint21Y" fmla="*/ 134 h 142"/>
                  <a:gd name="GluePoint22X" fmla="*/ 102 w 125"/>
                  <a:gd name="GluePoint22Y" fmla="*/ 140 h 142"/>
                  <a:gd name="GluePoint23X" fmla="*/ 89 w 125"/>
                  <a:gd name="GluePoint23Y" fmla="*/ 123 h 142"/>
                  <a:gd name="GluePoint24X" fmla="*/ 101 w 125"/>
                  <a:gd name="GluePoint24Y" fmla="*/ 128 h 142"/>
                  <a:gd name="GluePoint25X" fmla="*/ 101 w 125"/>
                  <a:gd name="GluePoint25Y" fmla="*/ 92 h 142"/>
                  <a:gd name="GluePoint26X" fmla="*/ 97 w 125"/>
                  <a:gd name="GluePoint26Y" fmla="*/ 99 h 142"/>
                  <a:gd name="GluePoint27X" fmla="*/ 90 w 125"/>
                  <a:gd name="GluePoint27Y" fmla="*/ 103 h 142"/>
                  <a:gd name="GluePoint28X" fmla="*/ 86 w 125"/>
                  <a:gd name="GluePoint28Y" fmla="*/ 110 h 142"/>
                  <a:gd name="GluePoint29X" fmla="*/ 81 w 125"/>
                  <a:gd name="GluePoint29Y" fmla="*/ 120 h 142"/>
                  <a:gd name="GluePoint30X" fmla="*/ 88 w 125"/>
                  <a:gd name="GluePoint30Y" fmla="*/ 71 h 142"/>
                  <a:gd name="GluePoint31X" fmla="*/ 60 w 125"/>
                  <a:gd name="GluePoint31Y" fmla="*/ 87 h 142"/>
                  <a:gd name="GluePoint32X" fmla="*/ 53 w 125"/>
                  <a:gd name="GluePoint32Y" fmla="*/ 89 h 142"/>
                  <a:gd name="GluePoint33X" fmla="*/ 51 w 125"/>
                  <a:gd name="GluePoint33Y" fmla="*/ 128 h 142"/>
                  <a:gd name="GluePoint34X" fmla="*/ 43 w 125"/>
                  <a:gd name="GluePoint34Y" fmla="*/ 134 h 142"/>
                  <a:gd name="GluePoint35X" fmla="*/ 39 w 125"/>
                  <a:gd name="GluePoint35Y" fmla="*/ 107 h 142"/>
                  <a:gd name="GluePoint36X" fmla="*/ 33 w 125"/>
                  <a:gd name="GluePoint36Y" fmla="*/ 114 h 142"/>
                  <a:gd name="GluePoint37X" fmla="*/ 17 w 125"/>
                  <a:gd name="GluePoint37Y" fmla="*/ 108 h 142"/>
                  <a:gd name="GluePoint38X" fmla="*/ 5 w 125"/>
                  <a:gd name="GluePoint38Y" fmla="*/ 81 h 142"/>
                  <a:gd name="GluePoint39X" fmla="*/ 34 w 125"/>
                  <a:gd name="GluePoint39Y" fmla="*/ 56 h 142"/>
                  <a:gd name="GluePoint40X" fmla="*/ 38 w 125"/>
                  <a:gd name="GluePoint40Y" fmla="*/ 33 h 142"/>
                  <a:gd name="GluePoint41X" fmla="*/ 22 w 125"/>
                  <a:gd name="GluePoint41Y" fmla="*/ 55 h 142"/>
                  <a:gd name="GluePoint42X" fmla="*/ 14 w 125"/>
                  <a:gd name="GluePoint42Y" fmla="*/ 55 h 142"/>
                  <a:gd name="GluePoint43X" fmla="*/ 11 w 125"/>
                  <a:gd name="GluePoint43Y" fmla="*/ 36 h 142"/>
                  <a:gd name="GluePoint44X" fmla="*/ 32 w 125"/>
                  <a:gd name="GluePoint44Y" fmla="*/ 22 h 142"/>
                  <a:gd name="GluePoint45X" fmla="*/ 28 w 125"/>
                  <a:gd name="GluePoint45Y" fmla="*/ 33 h 1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</a:cxnLst>
                <a:rect l="textAreaLeft" t="textAreaTop" r="textAreaRight" b="textAreaBottom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entury Gothic"/>
                </a:endParaRPr>
              </a:p>
            </p:txBody>
          </p:sp>
          <p:sp>
            <p:nvSpPr>
              <p:cNvPr id="91" name="Freeform 6"/>
              <p:cNvSpPr/>
              <p:nvPr/>
            </p:nvSpPr>
            <p:spPr>
              <a:xfrm>
                <a:off x="3015720" y="6126120"/>
                <a:ext cx="135000" cy="2034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203400"/>
                  <a:gd name="textAreaBottom" fmla="*/ 203760 h 203400"/>
                  <a:gd name="GluePoint1X" fmla="*/ 33 w 72"/>
                  <a:gd name="GluePoint1Y" fmla="*/ 76 h 109"/>
                  <a:gd name="GluePoint2X" fmla="*/ 44 w 72"/>
                  <a:gd name="GluePoint2Y" fmla="*/ 73 h 109"/>
                  <a:gd name="GluePoint3X" fmla="*/ 59 w 72"/>
                  <a:gd name="GluePoint3Y" fmla="*/ 71 h 109"/>
                  <a:gd name="GluePoint4X" fmla="*/ 69 w 72"/>
                  <a:gd name="GluePoint4Y" fmla="*/ 92 h 109"/>
                  <a:gd name="GluePoint5X" fmla="*/ 66 w 72"/>
                  <a:gd name="GluePoint5Y" fmla="*/ 94 h 109"/>
                  <a:gd name="GluePoint6X" fmla="*/ 49 w 72"/>
                  <a:gd name="GluePoint6Y" fmla="*/ 96 h 109"/>
                  <a:gd name="GluePoint7X" fmla="*/ 28 w 72"/>
                  <a:gd name="GluePoint7Y" fmla="*/ 106 h 109"/>
                  <a:gd name="GluePoint8X" fmla="*/ 16 w 72"/>
                  <a:gd name="GluePoint8Y" fmla="*/ 106 h 109"/>
                  <a:gd name="GluePoint9X" fmla="*/ 1 w 72"/>
                  <a:gd name="GluePoint9Y" fmla="*/ 80 h 109"/>
                  <a:gd name="GluePoint10X" fmla="*/ 2 w 72"/>
                  <a:gd name="GluePoint10Y" fmla="*/ 74 h 109"/>
                  <a:gd name="GluePoint11X" fmla="*/ 23 w 72"/>
                  <a:gd name="GluePoint11Y" fmla="*/ 31 h 109"/>
                  <a:gd name="GluePoint12X" fmla="*/ 22 w 72"/>
                  <a:gd name="GluePoint12Y" fmla="*/ 26 h 109"/>
                  <a:gd name="GluePoint13X" fmla="*/ 12 w 72"/>
                  <a:gd name="GluePoint13Y" fmla="*/ 16 h 109"/>
                  <a:gd name="GluePoint14X" fmla="*/ 15 w 72"/>
                  <a:gd name="GluePoint14Y" fmla="*/ 10 h 109"/>
                  <a:gd name="GluePoint15X" fmla="*/ 32 w 72"/>
                  <a:gd name="GluePoint15Y" fmla="*/ 5 h 109"/>
                  <a:gd name="GluePoint16X" fmla="*/ 60 w 72"/>
                  <a:gd name="GluePoint16Y" fmla="*/ 18 h 109"/>
                  <a:gd name="GluePoint17X" fmla="*/ 59 w 72"/>
                  <a:gd name="GluePoint17Y" fmla="*/ 26 h 109"/>
                  <a:gd name="GluePoint18X" fmla="*/ 52 w 72"/>
                  <a:gd name="GluePoint18Y" fmla="*/ 36 h 109"/>
                  <a:gd name="GluePoint19X" fmla="*/ 34 w 72"/>
                  <a:gd name="GluePoint19Y" fmla="*/ 72 h 109"/>
                  <a:gd name="GluePoint20X" fmla="*/ 33 w 72"/>
                  <a:gd name="GluePoint20Y" fmla="*/ 76 h 10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</a:cxnLst>
                <a:rect l="textAreaLeft" t="textAreaTop" r="textAreaRight" b="textAreaBottom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entury Gothic"/>
                </a:endParaRPr>
              </a:p>
            </p:txBody>
          </p:sp>
          <p:grpSp>
            <p:nvGrpSpPr>
              <p:cNvPr id="92" name="组合 90"/>
              <p:cNvGrpSpPr/>
              <p:nvPr/>
            </p:nvGrpSpPr>
            <p:grpSpPr>
              <a:xfrm>
                <a:off x="2098440" y="6064920"/>
                <a:ext cx="240480" cy="298080"/>
                <a:chOff x="2098440" y="6064920"/>
                <a:chExt cx="240480" cy="298080"/>
              </a:xfrm>
            </p:grpSpPr>
            <p:sp>
              <p:nvSpPr>
                <p:cNvPr id="93" name="Freeform 7"/>
                <p:cNvSpPr/>
                <p:nvPr/>
              </p:nvSpPr>
              <p:spPr>
                <a:xfrm>
                  <a:off x="2098440" y="6064920"/>
                  <a:ext cx="240480" cy="195840"/>
                </a:xfrm>
                <a:custGeom>
                  <a:avLst/>
                  <a:gdLst>
                    <a:gd name="textAreaLeft" fmla="*/ 0 w 240480"/>
                    <a:gd name="textAreaRight" fmla="*/ 240840 w 240480"/>
                    <a:gd name="textAreaTop" fmla="*/ 0 h 195840"/>
                    <a:gd name="textAreaBottom" fmla="*/ 196200 h 195840"/>
                    <a:gd name="GluePoint1X" fmla="*/ 101 w 128"/>
                    <a:gd name="GluePoint1Y" fmla="*/ 58 h 105"/>
                    <a:gd name="GluePoint2X" fmla="*/ 74 w 128"/>
                    <a:gd name="GluePoint2Y" fmla="*/ 56 h 105"/>
                    <a:gd name="GluePoint3X" fmla="*/ 68 w 128"/>
                    <a:gd name="GluePoint3Y" fmla="*/ 57 h 105"/>
                    <a:gd name="GluePoint4X" fmla="*/ 51 w 128"/>
                    <a:gd name="GluePoint4Y" fmla="*/ 59 h 105"/>
                    <a:gd name="GluePoint5X" fmla="*/ 36 w 128"/>
                    <a:gd name="GluePoint5Y" fmla="*/ 65 h 105"/>
                    <a:gd name="GluePoint6X" fmla="*/ 28 w 128"/>
                    <a:gd name="GluePoint6Y" fmla="*/ 73 h 105"/>
                    <a:gd name="GluePoint7X" fmla="*/ 16 w 128"/>
                    <a:gd name="GluePoint7Y" fmla="*/ 102 h 105"/>
                    <a:gd name="GluePoint8X" fmla="*/ 13 w 128"/>
                    <a:gd name="GluePoint8Y" fmla="*/ 104 h 105"/>
                    <a:gd name="GluePoint9X" fmla="*/ 1 w 128"/>
                    <a:gd name="GluePoint9Y" fmla="*/ 98 h 105"/>
                    <a:gd name="GluePoint10X" fmla="*/ 0 w 128"/>
                    <a:gd name="GluePoint10Y" fmla="*/ 93 h 105"/>
                    <a:gd name="GluePoint11X" fmla="*/ 15 w 128"/>
                    <a:gd name="GluePoint11Y" fmla="*/ 60 h 105"/>
                    <a:gd name="GluePoint12X" fmla="*/ 16 w 128"/>
                    <a:gd name="GluePoint12Y" fmla="*/ 58 h 105"/>
                    <a:gd name="GluePoint13X" fmla="*/ 20 w 128"/>
                    <a:gd name="GluePoint13Y" fmla="*/ 52 h 105"/>
                    <a:gd name="GluePoint14X" fmla="*/ 32 w 128"/>
                    <a:gd name="GluePoint14Y" fmla="*/ 54 h 105"/>
                    <a:gd name="GluePoint15X" fmla="*/ 39 w 128"/>
                    <a:gd name="GluePoint15Y" fmla="*/ 55 h 105"/>
                    <a:gd name="GluePoint16X" fmla="*/ 72 w 128"/>
                    <a:gd name="GluePoint16Y" fmla="*/ 21 h 105"/>
                    <a:gd name="GluePoint17X" fmla="*/ 74 w 128"/>
                    <a:gd name="GluePoint17Y" fmla="*/ 16 h 105"/>
                    <a:gd name="GluePoint18X" fmla="*/ 74 w 128"/>
                    <a:gd name="GluePoint18Y" fmla="*/ 11 h 105"/>
                    <a:gd name="GluePoint19X" fmla="*/ 71 w 128"/>
                    <a:gd name="GluePoint19Y" fmla="*/ 11 h 105"/>
                    <a:gd name="GluePoint20X" fmla="*/ 68 w 128"/>
                    <a:gd name="GluePoint20Y" fmla="*/ 15 h 105"/>
                    <a:gd name="GluePoint21X" fmla="*/ 68 w 128"/>
                    <a:gd name="GluePoint21Y" fmla="*/ 21 h 105"/>
                    <a:gd name="GluePoint22X" fmla="*/ 59 w 128"/>
                    <a:gd name="GluePoint22Y" fmla="*/ 29 h 105"/>
                    <a:gd name="GluePoint23X" fmla="*/ 53 w 128"/>
                    <a:gd name="GluePoint23Y" fmla="*/ 27 h 105"/>
                    <a:gd name="GluePoint24X" fmla="*/ 47 w 128"/>
                    <a:gd name="GluePoint24Y" fmla="*/ 24 h 105"/>
                    <a:gd name="GluePoint25X" fmla="*/ 47 w 128"/>
                    <a:gd name="GluePoint25Y" fmla="*/ 32 h 105"/>
                    <a:gd name="GluePoint26X" fmla="*/ 47 w 128"/>
                    <a:gd name="GluePoint26Y" fmla="*/ 34 h 105"/>
                    <a:gd name="GluePoint27X" fmla="*/ 43 w 128"/>
                    <a:gd name="GluePoint27Y" fmla="*/ 45 h 105"/>
                    <a:gd name="GluePoint28X" fmla="*/ 31 w 128"/>
                    <a:gd name="GluePoint28Y" fmla="*/ 39 h 105"/>
                    <a:gd name="GluePoint29X" fmla="*/ 29 w 128"/>
                    <a:gd name="GluePoint29Y" fmla="*/ 23 h 105"/>
                    <a:gd name="GluePoint30X" fmla="*/ 33 w 128"/>
                    <a:gd name="GluePoint30Y" fmla="*/ 14 h 105"/>
                    <a:gd name="GluePoint31X" fmla="*/ 36 w 128"/>
                    <a:gd name="GluePoint31Y" fmla="*/ 9 h 105"/>
                    <a:gd name="GluePoint32X" fmla="*/ 42 w 128"/>
                    <a:gd name="GluePoint32Y" fmla="*/ 13 h 105"/>
                    <a:gd name="GluePoint33X" fmla="*/ 44 w 128"/>
                    <a:gd name="GluePoint33Y" fmla="*/ 16 h 105"/>
                    <a:gd name="GluePoint34X" fmla="*/ 57 w 128"/>
                    <a:gd name="GluePoint34Y" fmla="*/ 14 h 105"/>
                    <a:gd name="GluePoint35X" fmla="*/ 62 w 128"/>
                    <a:gd name="GluePoint35Y" fmla="*/ 11 h 105"/>
                    <a:gd name="GluePoint36X" fmla="*/ 84 w 128"/>
                    <a:gd name="GluePoint36Y" fmla="*/ 0 h 105"/>
                    <a:gd name="GluePoint37X" fmla="*/ 96 w 128"/>
                    <a:gd name="GluePoint37Y" fmla="*/ 7 h 105"/>
                    <a:gd name="GluePoint38X" fmla="*/ 96 w 128"/>
                    <a:gd name="GluePoint38Y" fmla="*/ 20 h 105"/>
                    <a:gd name="GluePoint39X" fmla="*/ 83 w 128"/>
                    <a:gd name="GluePoint39Y" fmla="*/ 43 h 105"/>
                    <a:gd name="GluePoint40X" fmla="*/ 94 w 128"/>
                    <a:gd name="GluePoint40Y" fmla="*/ 44 h 105"/>
                    <a:gd name="GluePoint41X" fmla="*/ 122 w 128"/>
                    <a:gd name="GluePoint41Y" fmla="*/ 59 h 105"/>
                    <a:gd name="GluePoint42X" fmla="*/ 120 w 128"/>
                    <a:gd name="GluePoint42Y" fmla="*/ 73 h 105"/>
                    <a:gd name="GluePoint43X" fmla="*/ 98 w 128"/>
                    <a:gd name="GluePoint43Y" fmla="*/ 73 h 105"/>
                    <a:gd name="GluePoint44X" fmla="*/ 97 w 128"/>
                    <a:gd name="GluePoint44Y" fmla="*/ 66 h 105"/>
                    <a:gd name="GluePoint45X" fmla="*/ 101 w 128"/>
                    <a:gd name="GluePoint45Y" fmla="*/ 58 h 10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</a:cxnLst>
                  <a:rect l="textAreaLeft" t="textAreaTop" r="textAreaRight" b="textAreaBottom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94" name="Freeform 8"/>
                <p:cNvSpPr/>
                <p:nvPr/>
              </p:nvSpPr>
              <p:spPr>
                <a:xfrm>
                  <a:off x="2149560" y="6184080"/>
                  <a:ext cx="149760" cy="178920"/>
                </a:xfrm>
                <a:custGeom>
                  <a:avLst/>
                  <a:gdLst>
                    <a:gd name="textAreaLeft" fmla="*/ 0 w 149760"/>
                    <a:gd name="textAreaRight" fmla="*/ 150120 w 149760"/>
                    <a:gd name="textAreaTop" fmla="*/ 0 h 178920"/>
                    <a:gd name="textAreaBottom" fmla="*/ 179280 h 178920"/>
                    <a:gd name="GluePoint1X" fmla="*/ 46 w 80"/>
                    <a:gd name="GluePoint1Y" fmla="*/ 29 h 96"/>
                    <a:gd name="GluePoint2X" fmla="*/ 65 w 80"/>
                    <a:gd name="GluePoint2Y" fmla="*/ 29 h 96"/>
                    <a:gd name="GluePoint3X" fmla="*/ 79 w 80"/>
                    <a:gd name="GluePoint3Y" fmla="*/ 41 h 96"/>
                    <a:gd name="GluePoint4X" fmla="*/ 74 w 80"/>
                    <a:gd name="GluePoint4Y" fmla="*/ 43 h 96"/>
                    <a:gd name="GluePoint5X" fmla="*/ 60 w 80"/>
                    <a:gd name="GluePoint5Y" fmla="*/ 43 h 96"/>
                    <a:gd name="GluePoint6X" fmla="*/ 52 w 80"/>
                    <a:gd name="GluePoint6Y" fmla="*/ 50 h 96"/>
                    <a:gd name="GluePoint7X" fmla="*/ 49 w 80"/>
                    <a:gd name="GluePoint7Y" fmla="*/ 87 h 96"/>
                    <a:gd name="GluePoint8X" fmla="*/ 37 w 80"/>
                    <a:gd name="GluePoint8Y" fmla="*/ 95 h 96"/>
                    <a:gd name="GluePoint9X" fmla="*/ 21 w 80"/>
                    <a:gd name="GluePoint9Y" fmla="*/ 68 h 96"/>
                    <a:gd name="GluePoint10X" fmla="*/ 22 w 80"/>
                    <a:gd name="GluePoint10Y" fmla="*/ 62 h 96"/>
                    <a:gd name="GluePoint11X" fmla="*/ 30 w 80"/>
                    <a:gd name="GluePoint11Y" fmla="*/ 72 h 96"/>
                    <a:gd name="GluePoint12X" fmla="*/ 40 w 80"/>
                    <a:gd name="GluePoint12Y" fmla="*/ 70 h 96"/>
                    <a:gd name="GluePoint13X" fmla="*/ 43 w 80"/>
                    <a:gd name="GluePoint13Y" fmla="*/ 46 h 96"/>
                    <a:gd name="GluePoint14X" fmla="*/ 24 w 80"/>
                    <a:gd name="GluePoint14Y" fmla="*/ 52 h 96"/>
                    <a:gd name="GluePoint15X" fmla="*/ 19 w 80"/>
                    <a:gd name="GluePoint15Y" fmla="*/ 54 h 96"/>
                    <a:gd name="GluePoint16X" fmla="*/ 6 w 80"/>
                    <a:gd name="GluePoint16Y" fmla="*/ 54 h 96"/>
                    <a:gd name="GluePoint17X" fmla="*/ 2 w 80"/>
                    <a:gd name="GluePoint17Y" fmla="*/ 40 h 96"/>
                    <a:gd name="GluePoint18X" fmla="*/ 6 w 80"/>
                    <a:gd name="GluePoint18Y" fmla="*/ 37 h 96"/>
                    <a:gd name="GluePoint19X" fmla="*/ 28 w 80"/>
                    <a:gd name="GluePoint19Y" fmla="*/ 33 h 96"/>
                    <a:gd name="GluePoint20X" fmla="*/ 33 w 80"/>
                    <a:gd name="GluePoint20Y" fmla="*/ 32 h 96"/>
                    <a:gd name="GluePoint21X" fmla="*/ 36 w 80"/>
                    <a:gd name="GluePoint21Y" fmla="*/ 22 h 96"/>
                    <a:gd name="GluePoint22X" fmla="*/ 46 w 80"/>
                    <a:gd name="GluePoint22Y" fmla="*/ 12 h 96"/>
                    <a:gd name="GluePoint23X" fmla="*/ 45 w 80"/>
                    <a:gd name="GluePoint23Y" fmla="*/ 10 h 96"/>
                    <a:gd name="GluePoint24X" fmla="*/ 26 w 80"/>
                    <a:gd name="GluePoint24Y" fmla="*/ 17 h 96"/>
                    <a:gd name="GluePoint25X" fmla="*/ 15 w 80"/>
                    <a:gd name="GluePoint25Y" fmla="*/ 24 h 96"/>
                    <a:gd name="GluePoint26X" fmla="*/ 5 w 80"/>
                    <a:gd name="GluePoint26Y" fmla="*/ 22 h 96"/>
                    <a:gd name="GluePoint27X" fmla="*/ 1 w 80"/>
                    <a:gd name="GluePoint27Y" fmla="*/ 17 h 96"/>
                    <a:gd name="GluePoint28X" fmla="*/ 36 w 80"/>
                    <a:gd name="GluePoint28Y" fmla="*/ 2 h 96"/>
                    <a:gd name="GluePoint29X" fmla="*/ 55 w 80"/>
                    <a:gd name="GluePoint29Y" fmla="*/ 0 h 96"/>
                    <a:gd name="GluePoint30X" fmla="*/ 61 w 80"/>
                    <a:gd name="GluePoint30Y" fmla="*/ 6 h 96"/>
                    <a:gd name="GluePoint31X" fmla="*/ 59 w 80"/>
                    <a:gd name="GluePoint31Y" fmla="*/ 13 h 96"/>
                    <a:gd name="GluePoint32X" fmla="*/ 46 w 80"/>
                    <a:gd name="GluePoint32Y" fmla="*/ 29 h 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</a:cxnLst>
                  <a:rect l="textAreaLeft" t="textAreaTop" r="textAreaRight" b="textAreaBottom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95" name="组合 91"/>
              <p:cNvGrpSpPr/>
              <p:nvPr/>
            </p:nvGrpSpPr>
            <p:grpSpPr>
              <a:xfrm>
                <a:off x="2433600" y="6146280"/>
                <a:ext cx="145440" cy="155880"/>
                <a:chOff x="2433600" y="6146280"/>
                <a:chExt cx="145440" cy="155880"/>
              </a:xfrm>
            </p:grpSpPr>
            <p:sp>
              <p:nvSpPr>
                <p:cNvPr id="96" name="Freeform 15"/>
                <p:cNvSpPr/>
                <p:nvPr/>
              </p:nvSpPr>
              <p:spPr>
                <a:xfrm>
                  <a:off x="2433600" y="6181200"/>
                  <a:ext cx="66960" cy="10764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107640"/>
                    <a:gd name="textAreaBottom" fmla="*/ 108000 h 107640"/>
                    <a:gd name="GluePoint1X" fmla="*/ 16 w 39"/>
                    <a:gd name="GluePoint1Y" fmla="*/ 29 h 58"/>
                    <a:gd name="GluePoint2X" fmla="*/ 27 w 39"/>
                    <a:gd name="GluePoint2Y" fmla="*/ 7 h 58"/>
                    <a:gd name="GluePoint3X" fmla="*/ 31 w 39"/>
                    <a:gd name="GluePoint3Y" fmla="*/ 1 h 58"/>
                    <a:gd name="GluePoint4X" fmla="*/ 34 w 39"/>
                    <a:gd name="GluePoint4Y" fmla="*/ 6 h 58"/>
                    <a:gd name="GluePoint5X" fmla="*/ 35 w 39"/>
                    <a:gd name="GluePoint5Y" fmla="*/ 26 h 58"/>
                    <a:gd name="GluePoint6X" fmla="*/ 20 w 39"/>
                    <a:gd name="GluePoint6Y" fmla="*/ 52 h 58"/>
                    <a:gd name="GluePoint7X" fmla="*/ 9 w 39"/>
                    <a:gd name="GluePoint7Y" fmla="*/ 57 h 58"/>
                    <a:gd name="GluePoint8X" fmla="*/ 1 w 39"/>
                    <a:gd name="GluePoint8Y" fmla="*/ 43 h 58"/>
                    <a:gd name="GluePoint9X" fmla="*/ 4 w 39"/>
                    <a:gd name="GluePoint9Y" fmla="*/ 6 h 58"/>
                    <a:gd name="GluePoint10X" fmla="*/ 8 w 39"/>
                    <a:gd name="GluePoint10Y" fmla="*/ 0 h 58"/>
                    <a:gd name="GluePoint11X" fmla="*/ 15 w 39"/>
                    <a:gd name="GluePoint11Y" fmla="*/ 6 h 58"/>
                    <a:gd name="GluePoint12X" fmla="*/ 14 w 39"/>
                    <a:gd name="GluePoint12Y" fmla="*/ 20 h 58"/>
                    <a:gd name="GluePoint13X" fmla="*/ 14 w 39"/>
                    <a:gd name="GluePoint13Y" fmla="*/ 28 h 58"/>
                    <a:gd name="GluePoint14X" fmla="*/ 16 w 39"/>
                    <a:gd name="GluePoint14Y" fmla="*/ 29 h 5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76320" rIns="763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97" name="Freeform 16"/>
                <p:cNvSpPr/>
                <p:nvPr/>
              </p:nvSpPr>
              <p:spPr>
                <a:xfrm>
                  <a:off x="2505960" y="6150240"/>
                  <a:ext cx="73080" cy="151920"/>
                </a:xfrm>
                <a:custGeom>
                  <a:avLst/>
                  <a:gdLst>
                    <a:gd name="textAreaLeft" fmla="*/ 0 w 73080"/>
                    <a:gd name="textAreaRight" fmla="*/ 73440 w 73080"/>
                    <a:gd name="textAreaTop" fmla="*/ 0 h 151920"/>
                    <a:gd name="textAreaBottom" fmla="*/ 152280 h 151920"/>
                    <a:gd name="GluePoint1X" fmla="*/ 9 w 47"/>
                    <a:gd name="GluePoint1Y" fmla="*/ 73 h 88"/>
                    <a:gd name="GluePoint2X" fmla="*/ 3 w 47"/>
                    <a:gd name="GluePoint2Y" fmla="*/ 67 h 88"/>
                    <a:gd name="GluePoint3X" fmla="*/ 3 w 47"/>
                    <a:gd name="GluePoint3Y" fmla="*/ 57 h 88"/>
                    <a:gd name="GluePoint4X" fmla="*/ 20 w 47"/>
                    <a:gd name="GluePoint4Y" fmla="*/ 38 h 88"/>
                    <a:gd name="GluePoint5X" fmla="*/ 33 w 47"/>
                    <a:gd name="GluePoint5Y" fmla="*/ 20 h 88"/>
                    <a:gd name="GluePoint6X" fmla="*/ 33 w 47"/>
                    <a:gd name="GluePoint6Y" fmla="*/ 4 h 88"/>
                    <a:gd name="GluePoint7X" fmla="*/ 32 w 47"/>
                    <a:gd name="GluePoint7Y" fmla="*/ 1 h 88"/>
                    <a:gd name="GluePoint8X" fmla="*/ 33 w 47"/>
                    <a:gd name="GluePoint8Y" fmla="*/ 0 h 88"/>
                    <a:gd name="GluePoint9X" fmla="*/ 41 w 47"/>
                    <a:gd name="GluePoint9Y" fmla="*/ 6 h 88"/>
                    <a:gd name="GluePoint10X" fmla="*/ 43 w 47"/>
                    <a:gd name="GluePoint10Y" fmla="*/ 26 h 88"/>
                    <a:gd name="GluePoint11X" fmla="*/ 29 w 47"/>
                    <a:gd name="GluePoint11Y" fmla="*/ 48 h 88"/>
                    <a:gd name="GluePoint12X" fmla="*/ 30 w 47"/>
                    <a:gd name="GluePoint12Y" fmla="*/ 52 h 88"/>
                    <a:gd name="GluePoint13X" fmla="*/ 40 w 47"/>
                    <a:gd name="GluePoint13Y" fmla="*/ 73 h 88"/>
                    <a:gd name="GluePoint14X" fmla="*/ 41 w 47"/>
                    <a:gd name="GluePoint14Y" fmla="*/ 84 h 88"/>
                    <a:gd name="GluePoint15X" fmla="*/ 37 w 47"/>
                    <a:gd name="GluePoint15Y" fmla="*/ 86 h 88"/>
                    <a:gd name="GluePoint16X" fmla="*/ 31 w 47"/>
                    <a:gd name="GluePoint16Y" fmla="*/ 75 h 88"/>
                    <a:gd name="GluePoint17X" fmla="*/ 28 w 47"/>
                    <a:gd name="GluePoint17Y" fmla="*/ 60 h 88"/>
                    <a:gd name="GluePoint18X" fmla="*/ 22 w 47"/>
                    <a:gd name="GluePoint18Y" fmla="*/ 59 h 88"/>
                    <a:gd name="GluePoint19X" fmla="*/ 9 w 47"/>
                    <a:gd name="GluePoint19Y" fmla="*/ 73 h 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</a:cxnLst>
                  <a:rect l="textAreaLeft" t="textAreaTop" r="textAreaRight" b="textAreaBottom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83160" rIns="8316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98" name="Freeform 17"/>
                <p:cNvSpPr/>
                <p:nvPr/>
              </p:nvSpPr>
              <p:spPr>
                <a:xfrm>
                  <a:off x="2471760" y="6146280"/>
                  <a:ext cx="47880" cy="27720"/>
                </a:xfrm>
                <a:custGeom>
                  <a:avLst/>
                  <a:gdLst>
                    <a:gd name="textAreaLeft" fmla="*/ 0 w 47880"/>
                    <a:gd name="textAreaRight" fmla="*/ 48240 w 47880"/>
                    <a:gd name="textAreaTop" fmla="*/ 0 h 27720"/>
                    <a:gd name="textAreaBottom" fmla="*/ 28080 h 27720"/>
                    <a:gd name="GluePoint1X" fmla="*/ 0 w 26"/>
                    <a:gd name="GluePoint1Y" fmla="*/ 0 h 19"/>
                    <a:gd name="GluePoint2X" fmla="*/ 20 w 26"/>
                    <a:gd name="GluePoint2Y" fmla="*/ 1 h 19"/>
                    <a:gd name="GluePoint3X" fmla="*/ 23 w 26"/>
                    <a:gd name="GluePoint3Y" fmla="*/ 12 h 19"/>
                    <a:gd name="GluePoint4X" fmla="*/ 12 w 26"/>
                    <a:gd name="GluePoint4Y" fmla="*/ 18 h 19"/>
                    <a:gd name="GluePoint5X" fmla="*/ 3 w 26"/>
                    <a:gd name="GluePoint5Y" fmla="*/ 11 h 19"/>
                    <a:gd name="GluePoint6X" fmla="*/ 0 w 26"/>
                    <a:gd name="GluePoint6Y" fmla="*/ 0 h 1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4720" tIns="14040" rIns="54720" bIns="1404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  <p:grpSp>
          <p:nvGrpSpPr>
            <p:cNvPr id="99" name="组合 74"/>
            <p:cNvGrpSpPr/>
            <p:nvPr/>
          </p:nvGrpSpPr>
          <p:grpSpPr>
            <a:xfrm>
              <a:off x="671400" y="6061320"/>
              <a:ext cx="1100160" cy="304560"/>
              <a:chOff x="671400" y="6061320"/>
              <a:chExt cx="1100160" cy="304560"/>
            </a:xfrm>
          </p:grpSpPr>
          <p:grpSp>
            <p:nvGrpSpPr>
              <p:cNvPr id="100" name="组合 75"/>
              <p:cNvGrpSpPr/>
              <p:nvPr/>
            </p:nvGrpSpPr>
            <p:grpSpPr>
              <a:xfrm>
                <a:off x="1256040" y="6111000"/>
                <a:ext cx="212400" cy="223560"/>
                <a:chOff x="1256040" y="6111000"/>
                <a:chExt cx="212400" cy="223560"/>
              </a:xfrm>
            </p:grpSpPr>
            <p:sp>
              <p:nvSpPr>
                <p:cNvPr id="101" name="Freeform 9"/>
                <p:cNvSpPr/>
                <p:nvPr/>
              </p:nvSpPr>
              <p:spPr>
                <a:xfrm>
                  <a:off x="1256040" y="6127560"/>
                  <a:ext cx="110520" cy="187920"/>
                </a:xfrm>
                <a:custGeom>
                  <a:avLst/>
                  <a:gdLst>
                    <a:gd name="textAreaLeft" fmla="*/ 0 w 110520"/>
                    <a:gd name="textAreaRight" fmla="*/ 110880 w 110520"/>
                    <a:gd name="textAreaTop" fmla="*/ 0 h 187920"/>
                    <a:gd name="textAreaBottom" fmla="*/ 188280 h 187920"/>
                    <a:gd name="GluePoint1X" fmla="*/ 39 w 59"/>
                    <a:gd name="GluePoint1Y" fmla="*/ 78 h 101"/>
                    <a:gd name="GluePoint2X" fmla="*/ 17 w 59"/>
                    <a:gd name="GluePoint2Y" fmla="*/ 94 h 101"/>
                    <a:gd name="GluePoint3X" fmla="*/ 8 w 59"/>
                    <a:gd name="GluePoint3Y" fmla="*/ 94 h 101"/>
                    <a:gd name="GluePoint4X" fmla="*/ 0 w 59"/>
                    <a:gd name="GluePoint4Y" fmla="*/ 79 h 101"/>
                    <a:gd name="GluePoint5X" fmla="*/ 17 w 59"/>
                    <a:gd name="GluePoint5Y" fmla="*/ 73 h 101"/>
                    <a:gd name="GluePoint6X" fmla="*/ 10 w 59"/>
                    <a:gd name="GluePoint6Y" fmla="*/ 68 h 101"/>
                    <a:gd name="GluePoint7X" fmla="*/ 8 w 59"/>
                    <a:gd name="GluePoint7Y" fmla="*/ 60 h 101"/>
                    <a:gd name="GluePoint8X" fmla="*/ 18 w 59"/>
                    <a:gd name="GluePoint8Y" fmla="*/ 23 h 101"/>
                    <a:gd name="GluePoint9X" fmla="*/ 26 w 59"/>
                    <a:gd name="GluePoint9Y" fmla="*/ 17 h 101"/>
                    <a:gd name="GluePoint10X" fmla="*/ 36 w 59"/>
                    <a:gd name="GluePoint10Y" fmla="*/ 26 h 101"/>
                    <a:gd name="GluePoint11X" fmla="*/ 36 w 59"/>
                    <a:gd name="GluePoint11Y" fmla="*/ 27 h 101"/>
                    <a:gd name="GluePoint12X" fmla="*/ 43 w 59"/>
                    <a:gd name="GluePoint12Y" fmla="*/ 40 h 101"/>
                    <a:gd name="GluePoint13X" fmla="*/ 42 w 59"/>
                    <a:gd name="GluePoint13Y" fmla="*/ 12 h 101"/>
                    <a:gd name="GluePoint14X" fmla="*/ 21 w 59"/>
                    <a:gd name="GluePoint14Y" fmla="*/ 5 h 101"/>
                    <a:gd name="GluePoint15X" fmla="*/ 44 w 59"/>
                    <a:gd name="GluePoint15Y" fmla="*/ 1 h 101"/>
                    <a:gd name="GluePoint16X" fmla="*/ 57 w 59"/>
                    <a:gd name="GluePoint16Y" fmla="*/ 17 h 101"/>
                    <a:gd name="GluePoint17X" fmla="*/ 56 w 59"/>
                    <a:gd name="GluePoint17Y" fmla="*/ 48 h 101"/>
                    <a:gd name="GluePoint18X" fmla="*/ 57 w 59"/>
                    <a:gd name="GluePoint18Y" fmla="*/ 55 h 101"/>
                    <a:gd name="GluePoint19X" fmla="*/ 55 w 59"/>
                    <a:gd name="GluePoint19Y" fmla="*/ 64 h 101"/>
                    <a:gd name="GluePoint20X" fmla="*/ 54 w 59"/>
                    <a:gd name="GluePoint20Y" fmla="*/ 71 h 101"/>
                    <a:gd name="GluePoint21X" fmla="*/ 52 w 59"/>
                    <a:gd name="GluePoint21Y" fmla="*/ 95 h 101"/>
                    <a:gd name="GluePoint22X" fmla="*/ 49 w 59"/>
                    <a:gd name="GluePoint22Y" fmla="*/ 101 h 101"/>
                    <a:gd name="GluePoint23X" fmla="*/ 43 w 59"/>
                    <a:gd name="GluePoint23Y" fmla="*/ 98 h 101"/>
                    <a:gd name="GluePoint24X" fmla="*/ 38 w 59"/>
                    <a:gd name="GluePoint24Y" fmla="*/ 86 h 101"/>
                    <a:gd name="GluePoint25X" fmla="*/ 39 w 59"/>
                    <a:gd name="GluePoint25Y" fmla="*/ 78 h 101"/>
                    <a:gd name="GluePoint26X" fmla="*/ 42 w 59"/>
                    <a:gd name="GluePoint26Y" fmla="*/ 47 h 101"/>
                    <a:gd name="GluePoint27X" fmla="*/ 32 w 59"/>
                    <a:gd name="GluePoint27Y" fmla="*/ 44 h 101"/>
                    <a:gd name="GluePoint28X" fmla="*/ 29 w 59"/>
                    <a:gd name="GluePoint28Y" fmla="*/ 64 h 101"/>
                    <a:gd name="GluePoint29X" fmla="*/ 42 w 59"/>
                    <a:gd name="GluePoint29Y" fmla="*/ 47 h 10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</a:cxnLst>
                  <a:rect l="textAreaLeft" t="textAreaTop" r="textAreaRight" b="textAreaBottom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02" name="Freeform 10"/>
                <p:cNvSpPr/>
                <p:nvPr/>
              </p:nvSpPr>
              <p:spPr>
                <a:xfrm>
                  <a:off x="1364760" y="6111000"/>
                  <a:ext cx="103680" cy="223560"/>
                </a:xfrm>
                <a:custGeom>
                  <a:avLst/>
                  <a:gdLst>
                    <a:gd name="textAreaLeft" fmla="*/ 0 w 103680"/>
                    <a:gd name="textAreaRight" fmla="*/ 104040 w 103680"/>
                    <a:gd name="textAreaTop" fmla="*/ 0 h 223560"/>
                    <a:gd name="textAreaBottom" fmla="*/ 223920 h 223560"/>
                    <a:gd name="GluePoint1X" fmla="*/ 11 w 55"/>
                    <a:gd name="GluePoint1Y" fmla="*/ 89 h 120"/>
                    <a:gd name="GluePoint2X" fmla="*/ 10 w 55"/>
                    <a:gd name="GluePoint2Y" fmla="*/ 100 h 120"/>
                    <a:gd name="GluePoint3X" fmla="*/ 6 w 55"/>
                    <a:gd name="GluePoint3Y" fmla="*/ 104 h 120"/>
                    <a:gd name="GluePoint4X" fmla="*/ 1 w 55"/>
                    <a:gd name="GluePoint4Y" fmla="*/ 99 h 120"/>
                    <a:gd name="GluePoint5X" fmla="*/ 3 w 55"/>
                    <a:gd name="GluePoint5Y" fmla="*/ 84 h 120"/>
                    <a:gd name="GluePoint6X" fmla="*/ 14 w 55"/>
                    <a:gd name="GluePoint6Y" fmla="*/ 37 h 120"/>
                    <a:gd name="GluePoint7X" fmla="*/ 22 w 55"/>
                    <a:gd name="GluePoint7Y" fmla="*/ 11 h 120"/>
                    <a:gd name="GluePoint8X" fmla="*/ 26 w 55"/>
                    <a:gd name="GluePoint8Y" fmla="*/ 19 h 120"/>
                    <a:gd name="GluePoint9X" fmla="*/ 20 w 55"/>
                    <a:gd name="GluePoint9Y" fmla="*/ 40 h 120"/>
                    <a:gd name="GluePoint10X" fmla="*/ 27 w 55"/>
                    <a:gd name="GluePoint10Y" fmla="*/ 35 h 120"/>
                    <a:gd name="GluePoint11X" fmla="*/ 35 w 55"/>
                    <a:gd name="GluePoint11Y" fmla="*/ 30 h 120"/>
                    <a:gd name="GluePoint12X" fmla="*/ 33 w 55"/>
                    <a:gd name="GluePoint12Y" fmla="*/ 9 h 120"/>
                    <a:gd name="GluePoint13X" fmla="*/ 28 w 55"/>
                    <a:gd name="GluePoint13Y" fmla="*/ 8 h 120"/>
                    <a:gd name="GluePoint14X" fmla="*/ 19 w 55"/>
                    <a:gd name="GluePoint14Y" fmla="*/ 12 h 120"/>
                    <a:gd name="GluePoint15X" fmla="*/ 12 w 55"/>
                    <a:gd name="GluePoint15Y" fmla="*/ 15 h 120"/>
                    <a:gd name="GluePoint16X" fmla="*/ 9 w 55"/>
                    <a:gd name="GluePoint16Y" fmla="*/ 11 h 120"/>
                    <a:gd name="GluePoint17X" fmla="*/ 11 w 55"/>
                    <a:gd name="GluePoint17Y" fmla="*/ 8 h 120"/>
                    <a:gd name="GluePoint18X" fmla="*/ 31 w 55"/>
                    <a:gd name="GluePoint18Y" fmla="*/ 0 h 120"/>
                    <a:gd name="GluePoint19X" fmla="*/ 45 w 55"/>
                    <a:gd name="GluePoint19Y" fmla="*/ 15 h 120"/>
                    <a:gd name="GluePoint20X" fmla="*/ 44 w 55"/>
                    <a:gd name="GluePoint20Y" fmla="*/ 46 h 120"/>
                    <a:gd name="GluePoint21X" fmla="*/ 48 w 55"/>
                    <a:gd name="GluePoint21Y" fmla="*/ 54 h 120"/>
                    <a:gd name="GluePoint22X" fmla="*/ 48 w 55"/>
                    <a:gd name="GluePoint22Y" fmla="*/ 71 h 120"/>
                    <a:gd name="GluePoint23X" fmla="*/ 44 w 55"/>
                    <a:gd name="GluePoint23Y" fmla="*/ 77 h 120"/>
                    <a:gd name="GluePoint24X" fmla="*/ 44 w 55"/>
                    <a:gd name="GluePoint24Y" fmla="*/ 110 h 120"/>
                    <a:gd name="GluePoint25X" fmla="*/ 44 w 55"/>
                    <a:gd name="GluePoint25Y" fmla="*/ 114 h 120"/>
                    <a:gd name="GluePoint26X" fmla="*/ 41 w 55"/>
                    <a:gd name="GluePoint26Y" fmla="*/ 120 h 120"/>
                    <a:gd name="GluePoint27X" fmla="*/ 32 w 55"/>
                    <a:gd name="GluePoint27Y" fmla="*/ 118 h 120"/>
                    <a:gd name="GluePoint28X" fmla="*/ 13 w 55"/>
                    <a:gd name="GluePoint28Y" fmla="*/ 91 h 120"/>
                    <a:gd name="GluePoint29X" fmla="*/ 12 w 55"/>
                    <a:gd name="GluePoint29Y" fmla="*/ 89 h 120"/>
                    <a:gd name="GluePoint30X" fmla="*/ 11 w 55"/>
                    <a:gd name="GluePoint30Y" fmla="*/ 89 h 120"/>
                    <a:gd name="GluePoint31X" fmla="*/ 24 w 55"/>
                    <a:gd name="GluePoint31Y" fmla="*/ 76 h 120"/>
                    <a:gd name="GluePoint32X" fmla="*/ 23 w 55"/>
                    <a:gd name="GluePoint32Y" fmla="*/ 74 h 120"/>
                    <a:gd name="GluePoint33X" fmla="*/ 27 w 55"/>
                    <a:gd name="GluePoint33Y" fmla="*/ 71 h 120"/>
                    <a:gd name="GluePoint34X" fmla="*/ 33 w 55"/>
                    <a:gd name="GluePoint34Y" fmla="*/ 67 h 120"/>
                    <a:gd name="GluePoint35X" fmla="*/ 32 w 55"/>
                    <a:gd name="GluePoint35Y" fmla="*/ 63 h 120"/>
                    <a:gd name="GluePoint36X" fmla="*/ 22 w 55"/>
                    <a:gd name="GluePoint36Y" fmla="*/ 52 h 120"/>
                    <a:gd name="GluePoint37X" fmla="*/ 18 w 55"/>
                    <a:gd name="GluePoint37Y" fmla="*/ 89 h 120"/>
                    <a:gd name="GluePoint38X" fmla="*/ 33 w 55"/>
                    <a:gd name="GluePoint38Y" fmla="*/ 107 h 120"/>
                    <a:gd name="GluePoint39X" fmla="*/ 35 w 55"/>
                    <a:gd name="GluePoint39Y" fmla="*/ 77 h 120"/>
                    <a:gd name="GluePoint40X" fmla="*/ 31 w 55"/>
                    <a:gd name="GluePoint40Y" fmla="*/ 75 h 120"/>
                    <a:gd name="GluePoint41X" fmla="*/ 24 w 55"/>
                    <a:gd name="GluePoint41Y" fmla="*/ 76 h 12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</a:cxnLst>
                  <a:rect l="textAreaLeft" t="textAreaTop" r="textAreaRight" b="textAreaBottom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103" name="组合 76"/>
              <p:cNvGrpSpPr/>
              <p:nvPr/>
            </p:nvGrpSpPr>
            <p:grpSpPr>
              <a:xfrm>
                <a:off x="671400" y="6061320"/>
                <a:ext cx="241200" cy="304560"/>
                <a:chOff x="671400" y="6061320"/>
                <a:chExt cx="241200" cy="304560"/>
              </a:xfrm>
            </p:grpSpPr>
            <p:sp>
              <p:nvSpPr>
                <p:cNvPr id="104" name="Freeform 13"/>
                <p:cNvSpPr/>
                <p:nvPr/>
              </p:nvSpPr>
              <p:spPr>
                <a:xfrm>
                  <a:off x="671400" y="6061320"/>
                  <a:ext cx="241200" cy="288000"/>
                </a:xfrm>
                <a:custGeom>
                  <a:avLst/>
                  <a:gdLst>
                    <a:gd name="textAreaLeft" fmla="*/ 0 w 241200"/>
                    <a:gd name="textAreaRight" fmla="*/ 241560 w 241200"/>
                    <a:gd name="textAreaTop" fmla="*/ 0 h 288000"/>
                    <a:gd name="textAreaBottom" fmla="*/ 288360 h 288000"/>
                    <a:gd name="GluePoint1X" fmla="*/ 54 w 128"/>
                    <a:gd name="GluePoint1Y" fmla="*/ 76 h 154"/>
                    <a:gd name="GluePoint2X" fmla="*/ 66 w 128"/>
                    <a:gd name="GluePoint2Y" fmla="*/ 53 h 154"/>
                    <a:gd name="GluePoint3X" fmla="*/ 49 w 128"/>
                    <a:gd name="GluePoint3Y" fmla="*/ 47 h 154"/>
                    <a:gd name="GluePoint4X" fmla="*/ 64 w 128"/>
                    <a:gd name="GluePoint4Y" fmla="*/ 44 h 154"/>
                    <a:gd name="GluePoint5X" fmla="*/ 83 w 128"/>
                    <a:gd name="GluePoint5Y" fmla="*/ 6 h 154"/>
                    <a:gd name="GluePoint6X" fmla="*/ 91 w 128"/>
                    <a:gd name="GluePoint6Y" fmla="*/ 11 h 154"/>
                    <a:gd name="GluePoint7X" fmla="*/ 96 w 128"/>
                    <a:gd name="GluePoint7Y" fmla="*/ 36 h 154"/>
                    <a:gd name="GluePoint8X" fmla="*/ 106 w 128"/>
                    <a:gd name="GluePoint8Y" fmla="*/ 41 h 154"/>
                    <a:gd name="GluePoint9X" fmla="*/ 82 w 128"/>
                    <a:gd name="GluePoint9Y" fmla="*/ 50 h 154"/>
                    <a:gd name="GluePoint10X" fmla="*/ 71 w 128"/>
                    <a:gd name="GluePoint10Y" fmla="*/ 65 h 154"/>
                    <a:gd name="GluePoint11X" fmla="*/ 110 w 128"/>
                    <a:gd name="GluePoint11Y" fmla="*/ 74 h 154"/>
                    <a:gd name="GluePoint12X" fmla="*/ 101 w 128"/>
                    <a:gd name="GluePoint12Y" fmla="*/ 87 h 154"/>
                    <a:gd name="GluePoint13X" fmla="*/ 111 w 128"/>
                    <a:gd name="GluePoint13Y" fmla="*/ 98 h 154"/>
                    <a:gd name="GluePoint14X" fmla="*/ 92 w 128"/>
                    <a:gd name="GluePoint14Y" fmla="*/ 104 h 154"/>
                    <a:gd name="GluePoint15X" fmla="*/ 86 w 128"/>
                    <a:gd name="GluePoint15Y" fmla="*/ 116 h 154"/>
                    <a:gd name="GluePoint16X" fmla="*/ 124 w 128"/>
                    <a:gd name="GluePoint16Y" fmla="*/ 112 h 154"/>
                    <a:gd name="GluePoint17X" fmla="*/ 120 w 128"/>
                    <a:gd name="GluePoint17Y" fmla="*/ 122 h 154"/>
                    <a:gd name="GluePoint18X" fmla="*/ 111 w 128"/>
                    <a:gd name="GluePoint18Y" fmla="*/ 144 h 154"/>
                    <a:gd name="GluePoint19X" fmla="*/ 105 w 128"/>
                    <a:gd name="GluePoint19Y" fmla="*/ 153 h 154"/>
                    <a:gd name="GluePoint20X" fmla="*/ 55 w 128"/>
                    <a:gd name="GluePoint20Y" fmla="*/ 129 h 154"/>
                    <a:gd name="GluePoint21X" fmla="*/ 53 w 128"/>
                    <a:gd name="GluePoint21Y" fmla="*/ 121 h 154"/>
                    <a:gd name="GluePoint22X" fmla="*/ 61 w 128"/>
                    <a:gd name="GluePoint22Y" fmla="*/ 125 h 154"/>
                    <a:gd name="GluePoint23X" fmla="*/ 94 w 128"/>
                    <a:gd name="GluePoint23Y" fmla="*/ 140 h 154"/>
                    <a:gd name="GluePoint24X" fmla="*/ 85 w 128"/>
                    <a:gd name="GluePoint24Y" fmla="*/ 127 h 154"/>
                    <a:gd name="GluePoint25X" fmla="*/ 71 w 128"/>
                    <a:gd name="GluePoint25Y" fmla="*/ 108 h 154"/>
                    <a:gd name="GluePoint26X" fmla="*/ 52 w 128"/>
                    <a:gd name="GluePoint26Y" fmla="*/ 113 h 154"/>
                    <a:gd name="GluePoint27X" fmla="*/ 38 w 128"/>
                    <a:gd name="GluePoint27Y" fmla="*/ 97 h 154"/>
                    <a:gd name="GluePoint28X" fmla="*/ 51 w 128"/>
                    <a:gd name="GluePoint28Y" fmla="*/ 97 h 154"/>
                    <a:gd name="GluePoint29X" fmla="*/ 34 w 128"/>
                    <a:gd name="GluePoint29Y" fmla="*/ 93 h 154"/>
                    <a:gd name="GluePoint30X" fmla="*/ 35 w 128"/>
                    <a:gd name="GluePoint30Y" fmla="*/ 105 h 154"/>
                    <a:gd name="GluePoint31X" fmla="*/ 26 w 128"/>
                    <a:gd name="GluePoint31Y" fmla="*/ 154 h 154"/>
                    <a:gd name="GluePoint32X" fmla="*/ 20 w 128"/>
                    <a:gd name="GluePoint32Y" fmla="*/ 118 h 154"/>
                    <a:gd name="GluePoint33X" fmla="*/ 0 w 128"/>
                    <a:gd name="GluePoint33Y" fmla="*/ 103 h 154"/>
                    <a:gd name="GluePoint34X" fmla="*/ 19 w 128"/>
                    <a:gd name="GluePoint34Y" fmla="*/ 72 h 154"/>
                    <a:gd name="GluePoint35X" fmla="*/ 25 w 128"/>
                    <a:gd name="GluePoint35Y" fmla="*/ 51 h 154"/>
                    <a:gd name="GluePoint36X" fmla="*/ 39 w 128"/>
                    <a:gd name="GluePoint36Y" fmla="*/ 14 h 154"/>
                    <a:gd name="GluePoint37X" fmla="*/ 51 w 128"/>
                    <a:gd name="GluePoint37Y" fmla="*/ 24 h 154"/>
                    <a:gd name="GluePoint38X" fmla="*/ 39 w 128"/>
                    <a:gd name="GluePoint38Y" fmla="*/ 44 h 154"/>
                    <a:gd name="GluePoint39X" fmla="*/ 48 w 128"/>
                    <a:gd name="GluePoint39Y" fmla="*/ 73 h 154"/>
                    <a:gd name="GluePoint40X" fmla="*/ 81 w 128"/>
                    <a:gd name="GluePoint40Y" fmla="*/ 90 h 154"/>
                    <a:gd name="GluePoint41X" fmla="*/ 92 w 128"/>
                    <a:gd name="GluePoint41Y" fmla="*/ 71 h 154"/>
                    <a:gd name="GluePoint42X" fmla="*/ 81 w 128"/>
                    <a:gd name="GluePoint42Y" fmla="*/ 80 h 154"/>
                    <a:gd name="GluePoint43X" fmla="*/ 76 w 128"/>
                    <a:gd name="GluePoint43Y" fmla="*/ 73 h 154"/>
                    <a:gd name="GluePoint44X" fmla="*/ 67 w 128"/>
                    <a:gd name="GluePoint44Y" fmla="*/ 79 h 154"/>
                    <a:gd name="GluePoint45X" fmla="*/ 76 w 128"/>
                    <a:gd name="GluePoint45Y" fmla="*/ 73 h 154"/>
                    <a:gd name="GluePoint46X" fmla="*/ 56 w 128"/>
                    <a:gd name="GluePoint46Y" fmla="*/ 88 h 154"/>
                    <a:gd name="GluePoint47X" fmla="*/ 63 w 128"/>
                    <a:gd name="GluePoint47Y" fmla="*/ 81 h 154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</a:cxnLst>
                  <a:rect l="textAreaLeft" t="textAreaTop" r="textAreaRight" b="textAreaBottom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05" name="Freeform 14"/>
                <p:cNvSpPr/>
                <p:nvPr/>
              </p:nvSpPr>
              <p:spPr>
                <a:xfrm>
                  <a:off x="737640" y="6285960"/>
                  <a:ext cx="29520" cy="79920"/>
                </a:xfrm>
                <a:custGeom>
                  <a:avLst/>
                  <a:gdLst>
                    <a:gd name="textAreaLeft" fmla="*/ 0 w 29520"/>
                    <a:gd name="textAreaRight" fmla="*/ 29880 w 29520"/>
                    <a:gd name="textAreaTop" fmla="*/ 0 h 79920"/>
                    <a:gd name="textAreaBottom" fmla="*/ 80280 h 79920"/>
                    <a:gd name="GluePoint1X" fmla="*/ 9 w 16"/>
                    <a:gd name="GluePoint1Y" fmla="*/ 0 h 43"/>
                    <a:gd name="GluePoint2X" fmla="*/ 15 w 16"/>
                    <a:gd name="GluePoint2Y" fmla="*/ 11 h 43"/>
                    <a:gd name="GluePoint3X" fmla="*/ 9 w 16"/>
                    <a:gd name="GluePoint3Y" fmla="*/ 43 h 43"/>
                    <a:gd name="GluePoint4X" fmla="*/ 2 w 16"/>
                    <a:gd name="GluePoint4Y" fmla="*/ 39 h 43"/>
                    <a:gd name="GluePoint5X" fmla="*/ 0 w 16"/>
                    <a:gd name="GluePoint5Y" fmla="*/ 35 h 43"/>
                    <a:gd name="GluePoint6X" fmla="*/ 9 w 16"/>
                    <a:gd name="GluePoint6Y" fmla="*/ 0 h 4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34200" tIns="39960" rIns="34200" bIns="3996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106" name="组合 77"/>
              <p:cNvGrpSpPr/>
              <p:nvPr/>
            </p:nvGrpSpPr>
            <p:grpSpPr>
              <a:xfrm>
                <a:off x="998280" y="6148440"/>
                <a:ext cx="161640" cy="139320"/>
                <a:chOff x="998280" y="6148440"/>
                <a:chExt cx="161640" cy="139320"/>
              </a:xfrm>
            </p:grpSpPr>
            <p:sp>
              <p:nvSpPr>
                <p:cNvPr id="107" name="Freeform 18"/>
                <p:cNvSpPr/>
                <p:nvPr/>
              </p:nvSpPr>
              <p:spPr>
                <a:xfrm>
                  <a:off x="1052640" y="6148440"/>
                  <a:ext cx="107280" cy="139320"/>
                </a:xfrm>
                <a:custGeom>
                  <a:avLst/>
                  <a:gdLst>
                    <a:gd name="textAreaLeft" fmla="*/ 0 w 107280"/>
                    <a:gd name="textAreaRight" fmla="*/ 107640 w 107280"/>
                    <a:gd name="textAreaTop" fmla="*/ 0 h 139320"/>
                    <a:gd name="textAreaBottom" fmla="*/ 139680 h 139320"/>
                    <a:gd name="GluePoint1X" fmla="*/ 49 w 57"/>
                    <a:gd name="GluePoint1Y" fmla="*/ 74 h 75"/>
                    <a:gd name="GluePoint2X" fmla="*/ 40 w 57"/>
                    <a:gd name="GluePoint2Y" fmla="*/ 67 h 75"/>
                    <a:gd name="GluePoint3X" fmla="*/ 33 w 57"/>
                    <a:gd name="GluePoint3Y" fmla="*/ 48 h 75"/>
                    <a:gd name="GluePoint4X" fmla="*/ 27 w 57"/>
                    <a:gd name="GluePoint4Y" fmla="*/ 46 h 75"/>
                    <a:gd name="GluePoint5X" fmla="*/ 11 w 57"/>
                    <a:gd name="GluePoint5Y" fmla="*/ 60 h 75"/>
                    <a:gd name="GluePoint6X" fmla="*/ 5 w 57"/>
                    <a:gd name="GluePoint6Y" fmla="*/ 60 h 75"/>
                    <a:gd name="GluePoint7X" fmla="*/ 6 w 57"/>
                    <a:gd name="GluePoint7Y" fmla="*/ 46 h 75"/>
                    <a:gd name="GluePoint8X" fmla="*/ 27 w 57"/>
                    <a:gd name="GluePoint8Y" fmla="*/ 26 h 75"/>
                    <a:gd name="GluePoint9X" fmla="*/ 40 w 57"/>
                    <a:gd name="GluePoint9Y" fmla="*/ 10 h 75"/>
                    <a:gd name="GluePoint10X" fmla="*/ 41 w 57"/>
                    <a:gd name="GluePoint10Y" fmla="*/ 6 h 75"/>
                    <a:gd name="GluePoint11X" fmla="*/ 45 w 57"/>
                    <a:gd name="GluePoint11Y" fmla="*/ 0 h 75"/>
                    <a:gd name="GluePoint12X" fmla="*/ 53 w 57"/>
                    <a:gd name="GluePoint12Y" fmla="*/ 3 h 75"/>
                    <a:gd name="GluePoint13X" fmla="*/ 53 w 57"/>
                    <a:gd name="GluePoint13Y" fmla="*/ 20 h 75"/>
                    <a:gd name="GluePoint14X" fmla="*/ 37 w 57"/>
                    <a:gd name="GluePoint14Y" fmla="*/ 38 h 75"/>
                    <a:gd name="GluePoint15X" fmla="*/ 49 w 57"/>
                    <a:gd name="GluePoint15Y" fmla="*/ 74 h 7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08" name="Freeform 19"/>
                <p:cNvSpPr/>
                <p:nvPr/>
              </p:nvSpPr>
              <p:spPr>
                <a:xfrm>
                  <a:off x="998280" y="6183360"/>
                  <a:ext cx="54000" cy="102960"/>
                </a:xfrm>
                <a:custGeom>
                  <a:avLst/>
                  <a:gdLst>
                    <a:gd name="textAreaLeft" fmla="*/ 0 w 54000"/>
                    <a:gd name="textAreaRight" fmla="*/ 54360 w 54000"/>
                    <a:gd name="textAreaTop" fmla="*/ 0 h 102960"/>
                    <a:gd name="textAreaBottom" fmla="*/ 103320 h 102960"/>
                    <a:gd name="GluePoint1X" fmla="*/ 12 w 29"/>
                    <a:gd name="GluePoint1Y" fmla="*/ 30 h 55"/>
                    <a:gd name="GluePoint2X" fmla="*/ 20 w 29"/>
                    <a:gd name="GluePoint2Y" fmla="*/ 7 h 55"/>
                    <a:gd name="GluePoint3X" fmla="*/ 25 w 29"/>
                    <a:gd name="GluePoint3Y" fmla="*/ 1 h 55"/>
                    <a:gd name="GluePoint4X" fmla="*/ 26 w 29"/>
                    <a:gd name="GluePoint4Y" fmla="*/ 9 h 55"/>
                    <a:gd name="GluePoint5X" fmla="*/ 16 w 29"/>
                    <a:gd name="GluePoint5Y" fmla="*/ 39 h 55"/>
                    <a:gd name="GluePoint6X" fmla="*/ 13 w 29"/>
                    <a:gd name="GluePoint6Y" fmla="*/ 52 h 55"/>
                    <a:gd name="GluePoint7X" fmla="*/ 7 w 29"/>
                    <a:gd name="GluePoint7Y" fmla="*/ 54 h 55"/>
                    <a:gd name="GluePoint8X" fmla="*/ 2 w 29"/>
                    <a:gd name="GluePoint8Y" fmla="*/ 41 h 55"/>
                    <a:gd name="GluePoint9X" fmla="*/ 3 w 29"/>
                    <a:gd name="GluePoint9Y" fmla="*/ 32 h 55"/>
                    <a:gd name="GluePoint10X" fmla="*/ 2 w 29"/>
                    <a:gd name="GluePoint10Y" fmla="*/ 6 h 55"/>
                    <a:gd name="GluePoint11X" fmla="*/ 6 w 29"/>
                    <a:gd name="GluePoint11Y" fmla="*/ 5 h 55"/>
                    <a:gd name="GluePoint12X" fmla="*/ 10 w 29"/>
                    <a:gd name="GluePoint12Y" fmla="*/ 14 h 55"/>
                    <a:gd name="GluePoint13X" fmla="*/ 11 w 29"/>
                    <a:gd name="GluePoint13Y" fmla="*/ 30 h 55"/>
                    <a:gd name="GluePoint14X" fmla="*/ 12 w 29"/>
                    <a:gd name="GluePoint14Y" fmla="*/ 30 h 5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61920" rIns="619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09" name="Freeform 20"/>
                <p:cNvSpPr/>
                <p:nvPr/>
              </p:nvSpPr>
              <p:spPr>
                <a:xfrm>
                  <a:off x="1030320" y="6149880"/>
                  <a:ext cx="50040" cy="31680"/>
                </a:xfrm>
                <a:custGeom>
                  <a:avLst/>
                  <a:gdLst>
                    <a:gd name="textAreaLeft" fmla="*/ 0 w 50040"/>
                    <a:gd name="textAreaRight" fmla="*/ 50400 w 50040"/>
                    <a:gd name="textAreaTop" fmla="*/ 0 h 31680"/>
                    <a:gd name="textAreaBottom" fmla="*/ 32040 h 31680"/>
                    <a:gd name="GluePoint1X" fmla="*/ 27 w 27"/>
                    <a:gd name="GluePoint1Y" fmla="*/ 1 h 17"/>
                    <a:gd name="GluePoint2X" fmla="*/ 16 w 27"/>
                    <a:gd name="GluePoint2Y" fmla="*/ 14 h 17"/>
                    <a:gd name="GluePoint3X" fmla="*/ 5 w 27"/>
                    <a:gd name="GluePoint3Y" fmla="*/ 13 h 17"/>
                    <a:gd name="GluePoint4X" fmla="*/ 0 w 27"/>
                    <a:gd name="GluePoint4Y" fmla="*/ 4 h 17"/>
                    <a:gd name="GluePoint5X" fmla="*/ 9 w 27"/>
                    <a:gd name="GluePoint5Y" fmla="*/ 2 h 17"/>
                    <a:gd name="GluePoint6X" fmla="*/ 27 w 27"/>
                    <a:gd name="GluePoint6Y" fmla="*/ 0 h 17"/>
                    <a:gd name="GluePoint7X" fmla="*/ 27 w 27"/>
                    <a:gd name="GluePoint7Y" fmla="*/ 1 h 1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</a:cxnLst>
                  <a:rect l="textAreaLeft" t="textAreaTop" r="textAreaRight" b="textAreaBottom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7240" tIns="15840" rIns="57240" bIns="1584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110" name="组合 78"/>
              <p:cNvGrpSpPr/>
              <p:nvPr/>
            </p:nvGrpSpPr>
            <p:grpSpPr>
              <a:xfrm>
                <a:off x="1586160" y="6123240"/>
                <a:ext cx="185400" cy="184680"/>
                <a:chOff x="1586160" y="6123240"/>
                <a:chExt cx="185400" cy="184680"/>
              </a:xfrm>
            </p:grpSpPr>
            <p:sp>
              <p:nvSpPr>
                <p:cNvPr id="111" name="Freeform 11"/>
                <p:cNvSpPr/>
                <p:nvPr/>
              </p:nvSpPr>
              <p:spPr>
                <a:xfrm>
                  <a:off x="1641960" y="6123240"/>
                  <a:ext cx="129600" cy="181440"/>
                </a:xfrm>
                <a:custGeom>
                  <a:avLst/>
                  <a:gdLst>
                    <a:gd name="textAreaLeft" fmla="*/ 0 w 129600"/>
                    <a:gd name="textAreaRight" fmla="*/ 129960 w 129600"/>
                    <a:gd name="textAreaTop" fmla="*/ 0 h 181440"/>
                    <a:gd name="textAreaBottom" fmla="*/ 181800 h 181440"/>
                    <a:gd name="GluePoint1X" fmla="*/ 29 w 72"/>
                    <a:gd name="GluePoint1Y" fmla="*/ 49 h 102"/>
                    <a:gd name="GluePoint2X" fmla="*/ 15 w 72"/>
                    <a:gd name="GluePoint2Y" fmla="*/ 43 h 102"/>
                    <a:gd name="GluePoint3X" fmla="*/ 10 w 72"/>
                    <a:gd name="GluePoint3Y" fmla="*/ 21 h 102"/>
                    <a:gd name="GluePoint4X" fmla="*/ 13 w 72"/>
                    <a:gd name="GluePoint4Y" fmla="*/ 15 h 102"/>
                    <a:gd name="GluePoint5X" fmla="*/ 19 w 72"/>
                    <a:gd name="GluePoint5Y" fmla="*/ 18 h 102"/>
                    <a:gd name="GluePoint6X" fmla="*/ 20 w 72"/>
                    <a:gd name="GluePoint6Y" fmla="*/ 26 h 102"/>
                    <a:gd name="GluePoint7X" fmla="*/ 35 w 72"/>
                    <a:gd name="GluePoint7Y" fmla="*/ 22 h 102"/>
                    <a:gd name="GluePoint8X" fmla="*/ 40 w 72"/>
                    <a:gd name="GluePoint8Y" fmla="*/ 16 h 102"/>
                    <a:gd name="GluePoint9X" fmla="*/ 43 w 72"/>
                    <a:gd name="GluePoint9Y" fmla="*/ 14 h 102"/>
                    <a:gd name="GluePoint10X" fmla="*/ 44 w 72"/>
                    <a:gd name="GluePoint10Y" fmla="*/ 19 h 102"/>
                    <a:gd name="GluePoint11X" fmla="*/ 43 w 72"/>
                    <a:gd name="GluePoint11Y" fmla="*/ 28 h 102"/>
                    <a:gd name="GluePoint12X" fmla="*/ 36 w 72"/>
                    <a:gd name="GluePoint12Y" fmla="*/ 40 h 102"/>
                    <a:gd name="GluePoint13X" fmla="*/ 37 w 72"/>
                    <a:gd name="GluePoint13Y" fmla="*/ 42 h 102"/>
                    <a:gd name="GluePoint14X" fmla="*/ 44 w 72"/>
                    <a:gd name="GluePoint14Y" fmla="*/ 38 h 102"/>
                    <a:gd name="GluePoint15X" fmla="*/ 56 w 72"/>
                    <a:gd name="GluePoint15Y" fmla="*/ 20 h 102"/>
                    <a:gd name="GluePoint16X" fmla="*/ 49 w 72"/>
                    <a:gd name="GluePoint16Y" fmla="*/ 9 h 102"/>
                    <a:gd name="GluePoint17X" fmla="*/ 28 w 72"/>
                    <a:gd name="GluePoint17Y" fmla="*/ 14 h 102"/>
                    <a:gd name="GluePoint18X" fmla="*/ 20 w 72"/>
                    <a:gd name="GluePoint18Y" fmla="*/ 13 h 102"/>
                    <a:gd name="GluePoint19X" fmla="*/ 22 w 72"/>
                    <a:gd name="GluePoint19Y" fmla="*/ 6 h 102"/>
                    <a:gd name="GluePoint20X" fmla="*/ 50 w 72"/>
                    <a:gd name="GluePoint20Y" fmla="*/ 1 h 102"/>
                    <a:gd name="GluePoint21X" fmla="*/ 68 w 72"/>
                    <a:gd name="GluePoint21Y" fmla="*/ 12 h 102"/>
                    <a:gd name="GluePoint22X" fmla="*/ 67 w 72"/>
                    <a:gd name="GluePoint22Y" fmla="*/ 24 h 102"/>
                    <a:gd name="GluePoint23X" fmla="*/ 49 w 72"/>
                    <a:gd name="GluePoint23Y" fmla="*/ 48 h 102"/>
                    <a:gd name="GluePoint24X" fmla="*/ 42 w 72"/>
                    <a:gd name="GluePoint24Y" fmla="*/ 49 h 102"/>
                    <a:gd name="GluePoint25X" fmla="*/ 37 w 72"/>
                    <a:gd name="GluePoint25Y" fmla="*/ 47 h 102"/>
                    <a:gd name="GluePoint26X" fmla="*/ 35 w 72"/>
                    <a:gd name="GluePoint26Y" fmla="*/ 52 h 102"/>
                    <a:gd name="GluePoint27X" fmla="*/ 41 w 72"/>
                    <a:gd name="GluePoint27Y" fmla="*/ 58 h 102"/>
                    <a:gd name="GluePoint28X" fmla="*/ 48 w 72"/>
                    <a:gd name="GluePoint28Y" fmla="*/ 57 h 102"/>
                    <a:gd name="GluePoint29X" fmla="*/ 53 w 72"/>
                    <a:gd name="GluePoint29Y" fmla="*/ 59 h 102"/>
                    <a:gd name="GluePoint30X" fmla="*/ 53 w 72"/>
                    <a:gd name="GluePoint30Y" fmla="*/ 66 h 102"/>
                    <a:gd name="GluePoint31X" fmla="*/ 48 w 72"/>
                    <a:gd name="GluePoint31Y" fmla="*/ 70 h 102"/>
                    <a:gd name="GluePoint32X" fmla="*/ 37 w 72"/>
                    <a:gd name="GluePoint32Y" fmla="*/ 81 h 102"/>
                    <a:gd name="GluePoint33X" fmla="*/ 45 w 72"/>
                    <a:gd name="GluePoint33Y" fmla="*/ 81 h 102"/>
                    <a:gd name="GluePoint34X" fmla="*/ 57 w 72"/>
                    <a:gd name="GluePoint34Y" fmla="*/ 89 h 102"/>
                    <a:gd name="GluePoint35X" fmla="*/ 51 w 72"/>
                    <a:gd name="GluePoint35Y" fmla="*/ 98 h 102"/>
                    <a:gd name="GluePoint36X" fmla="*/ 26 w 72"/>
                    <a:gd name="GluePoint36Y" fmla="*/ 101 h 102"/>
                    <a:gd name="GluePoint37X" fmla="*/ 17 w 72"/>
                    <a:gd name="GluePoint37Y" fmla="*/ 96 h 102"/>
                    <a:gd name="GluePoint38X" fmla="*/ 15 w 72"/>
                    <a:gd name="GluePoint38Y" fmla="*/ 94 h 102"/>
                    <a:gd name="GluePoint39X" fmla="*/ 19 w 72"/>
                    <a:gd name="GluePoint39Y" fmla="*/ 77 h 102"/>
                    <a:gd name="GluePoint40X" fmla="*/ 27 w 72"/>
                    <a:gd name="GluePoint40Y" fmla="*/ 70 h 102"/>
                    <a:gd name="GluePoint41X" fmla="*/ 27 w 72"/>
                    <a:gd name="GluePoint41Y" fmla="*/ 69 h 102"/>
                    <a:gd name="GluePoint42X" fmla="*/ 21 w 72"/>
                    <a:gd name="GluePoint42Y" fmla="*/ 71 h 102"/>
                    <a:gd name="GluePoint43X" fmla="*/ 9 w 72"/>
                    <a:gd name="GluePoint43Y" fmla="*/ 76 h 102"/>
                    <a:gd name="GluePoint44X" fmla="*/ 3 w 72"/>
                    <a:gd name="GluePoint44Y" fmla="*/ 75 h 102"/>
                    <a:gd name="GluePoint45X" fmla="*/ 4 w 72"/>
                    <a:gd name="GluePoint45Y" fmla="*/ 69 h 102"/>
                    <a:gd name="GluePoint46X" fmla="*/ 26 w 72"/>
                    <a:gd name="GluePoint46Y" fmla="*/ 60 h 102"/>
                    <a:gd name="GluePoint47X" fmla="*/ 28 w 72"/>
                    <a:gd name="GluePoint47Y" fmla="*/ 57 h 102"/>
                    <a:gd name="GluePoint48X" fmla="*/ 29 w 72"/>
                    <a:gd name="GluePoint48Y" fmla="*/ 49 h 102"/>
                    <a:gd name="GluePoint49X" fmla="*/ 34 w 72"/>
                    <a:gd name="GluePoint49Y" fmla="*/ 29 h 102"/>
                    <a:gd name="GluePoint50X" fmla="*/ 33 w 72"/>
                    <a:gd name="GluePoint50Y" fmla="*/ 28 h 102"/>
                    <a:gd name="GluePoint51X" fmla="*/ 26 w 72"/>
                    <a:gd name="GluePoint51Y" fmla="*/ 32 h 102"/>
                    <a:gd name="GluePoint52X" fmla="*/ 23 w 72"/>
                    <a:gd name="GluePoint52Y" fmla="*/ 36 h 102"/>
                    <a:gd name="GluePoint53X" fmla="*/ 26 w 72"/>
                    <a:gd name="GluePoint53Y" fmla="*/ 42 h 102"/>
                    <a:gd name="GluePoint54X" fmla="*/ 31 w 72"/>
                    <a:gd name="GluePoint54Y" fmla="*/ 40 h 102"/>
                    <a:gd name="GluePoint55X" fmla="*/ 34 w 72"/>
                    <a:gd name="GluePoint55Y" fmla="*/ 29 h 10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  <a:cxn ang="0">
                      <a:pos x="GluePoint50X" y="GluePoint50Y"/>
                    </a:cxn>
                    <a:cxn ang="0">
                      <a:pos x="GluePoint51X" y="GluePoint51Y"/>
                    </a:cxn>
                    <a:cxn ang="0">
                      <a:pos x="GluePoint52X" y="GluePoint52Y"/>
                    </a:cxn>
                    <a:cxn ang="0">
                      <a:pos x="GluePoint53X" y="GluePoint53Y"/>
                    </a:cxn>
                    <a:cxn ang="0">
                      <a:pos x="GluePoint54X" y="GluePoint54Y"/>
                    </a:cxn>
                    <a:cxn ang="0">
                      <a:pos x="GluePoint55X" y="GluePoint55Y"/>
                    </a:cxn>
                  </a:cxnLst>
                  <a:rect l="textAreaLeft" t="textAreaTop" r="textAreaRight" b="textAreaBottom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12" name="Freeform 12"/>
                <p:cNvSpPr/>
                <p:nvPr/>
              </p:nvSpPr>
              <p:spPr>
                <a:xfrm>
                  <a:off x="1586160" y="6132960"/>
                  <a:ext cx="69480" cy="174960"/>
                </a:xfrm>
                <a:custGeom>
                  <a:avLst/>
                  <a:gdLst>
                    <a:gd name="textAreaLeft" fmla="*/ 0 w 69480"/>
                    <a:gd name="textAreaRight" fmla="*/ 69840 w 69480"/>
                    <a:gd name="textAreaTop" fmla="*/ 0 h 174960"/>
                    <a:gd name="textAreaBottom" fmla="*/ 175320 h 174960"/>
                    <a:gd name="GluePoint1X" fmla="*/ 30 w 39"/>
                    <a:gd name="GluePoint1Y" fmla="*/ 44 h 98"/>
                    <a:gd name="GluePoint2X" fmla="*/ 36 w 39"/>
                    <a:gd name="GluePoint2Y" fmla="*/ 34 h 98"/>
                    <a:gd name="GluePoint3X" fmla="*/ 37 w 39"/>
                    <a:gd name="GluePoint3Y" fmla="*/ 51 h 98"/>
                    <a:gd name="GluePoint4X" fmla="*/ 25 w 39"/>
                    <a:gd name="GluePoint4Y" fmla="*/ 82 h 98"/>
                    <a:gd name="GluePoint5X" fmla="*/ 21 w 39"/>
                    <a:gd name="GluePoint5Y" fmla="*/ 98 h 98"/>
                    <a:gd name="GluePoint6X" fmla="*/ 13 w 39"/>
                    <a:gd name="GluePoint6Y" fmla="*/ 96 h 98"/>
                    <a:gd name="GluePoint7X" fmla="*/ 5 w 39"/>
                    <a:gd name="GluePoint7Y" fmla="*/ 83 h 98"/>
                    <a:gd name="GluePoint8X" fmla="*/ 11 w 39"/>
                    <a:gd name="GluePoint8Y" fmla="*/ 62 h 98"/>
                    <a:gd name="GluePoint9X" fmla="*/ 9 w 39"/>
                    <a:gd name="GluePoint9Y" fmla="*/ 43 h 98"/>
                    <a:gd name="GluePoint10X" fmla="*/ 12 w 39"/>
                    <a:gd name="GluePoint10Y" fmla="*/ 38 h 98"/>
                    <a:gd name="GluePoint11X" fmla="*/ 18 w 39"/>
                    <a:gd name="GluePoint11Y" fmla="*/ 33 h 98"/>
                    <a:gd name="GluePoint12X" fmla="*/ 23 w 39"/>
                    <a:gd name="GluePoint12Y" fmla="*/ 12 h 98"/>
                    <a:gd name="GluePoint13X" fmla="*/ 11 w 39"/>
                    <a:gd name="GluePoint13Y" fmla="*/ 16 h 98"/>
                    <a:gd name="GluePoint14X" fmla="*/ 2 w 39"/>
                    <a:gd name="GluePoint14Y" fmla="*/ 16 h 98"/>
                    <a:gd name="GluePoint15X" fmla="*/ 0 w 39"/>
                    <a:gd name="GluePoint15Y" fmla="*/ 12 h 98"/>
                    <a:gd name="GluePoint16X" fmla="*/ 3 w 39"/>
                    <a:gd name="GluePoint16Y" fmla="*/ 10 h 98"/>
                    <a:gd name="GluePoint17X" fmla="*/ 16 w 39"/>
                    <a:gd name="GluePoint17Y" fmla="*/ 7 h 98"/>
                    <a:gd name="GluePoint18X" fmla="*/ 26 w 39"/>
                    <a:gd name="GluePoint18Y" fmla="*/ 2 h 98"/>
                    <a:gd name="GluePoint19X" fmla="*/ 32 w 39"/>
                    <a:gd name="GluePoint19Y" fmla="*/ 1 h 98"/>
                    <a:gd name="GluePoint20X" fmla="*/ 35 w 39"/>
                    <a:gd name="GluePoint20Y" fmla="*/ 9 h 98"/>
                    <a:gd name="GluePoint21X" fmla="*/ 34 w 39"/>
                    <a:gd name="GluePoint21Y" fmla="*/ 11 h 98"/>
                    <a:gd name="GluePoint22X" fmla="*/ 27 w 39"/>
                    <a:gd name="GluePoint22Y" fmla="*/ 38 h 98"/>
                    <a:gd name="GluePoint23X" fmla="*/ 28 w 39"/>
                    <a:gd name="GluePoint23Y" fmla="*/ 44 h 98"/>
                    <a:gd name="GluePoint24X" fmla="*/ 30 w 39"/>
                    <a:gd name="GluePoint24Y" fmla="*/ 44 h 9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</a:cxnLst>
                  <a:rect l="textAreaLeft" t="textAreaTop" r="textAreaRight" b="textAreaBottom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1840" rIns="5184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</p:grp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封面样式2-首页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A-矩形 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124" name="任意多边形: 形状 118"/>
          <p:cNvSpPr/>
          <p:nvPr/>
        </p:nvSpPr>
        <p:spPr>
          <a:xfrm rot="1917000">
            <a:off x="-628560" y="-604440"/>
            <a:ext cx="12918600" cy="10347120"/>
          </a:xfrm>
          <a:custGeom>
            <a:avLst/>
            <a:gdLst>
              <a:gd name="textAreaLeft" fmla="*/ 0 w 12918600"/>
              <a:gd name="textAreaRight" fmla="*/ 12918960 w 12918600"/>
              <a:gd name="textAreaTop" fmla="*/ 0 h 10347120"/>
              <a:gd name="textAreaBottom" fmla="*/ 10347480 h 10347120"/>
              <a:gd name="GluePoint1X" fmla="*/ 3910821 w 12918999"/>
              <a:gd name="GluePoint1Y" fmla="*/ 3392979 h 10347422"/>
              <a:gd name="GluePoint2X" fmla="*/ 10262073 w 12918999"/>
              <a:gd name="GluePoint2Y" fmla="*/ 135295 h 10347422"/>
              <a:gd name="GluePoint3X" fmla="*/ 10593809 w 12918999"/>
              <a:gd name="GluePoint3Y" fmla="*/ 0 h 10347422"/>
              <a:gd name="GluePoint4X" fmla="*/ 12918999 w 12918999"/>
              <a:gd name="GluePoint4Y" fmla="*/ 3728462 h 10347422"/>
              <a:gd name="GluePoint5X" fmla="*/ 11966464 w 12918999"/>
              <a:gd name="GluePoint5Y" fmla="*/ 4224159 h 10347422"/>
              <a:gd name="GluePoint6X" fmla="*/ 3050273 w 12918999"/>
              <a:gd name="GluePoint6Y" fmla="*/ 10050202 h 10347422"/>
              <a:gd name="GluePoint7X" fmla="*/ 2678241 w 12918999"/>
              <a:gd name="GluePoint7Y" fmla="*/ 10347422 h 10347422"/>
              <a:gd name="GluePoint8X" fmla="*/ 0 w 12918999"/>
              <a:gd name="GluePoint8Y" fmla="*/ 6052840 h 10347422"/>
              <a:gd name="GluePoint9X" fmla="*/ 4301 w 12918999"/>
              <a:gd name="GluePoint9Y" fmla="*/ 6049545 h 10347422"/>
              <a:gd name="GluePoint10X" fmla="*/ 3049697 w 12918999"/>
              <a:gd name="GluePoint10Y" fmla="*/ 3931365 h 10347422"/>
              <a:gd name="GluePoint11X" fmla="*/ 3910821 w 12918999"/>
              <a:gd name="GluePoint11Y" fmla="*/ 3392979 h 1034742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textAreaLeft" t="textAreaTop" r="textAreaRight" b="textAreaBottom"/>
            <a:pathLst>
              <a:path w="12918999" h="10347422">
                <a:moveTo>
                  <a:pt x="3910821" y="3392979"/>
                </a:moveTo>
                <a:cubicBezTo>
                  <a:pt x="5934272" y="2157348"/>
                  <a:pt x="8056184" y="1066634"/>
                  <a:pt x="10262073" y="135295"/>
                </a:cubicBezTo>
                <a:lnTo>
                  <a:pt x="10593809" y="0"/>
                </a:lnTo>
                <a:lnTo>
                  <a:pt x="12918999" y="3728462"/>
                </a:lnTo>
                <a:lnTo>
                  <a:pt x="11966464" y="4224159"/>
                </a:lnTo>
                <a:cubicBezTo>
                  <a:pt x="8816355" y="5904658"/>
                  <a:pt x="5833798" y="7857148"/>
                  <a:pt x="3050273" y="10050202"/>
                </a:cubicBezTo>
                <a:lnTo>
                  <a:pt x="2678241" y="10347422"/>
                </a:lnTo>
                <a:lnTo>
                  <a:pt x="0" y="6052840"/>
                </a:lnTo>
                <a:lnTo>
                  <a:pt x="4301" y="6049545"/>
                </a:lnTo>
                <a:cubicBezTo>
                  <a:pt x="990558" y="5305797"/>
                  <a:pt x="2006380" y="4599047"/>
                  <a:pt x="3049697" y="3931365"/>
                </a:cubicBezTo>
                <a:cubicBezTo>
                  <a:pt x="3334701" y="3748973"/>
                  <a:pt x="3621756" y="3569497"/>
                  <a:pt x="3910821" y="3392979"/>
                </a:cubicBezTo>
                <a:close/>
              </a:path>
            </a:pathLst>
          </a:cu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3F3F3F">
                  <a:alpha val="15000"/>
                </a:srgbClr>
              </a:gs>
            </a:gsLst>
            <a:lin ang="7314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125" name="任意多边形: 形状 105"/>
          <p:cNvSpPr/>
          <p:nvPr/>
        </p:nvSpPr>
        <p:spPr>
          <a:xfrm rot="2886600">
            <a:off x="1087560" y="-2969280"/>
            <a:ext cx="10843560" cy="12154680"/>
          </a:xfrm>
          <a:custGeom>
            <a:avLst/>
            <a:gdLst>
              <a:gd name="textAreaLeft" fmla="*/ 0 w 10843560"/>
              <a:gd name="textAreaRight" fmla="*/ 10843920 w 10843560"/>
              <a:gd name="textAreaTop" fmla="*/ 0 h 12154680"/>
              <a:gd name="textAreaBottom" fmla="*/ 12155040 h 12154680"/>
              <a:gd name="GluePoint1X" fmla="*/ 6051751 w 10843749"/>
              <a:gd name="GluePoint1Y" fmla="*/ 1433305 h 12155155"/>
              <a:gd name="GluePoint2X" fmla="*/ 6837805 w 10843749"/>
              <a:gd name="GluePoint2Y" fmla="*/ 587393 h 12155155"/>
              <a:gd name="GluePoint3X" fmla="*/ 7410328 w 10843749"/>
              <a:gd name="GluePoint3Y" fmla="*/ 0 h 12155155"/>
              <a:gd name="GluePoint4X" fmla="*/ 10843749 w 10843749"/>
              <a:gd name="GluePoint4Y" fmla="*/ 3081016 h 12155155"/>
              <a:gd name="GluePoint5X" fmla="*/ 2700969 w 10843749"/>
              <a:gd name="GluePoint5Y" fmla="*/ 12155155 h 12155155"/>
              <a:gd name="GluePoint6X" fmla="*/ 0 w 10843749"/>
              <a:gd name="GluePoint6Y" fmla="*/ 9731411 h 12155155"/>
              <a:gd name="GluePoint7X" fmla="*/ 261077 w 10843749"/>
              <a:gd name="GluePoint7Y" fmla="*/ 9278934 h 12155155"/>
              <a:gd name="GluePoint8X" fmla="*/ 6051751 w 10843749"/>
              <a:gd name="GluePoint8Y" fmla="*/ 1433305 h 1215515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0843749" h="12155155">
                <a:moveTo>
                  <a:pt x="6051751" y="1433305"/>
                </a:moveTo>
                <a:cubicBezTo>
                  <a:pt x="6310424" y="1148193"/>
                  <a:pt x="6572461" y="866201"/>
                  <a:pt x="6837805" y="587393"/>
                </a:cubicBezTo>
                <a:lnTo>
                  <a:pt x="7410328" y="0"/>
                </a:lnTo>
                <a:lnTo>
                  <a:pt x="10843749" y="3081016"/>
                </a:lnTo>
                <a:lnTo>
                  <a:pt x="2700969" y="12155155"/>
                </a:lnTo>
                <a:lnTo>
                  <a:pt x="0" y="9731411"/>
                </a:lnTo>
                <a:lnTo>
                  <a:pt x="261077" y="9278934"/>
                </a:lnTo>
                <a:cubicBezTo>
                  <a:pt x="1926385" y="6466781"/>
                  <a:pt x="3869211" y="3838947"/>
                  <a:pt x="6051751" y="1433305"/>
                </a:cubicBezTo>
                <a:close/>
              </a:path>
            </a:pathLst>
          </a:cu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3F3F3F">
                  <a:alpha val="11000"/>
                </a:srgbClr>
              </a:gs>
            </a:gsLst>
            <a:lin ang="828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126" name="任意多边形: 形状 117"/>
          <p:cNvSpPr/>
          <p:nvPr/>
        </p:nvSpPr>
        <p:spPr>
          <a:xfrm rot="1846800">
            <a:off x="-306720" y="-539640"/>
            <a:ext cx="12650400" cy="11532240"/>
          </a:xfrm>
          <a:custGeom>
            <a:avLst/>
            <a:gdLst>
              <a:gd name="textAreaLeft" fmla="*/ 0 w 12650400"/>
              <a:gd name="textAreaRight" fmla="*/ 12650760 w 12650400"/>
              <a:gd name="textAreaTop" fmla="*/ 0 h 11532240"/>
              <a:gd name="textAreaBottom" fmla="*/ 11532600 h 11532240"/>
              <a:gd name="GluePoint1X" fmla="*/ 7956679 w 12650822"/>
              <a:gd name="GluePoint1Y" fmla="*/ 1195248 h 11532482"/>
              <a:gd name="GluePoint2X" fmla="*/ 9978822 w 12650822"/>
              <a:gd name="GluePoint2Y" fmla="*/ 62012 h 11532482"/>
              <a:gd name="GluePoint3X" fmla="*/ 10098991 w 12650822"/>
              <a:gd name="GluePoint3Y" fmla="*/ 0 h 11532482"/>
              <a:gd name="GluePoint4X" fmla="*/ 12650822 w 12650822"/>
              <a:gd name="GluePoint4Y" fmla="*/ 4283979 h 11532482"/>
              <a:gd name="GluePoint5X" fmla="*/ 12245569 w 12650822"/>
              <a:gd name="GluePoint5Y" fmla="*/ 4531370 h 11532482"/>
              <a:gd name="GluePoint6X" fmla="*/ 3166697 w 12650822"/>
              <a:gd name="GluePoint6Y" fmla="*/ 11321300 h 11532482"/>
              <a:gd name="GluePoint7X" fmla="*/ 2933905 w 12650822"/>
              <a:gd name="GluePoint7Y" fmla="*/ 11532482 h 11532482"/>
              <a:gd name="GluePoint8X" fmla="*/ 1718627 w 12650822"/>
              <a:gd name="GluePoint8Y" fmla="*/ 9865697 h 11532482"/>
              <a:gd name="GluePoint9X" fmla="*/ 0 w 12650822"/>
              <a:gd name="GluePoint9Y" fmla="*/ 6980488 h 11532482"/>
              <a:gd name="GluePoint10X" fmla="*/ 22022 w 12650822"/>
              <a:gd name="GluePoint10Y" fmla="*/ 6960742 h 11532482"/>
              <a:gd name="GluePoint11X" fmla="*/ 4718407 w 12650822"/>
              <a:gd name="GluePoint11Y" fmla="*/ 3273000 h 11532482"/>
              <a:gd name="GluePoint12X" fmla="*/ 7956679 w 12650822"/>
              <a:gd name="GluePoint12Y" fmla="*/ 1195248 h 1153248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</a:cxnLst>
            <a:rect l="textAreaLeft" t="textAreaTop" r="textAreaRight" b="textAreaBottom"/>
            <a:pathLst>
              <a:path w="12650822" h="11532482">
                <a:moveTo>
                  <a:pt x="7956679" y="1195248"/>
                </a:moveTo>
                <a:cubicBezTo>
                  <a:pt x="8621077" y="803084"/>
                  <a:pt x="9295272" y="425195"/>
                  <a:pt x="9978822" y="62012"/>
                </a:cubicBezTo>
                <a:lnTo>
                  <a:pt x="10098991" y="0"/>
                </a:lnTo>
                <a:lnTo>
                  <a:pt x="12650822" y="4283979"/>
                </a:lnTo>
                <a:lnTo>
                  <a:pt x="12245569" y="4531370"/>
                </a:lnTo>
                <a:cubicBezTo>
                  <a:pt x="9012618" y="6531229"/>
                  <a:pt x="5974903" y="8805712"/>
                  <a:pt x="3166697" y="11321300"/>
                </a:cubicBezTo>
                <a:lnTo>
                  <a:pt x="2933905" y="11532482"/>
                </a:lnTo>
                <a:lnTo>
                  <a:pt x="1718627" y="9865697"/>
                </a:lnTo>
                <a:lnTo>
                  <a:pt x="0" y="6980488"/>
                </a:lnTo>
                <a:lnTo>
                  <a:pt x="22022" y="6960742"/>
                </a:lnTo>
                <a:cubicBezTo>
                  <a:pt x="1511041" y="5644986"/>
                  <a:pt x="3079104" y="4413194"/>
                  <a:pt x="4718407" y="3273000"/>
                </a:cubicBezTo>
                <a:cubicBezTo>
                  <a:pt x="5769244" y="2542106"/>
                  <a:pt x="6849352" y="1848853"/>
                  <a:pt x="7956679" y="1195248"/>
                </a:cubicBezTo>
                <a:close/>
              </a:path>
            </a:pathLst>
          </a:custGeom>
          <a:gradFill rotWithShape="0">
            <a:gsLst>
              <a:gs pos="0">
                <a:srgbClr val="FFFFFF">
                  <a:alpha val="3000"/>
                </a:srgbClr>
              </a:gs>
              <a:gs pos="100000">
                <a:srgbClr val="3F3F3F">
                  <a:alpha val="18000"/>
                </a:srgbClr>
              </a:gs>
            </a:gsLst>
            <a:lin ang="7242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127" name="任意多边形: 形状 83"/>
          <p:cNvSpPr/>
          <p:nvPr/>
        </p:nvSpPr>
        <p:spPr>
          <a:xfrm>
            <a:off x="0" y="2998440"/>
            <a:ext cx="12191760" cy="36558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3655800"/>
              <a:gd name="textAreaBottom" fmla="*/ 3656160 h 3655800"/>
              <a:gd name="GluePoint1X" fmla="*/ 6096002 w 12191999"/>
              <a:gd name="GluePoint1Y" fmla="*/ 0 h 3656014"/>
              <a:gd name="GluePoint2X" fmla="*/ 11517301 w 12191999"/>
              <a:gd name="GluePoint2Y" fmla="*/ 568339 h 3656014"/>
              <a:gd name="GluePoint3X" fmla="*/ 12191999 w 12191999"/>
              <a:gd name="GluePoint3Y" fmla="*/ 741496 h 3656014"/>
              <a:gd name="GluePoint4X" fmla="*/ 12191999 w 12191999"/>
              <a:gd name="GluePoint4Y" fmla="*/ 3656014 h 3656014"/>
              <a:gd name="GluePoint5X" fmla="*/ 0 w 12191999"/>
              <a:gd name="GluePoint5Y" fmla="*/ 3656014 h 3656014"/>
              <a:gd name="GluePoint6X" fmla="*/ 0 w 12191999"/>
              <a:gd name="GluePoint6Y" fmla="*/ 741497 h 3656014"/>
              <a:gd name="GluePoint7X" fmla="*/ 674702 w 12191999"/>
              <a:gd name="GluePoint7Y" fmla="*/ 568339 h 3656014"/>
              <a:gd name="GluePoint8X" fmla="*/ 6096002 w 12191999"/>
              <a:gd name="GluePoint8Y" fmla="*/ 0 h 365601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algn="ctr" blurRad="380880" rotWithShape="0" sx="102000" sy="10200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128" name="任意多边形: 形状 83"/>
          <p:cNvSpPr/>
          <p:nvPr/>
        </p:nvSpPr>
        <p:spPr>
          <a:xfrm>
            <a:off x="0" y="3019680"/>
            <a:ext cx="12191760" cy="36558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3655800"/>
              <a:gd name="textAreaBottom" fmla="*/ 3656160 h 3655800"/>
              <a:gd name="GluePoint1X" fmla="*/ 6096002 w 12191999"/>
              <a:gd name="GluePoint1Y" fmla="*/ 0 h 3656014"/>
              <a:gd name="GluePoint2X" fmla="*/ 11517301 w 12191999"/>
              <a:gd name="GluePoint2Y" fmla="*/ 568339 h 3656014"/>
              <a:gd name="GluePoint3X" fmla="*/ 12191999 w 12191999"/>
              <a:gd name="GluePoint3Y" fmla="*/ 741496 h 3656014"/>
              <a:gd name="GluePoint4X" fmla="*/ 12191999 w 12191999"/>
              <a:gd name="GluePoint4Y" fmla="*/ 3656014 h 3656014"/>
              <a:gd name="GluePoint5X" fmla="*/ 0 w 12191999"/>
              <a:gd name="GluePoint5Y" fmla="*/ 3656014 h 3656014"/>
              <a:gd name="GluePoint6X" fmla="*/ 0 w 12191999"/>
              <a:gd name="GluePoint6Y" fmla="*/ 741497 h 3656014"/>
              <a:gd name="GluePoint7X" fmla="*/ 674702 w 12191999"/>
              <a:gd name="GluePoint7Y" fmla="*/ 568339 h 3656014"/>
              <a:gd name="GluePoint8X" fmla="*/ 6096002 w 12191999"/>
              <a:gd name="GluePoint8Y" fmla="*/ 0 h 365601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129" name="任意多边形: 形状 101"/>
          <p:cNvSpPr/>
          <p:nvPr/>
        </p:nvSpPr>
        <p:spPr>
          <a:xfrm rot="2676600">
            <a:off x="-1680840" y="5021280"/>
            <a:ext cx="3362400" cy="3409560"/>
          </a:xfrm>
          <a:custGeom>
            <a:avLst/>
            <a:gdLst>
              <a:gd name="textAreaLeft" fmla="*/ 0 w 3362400"/>
              <a:gd name="textAreaRight" fmla="*/ 3362760 w 3362400"/>
              <a:gd name="textAreaTop" fmla="*/ 0 h 3409560"/>
              <a:gd name="textAreaBottom" fmla="*/ 3409920 h 3409560"/>
              <a:gd name="GluePoint1X" fmla="*/ 0 w 3362838"/>
              <a:gd name="GluePoint1Y" fmla="*/ 0 h 3410056"/>
              <a:gd name="GluePoint2X" fmla="*/ 3362838 w 3362838"/>
              <a:gd name="GluePoint2Y" fmla="*/ 3410056 h 3410056"/>
              <a:gd name="GluePoint3X" fmla="*/ 3362837 w 3362838"/>
              <a:gd name="GluePoint3Y" fmla="*/ 3410056 h 3410056"/>
              <a:gd name="GluePoint4X" fmla="*/ 0 w 3362838"/>
              <a:gd name="GluePoint4Y" fmla="*/ 1 h 341005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3F3F3F"/>
              </a:gs>
            </a:gsLst>
            <a:lin ang="8076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130" name="任意多边形: 形状 83"/>
          <p:cNvSpPr/>
          <p:nvPr/>
        </p:nvSpPr>
        <p:spPr>
          <a:xfrm>
            <a:off x="0" y="3201840"/>
            <a:ext cx="12191760" cy="36558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3655800"/>
              <a:gd name="textAreaBottom" fmla="*/ 3656160 h 3655800"/>
              <a:gd name="GluePoint1X" fmla="*/ 6096002 w 12191999"/>
              <a:gd name="GluePoint1Y" fmla="*/ 0 h 3656014"/>
              <a:gd name="GluePoint2X" fmla="*/ 11517301 w 12191999"/>
              <a:gd name="GluePoint2Y" fmla="*/ 568339 h 3656014"/>
              <a:gd name="GluePoint3X" fmla="*/ 12191999 w 12191999"/>
              <a:gd name="GluePoint3Y" fmla="*/ 741496 h 3656014"/>
              <a:gd name="GluePoint4X" fmla="*/ 12191999 w 12191999"/>
              <a:gd name="GluePoint4Y" fmla="*/ 3656014 h 3656014"/>
              <a:gd name="GluePoint5X" fmla="*/ 0 w 12191999"/>
              <a:gd name="GluePoint5Y" fmla="*/ 3656014 h 3656014"/>
              <a:gd name="GluePoint6X" fmla="*/ 0 w 12191999"/>
              <a:gd name="GluePoint6Y" fmla="*/ 741497 h 3656014"/>
              <a:gd name="GluePoint7X" fmla="*/ 674702 w 12191999"/>
              <a:gd name="GluePoint7Y" fmla="*/ 568339 h 3656014"/>
              <a:gd name="GluePoint8X" fmla="*/ 6096002 w 12191999"/>
              <a:gd name="GluePoint8Y" fmla="*/ 0 h 365601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algn="ctr" blurRad="380880" rotWithShape="0" sx="102000" sy="10200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title" hasCustomPrompt="1"/>
          </p:nvPr>
        </p:nvSpPr>
        <p:spPr>
          <a:xfrm>
            <a:off x="515880" y="3764160"/>
            <a:ext cx="11159640" cy="1310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tIns="45720" rIns="91440" bIns="45720" anchor="ctr">
            <a:spAutoFit/>
          </a:bodyPr>
          <a:lstStyle>
            <a:lvl1pPr indent="0" algn="ctr">
              <a:lnSpc>
                <a:spcPct val="100000"/>
              </a:lnSpc>
              <a:buNone/>
              <a:defRPr lang="zh-CN" sz="4000" b="1" u="none" spc="99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zh-CN" sz="4000" b="1" u="none" spc="99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北京理工大学</a:t>
            </a:r>
            <a:br>
              <a:rPr sz="4000"/>
            </a:br>
            <a:r>
              <a:rPr lang="zh-CN" sz="4000" b="1" u="none" spc="99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毕业设计论文答辩模板</a:t>
            </a:r>
            <a:endParaRPr lang="en-US" sz="4000" b="1" u="none" spc="99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 hasCustomPrompt="1"/>
          </p:nvPr>
        </p:nvSpPr>
        <p:spPr>
          <a:xfrm>
            <a:off x="2141280" y="5529600"/>
            <a:ext cx="7908840" cy="369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tIns="45720" rIns="91440" bIns="45720" anchor="ctr">
            <a:spAutoFit/>
          </a:bodyPr>
          <a:lstStyle>
            <a:lvl1pPr indent="0" algn="ctr">
              <a:lnSpc>
                <a:spcPct val="130000"/>
              </a:lnSpc>
              <a:spcBef>
                <a:spcPts val="1001"/>
              </a:spcBef>
              <a:buNone/>
              <a:tabLst>
                <a:tab pos="0" algn="l"/>
              </a:tabLst>
              <a:defRPr lang="zh-CN" sz="1400" b="0" u="none" spc="99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ctr">
              <a:lnSpc>
                <a:spcPct val="13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CN" sz="1400" b="0" u="none" spc="99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微软雅黑"/>
                <a:ea typeface="微软雅黑"/>
              </a:rPr>
              <a:t>答辩人：北小理　　　导　师： 京小工　　　时　间：</a:t>
            </a:r>
            <a:r>
              <a:rPr lang="en-US" sz="1400" b="0" u="none" spc="99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微软雅黑"/>
                <a:ea typeface="微软雅黑"/>
              </a:rPr>
              <a:t>XXX</a:t>
            </a:r>
            <a:endParaRPr lang="en-US" sz="1400" b="0" u="none" spc="99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微软雅黑"/>
            </a:endParaRPr>
          </a:p>
        </p:txBody>
      </p:sp>
      <p:cxnSp>
        <p:nvCxnSpPr>
          <p:cNvPr id="133" name="直接连接符 17"/>
          <p:cNvCxnSpPr/>
          <p:nvPr/>
        </p:nvCxnSpPr>
        <p:spPr>
          <a:xfrm>
            <a:off x="2108520" y="5295240"/>
            <a:ext cx="7975080" cy="360"/>
          </a:xfrm>
          <a:prstGeom prst="straightConnector1">
            <a:avLst/>
          </a:prstGeom>
          <a:ln w="38100">
            <a:solidFill>
              <a:srgbClr val="006C39"/>
            </a:solidFill>
          </a:ln>
        </p:spPr>
      </p:cxnSp>
      <p:pic>
        <p:nvPicPr>
          <p:cNvPr id="134" name="图片 1"/>
          <p:cNvPicPr/>
          <p:nvPr/>
        </p:nvPicPr>
        <p:blipFill>
          <a:blip r:embed="rId2"/>
          <a:stretch/>
        </p:blipFill>
        <p:spPr>
          <a:xfrm>
            <a:off x="3866040" y="945000"/>
            <a:ext cx="4510440" cy="126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文本框 50"/>
          <p:cNvSpPr/>
          <p:nvPr/>
        </p:nvSpPr>
        <p:spPr>
          <a:xfrm>
            <a:off x="150840" y="6088680"/>
            <a:ext cx="215604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tIns="138960" rIns="180000" bIns="138960" anchor="t">
            <a:sp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A2A2A2"/>
                </a:solidFill>
                <a:effectLst/>
                <a:uFillTx/>
                <a:latin typeface="微软雅黑"/>
                <a:ea typeface="微软雅黑"/>
              </a:rPr>
              <a:t>BIT</a:t>
            </a:r>
            <a:r>
              <a:rPr lang="en-US" sz="1400" b="0" u="none" spc="99" strike="noStrike">
                <a:solidFill>
                  <a:srgbClr val="A2A2A2"/>
                </a:solidFill>
                <a:effectLst/>
                <a:uFillTx/>
                <a:latin typeface="微软雅黑"/>
                <a:ea typeface="微软雅黑"/>
              </a:rPr>
              <a:t> </a:t>
            </a:r>
            <a:r>
              <a:rPr lang="en-US" sz="1400" b="1" u="none" spc="99" strike="noStrike">
                <a:solidFill>
                  <a:srgbClr val="A2A2A2"/>
                </a:solidFill>
                <a:effectLst/>
                <a:uFillTx/>
                <a:latin typeface="微软雅黑"/>
                <a:ea typeface="微软雅黑"/>
              </a:rPr>
              <a:t>|</a:t>
            </a:r>
            <a:r>
              <a:rPr lang="en-US" sz="1400" b="0" u="none" spc="99" strike="noStrike">
                <a:solidFill>
                  <a:srgbClr val="A2A2A2"/>
                </a:solidFill>
                <a:effectLst/>
                <a:uFillTx/>
                <a:latin typeface="微软雅黑"/>
                <a:ea typeface="微软雅黑"/>
              </a:rPr>
              <a:t> </a:t>
            </a:r>
            <a:r>
              <a:rPr lang="en-US" sz="1400" b="1" u="none" spc="99" strike="noStrike">
                <a:solidFill>
                  <a:srgbClr val="A2A2A2"/>
                </a:solidFill>
                <a:effectLst/>
                <a:uFillTx/>
                <a:latin typeface="微软雅黑"/>
                <a:ea typeface="微软雅黑"/>
              </a:rPr>
              <a:t>SINCE 1940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6" name="组合 2"/>
          <p:cNvGrpSpPr/>
          <p:nvPr/>
        </p:nvGrpSpPr>
        <p:grpSpPr>
          <a:xfrm>
            <a:off x="10272600" y="6308280"/>
            <a:ext cx="1629000" cy="198360"/>
            <a:chOff x="10272600" y="6308280"/>
            <a:chExt cx="1629000" cy="198360"/>
          </a:xfrm>
        </p:grpSpPr>
        <p:grpSp>
          <p:nvGrpSpPr>
            <p:cNvPr id="137" name="组合 39"/>
            <p:cNvGrpSpPr/>
            <p:nvPr/>
          </p:nvGrpSpPr>
          <p:grpSpPr>
            <a:xfrm>
              <a:off x="11216880" y="6310800"/>
              <a:ext cx="684720" cy="193680"/>
              <a:chOff x="11216880" y="6310800"/>
              <a:chExt cx="684720" cy="193680"/>
            </a:xfrm>
          </p:grpSpPr>
          <p:sp>
            <p:nvSpPr>
              <p:cNvPr id="138" name="Freeform 5"/>
              <p:cNvSpPr/>
              <p:nvPr/>
            </p:nvSpPr>
            <p:spPr>
              <a:xfrm>
                <a:off x="11595240" y="6323040"/>
                <a:ext cx="152640" cy="172440"/>
              </a:xfrm>
              <a:custGeom>
                <a:avLst/>
                <a:gdLst>
                  <a:gd name="textAreaLeft" fmla="*/ 0 w 152640"/>
                  <a:gd name="textAreaRight" fmla="*/ 153000 w 152640"/>
                  <a:gd name="textAreaTop" fmla="*/ 0 h 172440"/>
                  <a:gd name="textAreaBottom" fmla="*/ 172800 h 172440"/>
                  <a:gd name="GluePoint1X" fmla="*/ 41 w 125"/>
                  <a:gd name="GluePoint1Y" fmla="*/ 16 h 142"/>
                  <a:gd name="GluePoint2X" fmla="*/ 49 w 125"/>
                  <a:gd name="GluePoint2Y" fmla="*/ 3 h 142"/>
                  <a:gd name="GluePoint3X" fmla="*/ 62 w 125"/>
                  <a:gd name="GluePoint3Y" fmla="*/ 20 h 142"/>
                  <a:gd name="GluePoint4X" fmla="*/ 64 w 125"/>
                  <a:gd name="GluePoint4Y" fmla="*/ 33 h 142"/>
                  <a:gd name="GluePoint5X" fmla="*/ 50 w 125"/>
                  <a:gd name="GluePoint5Y" fmla="*/ 34 h 142"/>
                  <a:gd name="GluePoint6X" fmla="*/ 58 w 125"/>
                  <a:gd name="GluePoint6Y" fmla="*/ 58 h 142"/>
                  <a:gd name="GluePoint7X" fmla="*/ 75 w 125"/>
                  <a:gd name="GluePoint7Y" fmla="*/ 59 h 142"/>
                  <a:gd name="GluePoint8X" fmla="*/ 71 w 125"/>
                  <a:gd name="GluePoint8Y" fmla="*/ 50 h 142"/>
                  <a:gd name="GluePoint9X" fmla="*/ 81 w 125"/>
                  <a:gd name="GluePoint9Y" fmla="*/ 47 h 142"/>
                  <a:gd name="GluePoint10X" fmla="*/ 65 w 125"/>
                  <a:gd name="GluePoint10Y" fmla="*/ 42 h 142"/>
                  <a:gd name="GluePoint11X" fmla="*/ 63 w 125"/>
                  <a:gd name="GluePoint11Y" fmla="*/ 37 h 142"/>
                  <a:gd name="GluePoint12X" fmla="*/ 85 w 125"/>
                  <a:gd name="GluePoint12Y" fmla="*/ 27 h 142"/>
                  <a:gd name="GluePoint13X" fmla="*/ 93 w 125"/>
                  <a:gd name="GluePoint13Y" fmla="*/ 2 h 142"/>
                  <a:gd name="GluePoint14X" fmla="*/ 99 w 125"/>
                  <a:gd name="GluePoint14Y" fmla="*/ 5 h 142"/>
                  <a:gd name="GluePoint15X" fmla="*/ 111 w 125"/>
                  <a:gd name="GluePoint15Y" fmla="*/ 30 h 142"/>
                  <a:gd name="GluePoint16X" fmla="*/ 102 w 125"/>
                  <a:gd name="GluePoint16Y" fmla="*/ 34 h 142"/>
                  <a:gd name="GluePoint17X" fmla="*/ 95 w 125"/>
                  <a:gd name="GluePoint17Y" fmla="*/ 59 h 142"/>
                  <a:gd name="GluePoint18X" fmla="*/ 123 w 125"/>
                  <a:gd name="GluePoint18Y" fmla="*/ 61 h 142"/>
                  <a:gd name="GluePoint19X" fmla="*/ 110 w 125"/>
                  <a:gd name="GluePoint19Y" fmla="*/ 71 h 142"/>
                  <a:gd name="GluePoint20X" fmla="*/ 104 w 125"/>
                  <a:gd name="GluePoint20Y" fmla="*/ 82 h 142"/>
                  <a:gd name="GluePoint21X" fmla="*/ 112 w 125"/>
                  <a:gd name="GluePoint21Y" fmla="*/ 134 h 142"/>
                  <a:gd name="GluePoint22X" fmla="*/ 102 w 125"/>
                  <a:gd name="GluePoint22Y" fmla="*/ 140 h 142"/>
                  <a:gd name="GluePoint23X" fmla="*/ 89 w 125"/>
                  <a:gd name="GluePoint23Y" fmla="*/ 123 h 142"/>
                  <a:gd name="GluePoint24X" fmla="*/ 101 w 125"/>
                  <a:gd name="GluePoint24Y" fmla="*/ 128 h 142"/>
                  <a:gd name="GluePoint25X" fmla="*/ 101 w 125"/>
                  <a:gd name="GluePoint25Y" fmla="*/ 92 h 142"/>
                  <a:gd name="GluePoint26X" fmla="*/ 97 w 125"/>
                  <a:gd name="GluePoint26Y" fmla="*/ 99 h 142"/>
                  <a:gd name="GluePoint27X" fmla="*/ 90 w 125"/>
                  <a:gd name="GluePoint27Y" fmla="*/ 103 h 142"/>
                  <a:gd name="GluePoint28X" fmla="*/ 86 w 125"/>
                  <a:gd name="GluePoint28Y" fmla="*/ 110 h 142"/>
                  <a:gd name="GluePoint29X" fmla="*/ 81 w 125"/>
                  <a:gd name="GluePoint29Y" fmla="*/ 120 h 142"/>
                  <a:gd name="GluePoint30X" fmla="*/ 88 w 125"/>
                  <a:gd name="GluePoint30Y" fmla="*/ 71 h 142"/>
                  <a:gd name="GluePoint31X" fmla="*/ 60 w 125"/>
                  <a:gd name="GluePoint31Y" fmla="*/ 87 h 142"/>
                  <a:gd name="GluePoint32X" fmla="*/ 53 w 125"/>
                  <a:gd name="GluePoint32Y" fmla="*/ 89 h 142"/>
                  <a:gd name="GluePoint33X" fmla="*/ 51 w 125"/>
                  <a:gd name="GluePoint33Y" fmla="*/ 128 h 142"/>
                  <a:gd name="GluePoint34X" fmla="*/ 43 w 125"/>
                  <a:gd name="GluePoint34Y" fmla="*/ 134 h 142"/>
                  <a:gd name="GluePoint35X" fmla="*/ 39 w 125"/>
                  <a:gd name="GluePoint35Y" fmla="*/ 107 h 142"/>
                  <a:gd name="GluePoint36X" fmla="*/ 33 w 125"/>
                  <a:gd name="GluePoint36Y" fmla="*/ 114 h 142"/>
                  <a:gd name="GluePoint37X" fmla="*/ 17 w 125"/>
                  <a:gd name="GluePoint37Y" fmla="*/ 108 h 142"/>
                  <a:gd name="GluePoint38X" fmla="*/ 5 w 125"/>
                  <a:gd name="GluePoint38Y" fmla="*/ 81 h 142"/>
                  <a:gd name="GluePoint39X" fmla="*/ 34 w 125"/>
                  <a:gd name="GluePoint39Y" fmla="*/ 56 h 142"/>
                  <a:gd name="GluePoint40X" fmla="*/ 38 w 125"/>
                  <a:gd name="GluePoint40Y" fmla="*/ 33 h 142"/>
                  <a:gd name="GluePoint41X" fmla="*/ 22 w 125"/>
                  <a:gd name="GluePoint41Y" fmla="*/ 55 h 142"/>
                  <a:gd name="GluePoint42X" fmla="*/ 14 w 125"/>
                  <a:gd name="GluePoint42Y" fmla="*/ 55 h 142"/>
                  <a:gd name="GluePoint43X" fmla="*/ 11 w 125"/>
                  <a:gd name="GluePoint43Y" fmla="*/ 36 h 142"/>
                  <a:gd name="GluePoint44X" fmla="*/ 32 w 125"/>
                  <a:gd name="GluePoint44Y" fmla="*/ 22 h 142"/>
                  <a:gd name="GluePoint45X" fmla="*/ 28 w 125"/>
                  <a:gd name="GluePoint45Y" fmla="*/ 33 h 1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</a:cxnLst>
                <a:rect l="textAreaLeft" t="textAreaTop" r="textAreaRight" b="textAreaBottom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entury Gothic"/>
                </a:endParaRPr>
              </a:p>
            </p:txBody>
          </p:sp>
          <p:sp>
            <p:nvSpPr>
              <p:cNvPr id="139" name="Freeform 6"/>
              <p:cNvSpPr/>
              <p:nvPr/>
            </p:nvSpPr>
            <p:spPr>
              <a:xfrm>
                <a:off x="11813760" y="6347880"/>
                <a:ext cx="87840" cy="132480"/>
              </a:xfrm>
              <a:custGeom>
                <a:avLst/>
                <a:gdLst>
                  <a:gd name="textAreaLeft" fmla="*/ 0 w 87840"/>
                  <a:gd name="textAreaRight" fmla="*/ 88200 w 87840"/>
                  <a:gd name="textAreaTop" fmla="*/ 0 h 132480"/>
                  <a:gd name="textAreaBottom" fmla="*/ 132840 h 132480"/>
                  <a:gd name="GluePoint1X" fmla="*/ 33 w 72"/>
                  <a:gd name="GluePoint1Y" fmla="*/ 76 h 109"/>
                  <a:gd name="GluePoint2X" fmla="*/ 44 w 72"/>
                  <a:gd name="GluePoint2Y" fmla="*/ 73 h 109"/>
                  <a:gd name="GluePoint3X" fmla="*/ 59 w 72"/>
                  <a:gd name="GluePoint3Y" fmla="*/ 71 h 109"/>
                  <a:gd name="GluePoint4X" fmla="*/ 69 w 72"/>
                  <a:gd name="GluePoint4Y" fmla="*/ 92 h 109"/>
                  <a:gd name="GluePoint5X" fmla="*/ 66 w 72"/>
                  <a:gd name="GluePoint5Y" fmla="*/ 94 h 109"/>
                  <a:gd name="GluePoint6X" fmla="*/ 49 w 72"/>
                  <a:gd name="GluePoint6Y" fmla="*/ 96 h 109"/>
                  <a:gd name="GluePoint7X" fmla="*/ 28 w 72"/>
                  <a:gd name="GluePoint7Y" fmla="*/ 106 h 109"/>
                  <a:gd name="GluePoint8X" fmla="*/ 16 w 72"/>
                  <a:gd name="GluePoint8Y" fmla="*/ 106 h 109"/>
                  <a:gd name="GluePoint9X" fmla="*/ 1 w 72"/>
                  <a:gd name="GluePoint9Y" fmla="*/ 80 h 109"/>
                  <a:gd name="GluePoint10X" fmla="*/ 2 w 72"/>
                  <a:gd name="GluePoint10Y" fmla="*/ 74 h 109"/>
                  <a:gd name="GluePoint11X" fmla="*/ 23 w 72"/>
                  <a:gd name="GluePoint11Y" fmla="*/ 31 h 109"/>
                  <a:gd name="GluePoint12X" fmla="*/ 22 w 72"/>
                  <a:gd name="GluePoint12Y" fmla="*/ 26 h 109"/>
                  <a:gd name="GluePoint13X" fmla="*/ 12 w 72"/>
                  <a:gd name="GluePoint13Y" fmla="*/ 16 h 109"/>
                  <a:gd name="GluePoint14X" fmla="*/ 15 w 72"/>
                  <a:gd name="GluePoint14Y" fmla="*/ 10 h 109"/>
                  <a:gd name="GluePoint15X" fmla="*/ 32 w 72"/>
                  <a:gd name="GluePoint15Y" fmla="*/ 5 h 109"/>
                  <a:gd name="GluePoint16X" fmla="*/ 60 w 72"/>
                  <a:gd name="GluePoint16Y" fmla="*/ 18 h 109"/>
                  <a:gd name="GluePoint17X" fmla="*/ 59 w 72"/>
                  <a:gd name="GluePoint17Y" fmla="*/ 26 h 109"/>
                  <a:gd name="GluePoint18X" fmla="*/ 52 w 72"/>
                  <a:gd name="GluePoint18Y" fmla="*/ 36 h 109"/>
                  <a:gd name="GluePoint19X" fmla="*/ 34 w 72"/>
                  <a:gd name="GluePoint19Y" fmla="*/ 72 h 109"/>
                  <a:gd name="GluePoint20X" fmla="*/ 33 w 72"/>
                  <a:gd name="GluePoint20Y" fmla="*/ 76 h 10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</a:cxnLst>
                <a:rect l="textAreaLeft" t="textAreaTop" r="textAreaRight" b="textAreaBottom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entury Gothic"/>
                </a:endParaRPr>
              </a:p>
            </p:txBody>
          </p:sp>
          <p:grpSp>
            <p:nvGrpSpPr>
              <p:cNvPr id="140" name="组合 71"/>
              <p:cNvGrpSpPr/>
              <p:nvPr/>
            </p:nvGrpSpPr>
            <p:grpSpPr>
              <a:xfrm>
                <a:off x="11216880" y="6310800"/>
                <a:ext cx="156240" cy="193680"/>
                <a:chOff x="11216880" y="6310800"/>
                <a:chExt cx="156240" cy="193680"/>
              </a:xfrm>
            </p:grpSpPr>
            <p:sp>
              <p:nvSpPr>
                <p:cNvPr id="141" name="Freeform 7"/>
                <p:cNvSpPr/>
                <p:nvPr/>
              </p:nvSpPr>
              <p:spPr>
                <a:xfrm>
                  <a:off x="11216880" y="6310800"/>
                  <a:ext cx="156240" cy="127440"/>
                </a:xfrm>
                <a:custGeom>
                  <a:avLst/>
                  <a:gdLst>
                    <a:gd name="textAreaLeft" fmla="*/ 0 w 156240"/>
                    <a:gd name="textAreaRight" fmla="*/ 156600 w 156240"/>
                    <a:gd name="textAreaTop" fmla="*/ 0 h 127440"/>
                    <a:gd name="textAreaBottom" fmla="*/ 127800 h 127440"/>
                    <a:gd name="GluePoint1X" fmla="*/ 101 w 128"/>
                    <a:gd name="GluePoint1Y" fmla="*/ 58 h 105"/>
                    <a:gd name="GluePoint2X" fmla="*/ 74 w 128"/>
                    <a:gd name="GluePoint2Y" fmla="*/ 56 h 105"/>
                    <a:gd name="GluePoint3X" fmla="*/ 68 w 128"/>
                    <a:gd name="GluePoint3Y" fmla="*/ 57 h 105"/>
                    <a:gd name="GluePoint4X" fmla="*/ 51 w 128"/>
                    <a:gd name="GluePoint4Y" fmla="*/ 59 h 105"/>
                    <a:gd name="GluePoint5X" fmla="*/ 36 w 128"/>
                    <a:gd name="GluePoint5Y" fmla="*/ 65 h 105"/>
                    <a:gd name="GluePoint6X" fmla="*/ 28 w 128"/>
                    <a:gd name="GluePoint6Y" fmla="*/ 73 h 105"/>
                    <a:gd name="GluePoint7X" fmla="*/ 16 w 128"/>
                    <a:gd name="GluePoint7Y" fmla="*/ 102 h 105"/>
                    <a:gd name="GluePoint8X" fmla="*/ 13 w 128"/>
                    <a:gd name="GluePoint8Y" fmla="*/ 104 h 105"/>
                    <a:gd name="GluePoint9X" fmla="*/ 1 w 128"/>
                    <a:gd name="GluePoint9Y" fmla="*/ 98 h 105"/>
                    <a:gd name="GluePoint10X" fmla="*/ 0 w 128"/>
                    <a:gd name="GluePoint10Y" fmla="*/ 93 h 105"/>
                    <a:gd name="GluePoint11X" fmla="*/ 15 w 128"/>
                    <a:gd name="GluePoint11Y" fmla="*/ 60 h 105"/>
                    <a:gd name="GluePoint12X" fmla="*/ 16 w 128"/>
                    <a:gd name="GluePoint12Y" fmla="*/ 58 h 105"/>
                    <a:gd name="GluePoint13X" fmla="*/ 20 w 128"/>
                    <a:gd name="GluePoint13Y" fmla="*/ 52 h 105"/>
                    <a:gd name="GluePoint14X" fmla="*/ 32 w 128"/>
                    <a:gd name="GluePoint14Y" fmla="*/ 54 h 105"/>
                    <a:gd name="GluePoint15X" fmla="*/ 39 w 128"/>
                    <a:gd name="GluePoint15Y" fmla="*/ 55 h 105"/>
                    <a:gd name="GluePoint16X" fmla="*/ 72 w 128"/>
                    <a:gd name="GluePoint16Y" fmla="*/ 21 h 105"/>
                    <a:gd name="GluePoint17X" fmla="*/ 74 w 128"/>
                    <a:gd name="GluePoint17Y" fmla="*/ 16 h 105"/>
                    <a:gd name="GluePoint18X" fmla="*/ 74 w 128"/>
                    <a:gd name="GluePoint18Y" fmla="*/ 11 h 105"/>
                    <a:gd name="GluePoint19X" fmla="*/ 71 w 128"/>
                    <a:gd name="GluePoint19Y" fmla="*/ 11 h 105"/>
                    <a:gd name="GluePoint20X" fmla="*/ 68 w 128"/>
                    <a:gd name="GluePoint20Y" fmla="*/ 15 h 105"/>
                    <a:gd name="GluePoint21X" fmla="*/ 68 w 128"/>
                    <a:gd name="GluePoint21Y" fmla="*/ 21 h 105"/>
                    <a:gd name="GluePoint22X" fmla="*/ 59 w 128"/>
                    <a:gd name="GluePoint22Y" fmla="*/ 29 h 105"/>
                    <a:gd name="GluePoint23X" fmla="*/ 53 w 128"/>
                    <a:gd name="GluePoint23Y" fmla="*/ 27 h 105"/>
                    <a:gd name="GluePoint24X" fmla="*/ 47 w 128"/>
                    <a:gd name="GluePoint24Y" fmla="*/ 24 h 105"/>
                    <a:gd name="GluePoint25X" fmla="*/ 47 w 128"/>
                    <a:gd name="GluePoint25Y" fmla="*/ 32 h 105"/>
                    <a:gd name="GluePoint26X" fmla="*/ 47 w 128"/>
                    <a:gd name="GluePoint26Y" fmla="*/ 34 h 105"/>
                    <a:gd name="GluePoint27X" fmla="*/ 43 w 128"/>
                    <a:gd name="GluePoint27Y" fmla="*/ 45 h 105"/>
                    <a:gd name="GluePoint28X" fmla="*/ 31 w 128"/>
                    <a:gd name="GluePoint28Y" fmla="*/ 39 h 105"/>
                    <a:gd name="GluePoint29X" fmla="*/ 29 w 128"/>
                    <a:gd name="GluePoint29Y" fmla="*/ 23 h 105"/>
                    <a:gd name="GluePoint30X" fmla="*/ 33 w 128"/>
                    <a:gd name="GluePoint30Y" fmla="*/ 14 h 105"/>
                    <a:gd name="GluePoint31X" fmla="*/ 36 w 128"/>
                    <a:gd name="GluePoint31Y" fmla="*/ 9 h 105"/>
                    <a:gd name="GluePoint32X" fmla="*/ 42 w 128"/>
                    <a:gd name="GluePoint32Y" fmla="*/ 13 h 105"/>
                    <a:gd name="GluePoint33X" fmla="*/ 44 w 128"/>
                    <a:gd name="GluePoint33Y" fmla="*/ 16 h 105"/>
                    <a:gd name="GluePoint34X" fmla="*/ 57 w 128"/>
                    <a:gd name="GluePoint34Y" fmla="*/ 14 h 105"/>
                    <a:gd name="GluePoint35X" fmla="*/ 62 w 128"/>
                    <a:gd name="GluePoint35Y" fmla="*/ 11 h 105"/>
                    <a:gd name="GluePoint36X" fmla="*/ 84 w 128"/>
                    <a:gd name="GluePoint36Y" fmla="*/ 0 h 105"/>
                    <a:gd name="GluePoint37X" fmla="*/ 96 w 128"/>
                    <a:gd name="GluePoint37Y" fmla="*/ 7 h 105"/>
                    <a:gd name="GluePoint38X" fmla="*/ 96 w 128"/>
                    <a:gd name="GluePoint38Y" fmla="*/ 20 h 105"/>
                    <a:gd name="GluePoint39X" fmla="*/ 83 w 128"/>
                    <a:gd name="GluePoint39Y" fmla="*/ 43 h 105"/>
                    <a:gd name="GluePoint40X" fmla="*/ 94 w 128"/>
                    <a:gd name="GluePoint40Y" fmla="*/ 44 h 105"/>
                    <a:gd name="GluePoint41X" fmla="*/ 122 w 128"/>
                    <a:gd name="GluePoint41Y" fmla="*/ 59 h 105"/>
                    <a:gd name="GluePoint42X" fmla="*/ 120 w 128"/>
                    <a:gd name="GluePoint42Y" fmla="*/ 73 h 105"/>
                    <a:gd name="GluePoint43X" fmla="*/ 98 w 128"/>
                    <a:gd name="GluePoint43Y" fmla="*/ 73 h 105"/>
                    <a:gd name="GluePoint44X" fmla="*/ 97 w 128"/>
                    <a:gd name="GluePoint44Y" fmla="*/ 66 h 105"/>
                    <a:gd name="GluePoint45X" fmla="*/ 101 w 128"/>
                    <a:gd name="GluePoint45Y" fmla="*/ 58 h 10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</a:cxnLst>
                  <a:rect l="textAreaLeft" t="textAreaTop" r="textAreaRight" b="textAreaBottom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42" name="Freeform 8"/>
                <p:cNvSpPr/>
                <p:nvPr/>
              </p:nvSpPr>
              <p:spPr>
                <a:xfrm>
                  <a:off x="11250000" y="6388200"/>
                  <a:ext cx="97200" cy="116280"/>
                </a:xfrm>
                <a:custGeom>
                  <a:avLst/>
                  <a:gdLst>
                    <a:gd name="textAreaLeft" fmla="*/ 0 w 97200"/>
                    <a:gd name="textAreaRight" fmla="*/ 97560 w 97200"/>
                    <a:gd name="textAreaTop" fmla="*/ 0 h 116280"/>
                    <a:gd name="textAreaBottom" fmla="*/ 116640 h 116280"/>
                    <a:gd name="GluePoint1X" fmla="*/ 46 w 80"/>
                    <a:gd name="GluePoint1Y" fmla="*/ 29 h 96"/>
                    <a:gd name="GluePoint2X" fmla="*/ 65 w 80"/>
                    <a:gd name="GluePoint2Y" fmla="*/ 29 h 96"/>
                    <a:gd name="GluePoint3X" fmla="*/ 79 w 80"/>
                    <a:gd name="GluePoint3Y" fmla="*/ 41 h 96"/>
                    <a:gd name="GluePoint4X" fmla="*/ 74 w 80"/>
                    <a:gd name="GluePoint4Y" fmla="*/ 43 h 96"/>
                    <a:gd name="GluePoint5X" fmla="*/ 60 w 80"/>
                    <a:gd name="GluePoint5Y" fmla="*/ 43 h 96"/>
                    <a:gd name="GluePoint6X" fmla="*/ 52 w 80"/>
                    <a:gd name="GluePoint6Y" fmla="*/ 50 h 96"/>
                    <a:gd name="GluePoint7X" fmla="*/ 49 w 80"/>
                    <a:gd name="GluePoint7Y" fmla="*/ 87 h 96"/>
                    <a:gd name="GluePoint8X" fmla="*/ 37 w 80"/>
                    <a:gd name="GluePoint8Y" fmla="*/ 95 h 96"/>
                    <a:gd name="GluePoint9X" fmla="*/ 21 w 80"/>
                    <a:gd name="GluePoint9Y" fmla="*/ 68 h 96"/>
                    <a:gd name="GluePoint10X" fmla="*/ 22 w 80"/>
                    <a:gd name="GluePoint10Y" fmla="*/ 62 h 96"/>
                    <a:gd name="GluePoint11X" fmla="*/ 30 w 80"/>
                    <a:gd name="GluePoint11Y" fmla="*/ 72 h 96"/>
                    <a:gd name="GluePoint12X" fmla="*/ 40 w 80"/>
                    <a:gd name="GluePoint12Y" fmla="*/ 70 h 96"/>
                    <a:gd name="GluePoint13X" fmla="*/ 43 w 80"/>
                    <a:gd name="GluePoint13Y" fmla="*/ 46 h 96"/>
                    <a:gd name="GluePoint14X" fmla="*/ 24 w 80"/>
                    <a:gd name="GluePoint14Y" fmla="*/ 52 h 96"/>
                    <a:gd name="GluePoint15X" fmla="*/ 19 w 80"/>
                    <a:gd name="GluePoint15Y" fmla="*/ 54 h 96"/>
                    <a:gd name="GluePoint16X" fmla="*/ 6 w 80"/>
                    <a:gd name="GluePoint16Y" fmla="*/ 54 h 96"/>
                    <a:gd name="GluePoint17X" fmla="*/ 2 w 80"/>
                    <a:gd name="GluePoint17Y" fmla="*/ 40 h 96"/>
                    <a:gd name="GluePoint18X" fmla="*/ 6 w 80"/>
                    <a:gd name="GluePoint18Y" fmla="*/ 37 h 96"/>
                    <a:gd name="GluePoint19X" fmla="*/ 28 w 80"/>
                    <a:gd name="GluePoint19Y" fmla="*/ 33 h 96"/>
                    <a:gd name="GluePoint20X" fmla="*/ 33 w 80"/>
                    <a:gd name="GluePoint20Y" fmla="*/ 32 h 96"/>
                    <a:gd name="GluePoint21X" fmla="*/ 36 w 80"/>
                    <a:gd name="GluePoint21Y" fmla="*/ 22 h 96"/>
                    <a:gd name="GluePoint22X" fmla="*/ 46 w 80"/>
                    <a:gd name="GluePoint22Y" fmla="*/ 12 h 96"/>
                    <a:gd name="GluePoint23X" fmla="*/ 45 w 80"/>
                    <a:gd name="GluePoint23Y" fmla="*/ 10 h 96"/>
                    <a:gd name="GluePoint24X" fmla="*/ 26 w 80"/>
                    <a:gd name="GluePoint24Y" fmla="*/ 17 h 96"/>
                    <a:gd name="GluePoint25X" fmla="*/ 15 w 80"/>
                    <a:gd name="GluePoint25Y" fmla="*/ 24 h 96"/>
                    <a:gd name="GluePoint26X" fmla="*/ 5 w 80"/>
                    <a:gd name="GluePoint26Y" fmla="*/ 22 h 96"/>
                    <a:gd name="GluePoint27X" fmla="*/ 1 w 80"/>
                    <a:gd name="GluePoint27Y" fmla="*/ 17 h 96"/>
                    <a:gd name="GluePoint28X" fmla="*/ 36 w 80"/>
                    <a:gd name="GluePoint28Y" fmla="*/ 2 h 96"/>
                    <a:gd name="GluePoint29X" fmla="*/ 55 w 80"/>
                    <a:gd name="GluePoint29Y" fmla="*/ 0 h 96"/>
                    <a:gd name="GluePoint30X" fmla="*/ 61 w 80"/>
                    <a:gd name="GluePoint30Y" fmla="*/ 6 h 96"/>
                    <a:gd name="GluePoint31X" fmla="*/ 59 w 80"/>
                    <a:gd name="GluePoint31Y" fmla="*/ 13 h 96"/>
                    <a:gd name="GluePoint32X" fmla="*/ 46 w 80"/>
                    <a:gd name="GluePoint32Y" fmla="*/ 29 h 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</a:cxnLst>
                  <a:rect l="textAreaLeft" t="textAreaTop" r="textAreaRight" b="textAreaBottom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143" name="组合 72"/>
              <p:cNvGrpSpPr/>
              <p:nvPr/>
            </p:nvGrpSpPr>
            <p:grpSpPr>
              <a:xfrm>
                <a:off x="11435040" y="6363720"/>
                <a:ext cx="94680" cy="101520"/>
                <a:chOff x="11435040" y="6363720"/>
                <a:chExt cx="94680" cy="101520"/>
              </a:xfrm>
            </p:grpSpPr>
            <p:sp>
              <p:nvSpPr>
                <p:cNvPr id="144" name="Freeform 15"/>
                <p:cNvSpPr/>
                <p:nvPr/>
              </p:nvSpPr>
              <p:spPr>
                <a:xfrm>
                  <a:off x="11435040" y="6386400"/>
                  <a:ext cx="43560" cy="70200"/>
                </a:xfrm>
                <a:custGeom>
                  <a:avLst/>
                  <a:gdLst>
                    <a:gd name="textAreaLeft" fmla="*/ 0 w 43560"/>
                    <a:gd name="textAreaRight" fmla="*/ 43920 w 43560"/>
                    <a:gd name="textAreaTop" fmla="*/ 0 h 70200"/>
                    <a:gd name="textAreaBottom" fmla="*/ 70560 h 70200"/>
                    <a:gd name="GluePoint1X" fmla="*/ 16 w 39"/>
                    <a:gd name="GluePoint1Y" fmla="*/ 29 h 58"/>
                    <a:gd name="GluePoint2X" fmla="*/ 27 w 39"/>
                    <a:gd name="GluePoint2Y" fmla="*/ 7 h 58"/>
                    <a:gd name="GluePoint3X" fmla="*/ 31 w 39"/>
                    <a:gd name="GluePoint3Y" fmla="*/ 1 h 58"/>
                    <a:gd name="GluePoint4X" fmla="*/ 34 w 39"/>
                    <a:gd name="GluePoint4Y" fmla="*/ 6 h 58"/>
                    <a:gd name="GluePoint5X" fmla="*/ 35 w 39"/>
                    <a:gd name="GluePoint5Y" fmla="*/ 26 h 58"/>
                    <a:gd name="GluePoint6X" fmla="*/ 20 w 39"/>
                    <a:gd name="GluePoint6Y" fmla="*/ 52 h 58"/>
                    <a:gd name="GluePoint7X" fmla="*/ 9 w 39"/>
                    <a:gd name="GluePoint7Y" fmla="*/ 57 h 58"/>
                    <a:gd name="GluePoint8X" fmla="*/ 1 w 39"/>
                    <a:gd name="GluePoint8Y" fmla="*/ 43 h 58"/>
                    <a:gd name="GluePoint9X" fmla="*/ 4 w 39"/>
                    <a:gd name="GluePoint9Y" fmla="*/ 6 h 58"/>
                    <a:gd name="GluePoint10X" fmla="*/ 8 w 39"/>
                    <a:gd name="GluePoint10Y" fmla="*/ 0 h 58"/>
                    <a:gd name="GluePoint11X" fmla="*/ 15 w 39"/>
                    <a:gd name="GluePoint11Y" fmla="*/ 6 h 58"/>
                    <a:gd name="GluePoint12X" fmla="*/ 14 w 39"/>
                    <a:gd name="GluePoint12Y" fmla="*/ 20 h 58"/>
                    <a:gd name="GluePoint13X" fmla="*/ 14 w 39"/>
                    <a:gd name="GluePoint13Y" fmla="*/ 28 h 58"/>
                    <a:gd name="GluePoint14X" fmla="*/ 16 w 39"/>
                    <a:gd name="GluePoint14Y" fmla="*/ 29 h 5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76320" tIns="35280" rIns="76320" bIns="3528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45" name="Freeform 16"/>
                <p:cNvSpPr/>
                <p:nvPr/>
              </p:nvSpPr>
              <p:spPr>
                <a:xfrm>
                  <a:off x="11482200" y="6366240"/>
                  <a:ext cx="47520" cy="99000"/>
                </a:xfrm>
                <a:custGeom>
                  <a:avLst/>
                  <a:gdLst>
                    <a:gd name="textAreaLeft" fmla="*/ 0 w 47520"/>
                    <a:gd name="textAreaRight" fmla="*/ 47880 w 47520"/>
                    <a:gd name="textAreaTop" fmla="*/ 0 h 99000"/>
                    <a:gd name="textAreaBottom" fmla="*/ 99360 h 99000"/>
                    <a:gd name="GluePoint1X" fmla="*/ 9 w 47"/>
                    <a:gd name="GluePoint1Y" fmla="*/ 73 h 88"/>
                    <a:gd name="GluePoint2X" fmla="*/ 3 w 47"/>
                    <a:gd name="GluePoint2Y" fmla="*/ 67 h 88"/>
                    <a:gd name="GluePoint3X" fmla="*/ 3 w 47"/>
                    <a:gd name="GluePoint3Y" fmla="*/ 57 h 88"/>
                    <a:gd name="GluePoint4X" fmla="*/ 20 w 47"/>
                    <a:gd name="GluePoint4Y" fmla="*/ 38 h 88"/>
                    <a:gd name="GluePoint5X" fmla="*/ 33 w 47"/>
                    <a:gd name="GluePoint5Y" fmla="*/ 20 h 88"/>
                    <a:gd name="GluePoint6X" fmla="*/ 33 w 47"/>
                    <a:gd name="GluePoint6Y" fmla="*/ 4 h 88"/>
                    <a:gd name="GluePoint7X" fmla="*/ 32 w 47"/>
                    <a:gd name="GluePoint7Y" fmla="*/ 1 h 88"/>
                    <a:gd name="GluePoint8X" fmla="*/ 33 w 47"/>
                    <a:gd name="GluePoint8Y" fmla="*/ 0 h 88"/>
                    <a:gd name="GluePoint9X" fmla="*/ 41 w 47"/>
                    <a:gd name="GluePoint9Y" fmla="*/ 6 h 88"/>
                    <a:gd name="GluePoint10X" fmla="*/ 43 w 47"/>
                    <a:gd name="GluePoint10Y" fmla="*/ 26 h 88"/>
                    <a:gd name="GluePoint11X" fmla="*/ 29 w 47"/>
                    <a:gd name="GluePoint11Y" fmla="*/ 48 h 88"/>
                    <a:gd name="GluePoint12X" fmla="*/ 30 w 47"/>
                    <a:gd name="GluePoint12Y" fmla="*/ 52 h 88"/>
                    <a:gd name="GluePoint13X" fmla="*/ 40 w 47"/>
                    <a:gd name="GluePoint13Y" fmla="*/ 73 h 88"/>
                    <a:gd name="GluePoint14X" fmla="*/ 41 w 47"/>
                    <a:gd name="GluePoint14Y" fmla="*/ 84 h 88"/>
                    <a:gd name="GluePoint15X" fmla="*/ 37 w 47"/>
                    <a:gd name="GluePoint15Y" fmla="*/ 86 h 88"/>
                    <a:gd name="GluePoint16X" fmla="*/ 31 w 47"/>
                    <a:gd name="GluePoint16Y" fmla="*/ 75 h 88"/>
                    <a:gd name="GluePoint17X" fmla="*/ 28 w 47"/>
                    <a:gd name="GluePoint17Y" fmla="*/ 60 h 88"/>
                    <a:gd name="GluePoint18X" fmla="*/ 22 w 47"/>
                    <a:gd name="GluePoint18Y" fmla="*/ 59 h 88"/>
                    <a:gd name="GluePoint19X" fmla="*/ 9 w 47"/>
                    <a:gd name="GluePoint19Y" fmla="*/ 73 h 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</a:cxnLst>
                  <a:rect l="textAreaLeft" t="textAreaTop" r="textAreaRight" b="textAreaBottom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83160" rIns="8316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46" name="Freeform 17"/>
                <p:cNvSpPr/>
                <p:nvPr/>
              </p:nvSpPr>
              <p:spPr>
                <a:xfrm>
                  <a:off x="11459880" y="6363720"/>
                  <a:ext cx="30960" cy="18000"/>
                </a:xfrm>
                <a:custGeom>
                  <a:avLst/>
                  <a:gdLst>
                    <a:gd name="textAreaLeft" fmla="*/ 0 w 30960"/>
                    <a:gd name="textAreaRight" fmla="*/ 31320 w 30960"/>
                    <a:gd name="textAreaTop" fmla="*/ 0 h 18000"/>
                    <a:gd name="textAreaBottom" fmla="*/ 18360 h 18000"/>
                    <a:gd name="GluePoint1X" fmla="*/ 0 w 26"/>
                    <a:gd name="GluePoint1Y" fmla="*/ 0 h 19"/>
                    <a:gd name="GluePoint2X" fmla="*/ 20 w 26"/>
                    <a:gd name="GluePoint2Y" fmla="*/ 1 h 19"/>
                    <a:gd name="GluePoint3X" fmla="*/ 23 w 26"/>
                    <a:gd name="GluePoint3Y" fmla="*/ 12 h 19"/>
                    <a:gd name="GluePoint4X" fmla="*/ 12 w 26"/>
                    <a:gd name="GluePoint4Y" fmla="*/ 18 h 19"/>
                    <a:gd name="GluePoint5X" fmla="*/ 3 w 26"/>
                    <a:gd name="GluePoint5Y" fmla="*/ 11 h 19"/>
                    <a:gd name="GluePoint6X" fmla="*/ 0 w 26"/>
                    <a:gd name="GluePoint6Y" fmla="*/ 0 h 1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4720" tIns="9000" rIns="54720" bIns="900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  <p:grpSp>
          <p:nvGrpSpPr>
            <p:cNvPr id="147" name="组合 40"/>
            <p:cNvGrpSpPr/>
            <p:nvPr/>
          </p:nvGrpSpPr>
          <p:grpSpPr>
            <a:xfrm>
              <a:off x="10272600" y="6308280"/>
              <a:ext cx="721080" cy="198360"/>
              <a:chOff x="10272600" y="6308280"/>
              <a:chExt cx="721080" cy="198360"/>
            </a:xfrm>
          </p:grpSpPr>
          <p:grpSp>
            <p:nvGrpSpPr>
              <p:cNvPr id="148" name="组合 41"/>
              <p:cNvGrpSpPr/>
              <p:nvPr/>
            </p:nvGrpSpPr>
            <p:grpSpPr>
              <a:xfrm>
                <a:off x="10653120" y="6340680"/>
                <a:ext cx="138240" cy="145440"/>
                <a:chOff x="10653120" y="6340680"/>
                <a:chExt cx="138240" cy="145440"/>
              </a:xfrm>
            </p:grpSpPr>
            <p:sp>
              <p:nvSpPr>
                <p:cNvPr id="149" name="Freeform 9"/>
                <p:cNvSpPr/>
                <p:nvPr/>
              </p:nvSpPr>
              <p:spPr>
                <a:xfrm>
                  <a:off x="10653120" y="6351480"/>
                  <a:ext cx="72000" cy="122400"/>
                </a:xfrm>
                <a:custGeom>
                  <a:avLst/>
                  <a:gdLst>
                    <a:gd name="textAreaLeft" fmla="*/ 0 w 72000"/>
                    <a:gd name="textAreaRight" fmla="*/ 72360 w 72000"/>
                    <a:gd name="textAreaTop" fmla="*/ 0 h 122400"/>
                    <a:gd name="textAreaBottom" fmla="*/ 122760 h 122400"/>
                    <a:gd name="GluePoint1X" fmla="*/ 39 w 59"/>
                    <a:gd name="GluePoint1Y" fmla="*/ 78 h 101"/>
                    <a:gd name="GluePoint2X" fmla="*/ 17 w 59"/>
                    <a:gd name="GluePoint2Y" fmla="*/ 94 h 101"/>
                    <a:gd name="GluePoint3X" fmla="*/ 8 w 59"/>
                    <a:gd name="GluePoint3Y" fmla="*/ 94 h 101"/>
                    <a:gd name="GluePoint4X" fmla="*/ 0 w 59"/>
                    <a:gd name="GluePoint4Y" fmla="*/ 79 h 101"/>
                    <a:gd name="GluePoint5X" fmla="*/ 17 w 59"/>
                    <a:gd name="GluePoint5Y" fmla="*/ 73 h 101"/>
                    <a:gd name="GluePoint6X" fmla="*/ 10 w 59"/>
                    <a:gd name="GluePoint6Y" fmla="*/ 68 h 101"/>
                    <a:gd name="GluePoint7X" fmla="*/ 8 w 59"/>
                    <a:gd name="GluePoint7Y" fmla="*/ 60 h 101"/>
                    <a:gd name="GluePoint8X" fmla="*/ 18 w 59"/>
                    <a:gd name="GluePoint8Y" fmla="*/ 23 h 101"/>
                    <a:gd name="GluePoint9X" fmla="*/ 26 w 59"/>
                    <a:gd name="GluePoint9Y" fmla="*/ 17 h 101"/>
                    <a:gd name="GluePoint10X" fmla="*/ 36 w 59"/>
                    <a:gd name="GluePoint10Y" fmla="*/ 26 h 101"/>
                    <a:gd name="GluePoint11X" fmla="*/ 36 w 59"/>
                    <a:gd name="GluePoint11Y" fmla="*/ 27 h 101"/>
                    <a:gd name="GluePoint12X" fmla="*/ 43 w 59"/>
                    <a:gd name="GluePoint12Y" fmla="*/ 40 h 101"/>
                    <a:gd name="GluePoint13X" fmla="*/ 42 w 59"/>
                    <a:gd name="GluePoint13Y" fmla="*/ 12 h 101"/>
                    <a:gd name="GluePoint14X" fmla="*/ 21 w 59"/>
                    <a:gd name="GluePoint14Y" fmla="*/ 5 h 101"/>
                    <a:gd name="GluePoint15X" fmla="*/ 44 w 59"/>
                    <a:gd name="GluePoint15Y" fmla="*/ 1 h 101"/>
                    <a:gd name="GluePoint16X" fmla="*/ 57 w 59"/>
                    <a:gd name="GluePoint16Y" fmla="*/ 17 h 101"/>
                    <a:gd name="GluePoint17X" fmla="*/ 56 w 59"/>
                    <a:gd name="GluePoint17Y" fmla="*/ 48 h 101"/>
                    <a:gd name="GluePoint18X" fmla="*/ 57 w 59"/>
                    <a:gd name="GluePoint18Y" fmla="*/ 55 h 101"/>
                    <a:gd name="GluePoint19X" fmla="*/ 55 w 59"/>
                    <a:gd name="GluePoint19Y" fmla="*/ 64 h 101"/>
                    <a:gd name="GluePoint20X" fmla="*/ 54 w 59"/>
                    <a:gd name="GluePoint20Y" fmla="*/ 71 h 101"/>
                    <a:gd name="GluePoint21X" fmla="*/ 52 w 59"/>
                    <a:gd name="GluePoint21Y" fmla="*/ 95 h 101"/>
                    <a:gd name="GluePoint22X" fmla="*/ 49 w 59"/>
                    <a:gd name="GluePoint22Y" fmla="*/ 101 h 101"/>
                    <a:gd name="GluePoint23X" fmla="*/ 43 w 59"/>
                    <a:gd name="GluePoint23Y" fmla="*/ 98 h 101"/>
                    <a:gd name="GluePoint24X" fmla="*/ 38 w 59"/>
                    <a:gd name="GluePoint24Y" fmla="*/ 86 h 101"/>
                    <a:gd name="GluePoint25X" fmla="*/ 39 w 59"/>
                    <a:gd name="GluePoint25Y" fmla="*/ 78 h 101"/>
                    <a:gd name="GluePoint26X" fmla="*/ 42 w 59"/>
                    <a:gd name="GluePoint26Y" fmla="*/ 47 h 101"/>
                    <a:gd name="GluePoint27X" fmla="*/ 32 w 59"/>
                    <a:gd name="GluePoint27Y" fmla="*/ 44 h 101"/>
                    <a:gd name="GluePoint28X" fmla="*/ 29 w 59"/>
                    <a:gd name="GluePoint28Y" fmla="*/ 64 h 101"/>
                    <a:gd name="GluePoint29X" fmla="*/ 42 w 59"/>
                    <a:gd name="GluePoint29Y" fmla="*/ 47 h 10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</a:cxnLst>
                  <a:rect l="textAreaLeft" t="textAreaTop" r="textAreaRight" b="textAreaBottom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50" name="Freeform 10"/>
                <p:cNvSpPr/>
                <p:nvPr/>
              </p:nvSpPr>
              <p:spPr>
                <a:xfrm>
                  <a:off x="10724040" y="6340680"/>
                  <a:ext cx="67320" cy="145440"/>
                </a:xfrm>
                <a:custGeom>
                  <a:avLst/>
                  <a:gdLst>
                    <a:gd name="textAreaLeft" fmla="*/ 0 w 67320"/>
                    <a:gd name="textAreaRight" fmla="*/ 67680 w 67320"/>
                    <a:gd name="textAreaTop" fmla="*/ 0 h 145440"/>
                    <a:gd name="textAreaBottom" fmla="*/ 145800 h 145440"/>
                    <a:gd name="GluePoint1X" fmla="*/ 11 w 55"/>
                    <a:gd name="GluePoint1Y" fmla="*/ 89 h 120"/>
                    <a:gd name="GluePoint2X" fmla="*/ 10 w 55"/>
                    <a:gd name="GluePoint2Y" fmla="*/ 100 h 120"/>
                    <a:gd name="GluePoint3X" fmla="*/ 6 w 55"/>
                    <a:gd name="GluePoint3Y" fmla="*/ 104 h 120"/>
                    <a:gd name="GluePoint4X" fmla="*/ 1 w 55"/>
                    <a:gd name="GluePoint4Y" fmla="*/ 99 h 120"/>
                    <a:gd name="GluePoint5X" fmla="*/ 3 w 55"/>
                    <a:gd name="GluePoint5Y" fmla="*/ 84 h 120"/>
                    <a:gd name="GluePoint6X" fmla="*/ 14 w 55"/>
                    <a:gd name="GluePoint6Y" fmla="*/ 37 h 120"/>
                    <a:gd name="GluePoint7X" fmla="*/ 22 w 55"/>
                    <a:gd name="GluePoint7Y" fmla="*/ 11 h 120"/>
                    <a:gd name="GluePoint8X" fmla="*/ 26 w 55"/>
                    <a:gd name="GluePoint8Y" fmla="*/ 19 h 120"/>
                    <a:gd name="GluePoint9X" fmla="*/ 20 w 55"/>
                    <a:gd name="GluePoint9Y" fmla="*/ 40 h 120"/>
                    <a:gd name="GluePoint10X" fmla="*/ 27 w 55"/>
                    <a:gd name="GluePoint10Y" fmla="*/ 35 h 120"/>
                    <a:gd name="GluePoint11X" fmla="*/ 35 w 55"/>
                    <a:gd name="GluePoint11Y" fmla="*/ 30 h 120"/>
                    <a:gd name="GluePoint12X" fmla="*/ 33 w 55"/>
                    <a:gd name="GluePoint12Y" fmla="*/ 9 h 120"/>
                    <a:gd name="GluePoint13X" fmla="*/ 28 w 55"/>
                    <a:gd name="GluePoint13Y" fmla="*/ 8 h 120"/>
                    <a:gd name="GluePoint14X" fmla="*/ 19 w 55"/>
                    <a:gd name="GluePoint14Y" fmla="*/ 12 h 120"/>
                    <a:gd name="GluePoint15X" fmla="*/ 12 w 55"/>
                    <a:gd name="GluePoint15Y" fmla="*/ 15 h 120"/>
                    <a:gd name="GluePoint16X" fmla="*/ 9 w 55"/>
                    <a:gd name="GluePoint16Y" fmla="*/ 11 h 120"/>
                    <a:gd name="GluePoint17X" fmla="*/ 11 w 55"/>
                    <a:gd name="GluePoint17Y" fmla="*/ 8 h 120"/>
                    <a:gd name="GluePoint18X" fmla="*/ 31 w 55"/>
                    <a:gd name="GluePoint18Y" fmla="*/ 0 h 120"/>
                    <a:gd name="GluePoint19X" fmla="*/ 45 w 55"/>
                    <a:gd name="GluePoint19Y" fmla="*/ 15 h 120"/>
                    <a:gd name="GluePoint20X" fmla="*/ 44 w 55"/>
                    <a:gd name="GluePoint20Y" fmla="*/ 46 h 120"/>
                    <a:gd name="GluePoint21X" fmla="*/ 48 w 55"/>
                    <a:gd name="GluePoint21Y" fmla="*/ 54 h 120"/>
                    <a:gd name="GluePoint22X" fmla="*/ 48 w 55"/>
                    <a:gd name="GluePoint22Y" fmla="*/ 71 h 120"/>
                    <a:gd name="GluePoint23X" fmla="*/ 44 w 55"/>
                    <a:gd name="GluePoint23Y" fmla="*/ 77 h 120"/>
                    <a:gd name="GluePoint24X" fmla="*/ 44 w 55"/>
                    <a:gd name="GluePoint24Y" fmla="*/ 110 h 120"/>
                    <a:gd name="GluePoint25X" fmla="*/ 44 w 55"/>
                    <a:gd name="GluePoint25Y" fmla="*/ 114 h 120"/>
                    <a:gd name="GluePoint26X" fmla="*/ 41 w 55"/>
                    <a:gd name="GluePoint26Y" fmla="*/ 120 h 120"/>
                    <a:gd name="GluePoint27X" fmla="*/ 32 w 55"/>
                    <a:gd name="GluePoint27Y" fmla="*/ 118 h 120"/>
                    <a:gd name="GluePoint28X" fmla="*/ 13 w 55"/>
                    <a:gd name="GluePoint28Y" fmla="*/ 91 h 120"/>
                    <a:gd name="GluePoint29X" fmla="*/ 12 w 55"/>
                    <a:gd name="GluePoint29Y" fmla="*/ 89 h 120"/>
                    <a:gd name="GluePoint30X" fmla="*/ 11 w 55"/>
                    <a:gd name="GluePoint30Y" fmla="*/ 89 h 120"/>
                    <a:gd name="GluePoint31X" fmla="*/ 24 w 55"/>
                    <a:gd name="GluePoint31Y" fmla="*/ 76 h 120"/>
                    <a:gd name="GluePoint32X" fmla="*/ 23 w 55"/>
                    <a:gd name="GluePoint32Y" fmla="*/ 74 h 120"/>
                    <a:gd name="GluePoint33X" fmla="*/ 27 w 55"/>
                    <a:gd name="GluePoint33Y" fmla="*/ 71 h 120"/>
                    <a:gd name="GluePoint34X" fmla="*/ 33 w 55"/>
                    <a:gd name="GluePoint34Y" fmla="*/ 67 h 120"/>
                    <a:gd name="GluePoint35X" fmla="*/ 32 w 55"/>
                    <a:gd name="GluePoint35Y" fmla="*/ 63 h 120"/>
                    <a:gd name="GluePoint36X" fmla="*/ 22 w 55"/>
                    <a:gd name="GluePoint36Y" fmla="*/ 52 h 120"/>
                    <a:gd name="GluePoint37X" fmla="*/ 18 w 55"/>
                    <a:gd name="GluePoint37Y" fmla="*/ 89 h 120"/>
                    <a:gd name="GluePoint38X" fmla="*/ 33 w 55"/>
                    <a:gd name="GluePoint38Y" fmla="*/ 107 h 120"/>
                    <a:gd name="GluePoint39X" fmla="*/ 35 w 55"/>
                    <a:gd name="GluePoint39Y" fmla="*/ 77 h 120"/>
                    <a:gd name="GluePoint40X" fmla="*/ 31 w 55"/>
                    <a:gd name="GluePoint40Y" fmla="*/ 75 h 120"/>
                    <a:gd name="GluePoint41X" fmla="*/ 24 w 55"/>
                    <a:gd name="GluePoint41Y" fmla="*/ 76 h 12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</a:cxnLst>
                  <a:rect l="textAreaLeft" t="textAreaTop" r="textAreaRight" b="textAreaBottom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151" name="组合 42"/>
              <p:cNvGrpSpPr/>
              <p:nvPr/>
            </p:nvGrpSpPr>
            <p:grpSpPr>
              <a:xfrm>
                <a:off x="10272600" y="6308280"/>
                <a:ext cx="156960" cy="198360"/>
                <a:chOff x="10272600" y="6308280"/>
                <a:chExt cx="156960" cy="198360"/>
              </a:xfrm>
            </p:grpSpPr>
            <p:sp>
              <p:nvSpPr>
                <p:cNvPr id="152" name="Freeform 13"/>
                <p:cNvSpPr/>
                <p:nvPr/>
              </p:nvSpPr>
              <p:spPr>
                <a:xfrm>
                  <a:off x="10272600" y="6308280"/>
                  <a:ext cx="156960" cy="18720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187200"/>
                    <a:gd name="textAreaBottom" fmla="*/ 187560 h 187200"/>
                    <a:gd name="GluePoint1X" fmla="*/ 54 w 128"/>
                    <a:gd name="GluePoint1Y" fmla="*/ 76 h 154"/>
                    <a:gd name="GluePoint2X" fmla="*/ 66 w 128"/>
                    <a:gd name="GluePoint2Y" fmla="*/ 53 h 154"/>
                    <a:gd name="GluePoint3X" fmla="*/ 49 w 128"/>
                    <a:gd name="GluePoint3Y" fmla="*/ 47 h 154"/>
                    <a:gd name="GluePoint4X" fmla="*/ 64 w 128"/>
                    <a:gd name="GluePoint4Y" fmla="*/ 44 h 154"/>
                    <a:gd name="GluePoint5X" fmla="*/ 83 w 128"/>
                    <a:gd name="GluePoint5Y" fmla="*/ 6 h 154"/>
                    <a:gd name="GluePoint6X" fmla="*/ 91 w 128"/>
                    <a:gd name="GluePoint6Y" fmla="*/ 11 h 154"/>
                    <a:gd name="GluePoint7X" fmla="*/ 96 w 128"/>
                    <a:gd name="GluePoint7Y" fmla="*/ 36 h 154"/>
                    <a:gd name="GluePoint8X" fmla="*/ 106 w 128"/>
                    <a:gd name="GluePoint8Y" fmla="*/ 41 h 154"/>
                    <a:gd name="GluePoint9X" fmla="*/ 82 w 128"/>
                    <a:gd name="GluePoint9Y" fmla="*/ 50 h 154"/>
                    <a:gd name="GluePoint10X" fmla="*/ 71 w 128"/>
                    <a:gd name="GluePoint10Y" fmla="*/ 65 h 154"/>
                    <a:gd name="GluePoint11X" fmla="*/ 110 w 128"/>
                    <a:gd name="GluePoint11Y" fmla="*/ 74 h 154"/>
                    <a:gd name="GluePoint12X" fmla="*/ 101 w 128"/>
                    <a:gd name="GluePoint12Y" fmla="*/ 87 h 154"/>
                    <a:gd name="GluePoint13X" fmla="*/ 111 w 128"/>
                    <a:gd name="GluePoint13Y" fmla="*/ 98 h 154"/>
                    <a:gd name="GluePoint14X" fmla="*/ 92 w 128"/>
                    <a:gd name="GluePoint14Y" fmla="*/ 104 h 154"/>
                    <a:gd name="GluePoint15X" fmla="*/ 86 w 128"/>
                    <a:gd name="GluePoint15Y" fmla="*/ 116 h 154"/>
                    <a:gd name="GluePoint16X" fmla="*/ 124 w 128"/>
                    <a:gd name="GluePoint16Y" fmla="*/ 112 h 154"/>
                    <a:gd name="GluePoint17X" fmla="*/ 120 w 128"/>
                    <a:gd name="GluePoint17Y" fmla="*/ 122 h 154"/>
                    <a:gd name="GluePoint18X" fmla="*/ 111 w 128"/>
                    <a:gd name="GluePoint18Y" fmla="*/ 144 h 154"/>
                    <a:gd name="GluePoint19X" fmla="*/ 105 w 128"/>
                    <a:gd name="GluePoint19Y" fmla="*/ 153 h 154"/>
                    <a:gd name="GluePoint20X" fmla="*/ 55 w 128"/>
                    <a:gd name="GluePoint20Y" fmla="*/ 129 h 154"/>
                    <a:gd name="GluePoint21X" fmla="*/ 53 w 128"/>
                    <a:gd name="GluePoint21Y" fmla="*/ 121 h 154"/>
                    <a:gd name="GluePoint22X" fmla="*/ 61 w 128"/>
                    <a:gd name="GluePoint22Y" fmla="*/ 125 h 154"/>
                    <a:gd name="GluePoint23X" fmla="*/ 94 w 128"/>
                    <a:gd name="GluePoint23Y" fmla="*/ 140 h 154"/>
                    <a:gd name="GluePoint24X" fmla="*/ 85 w 128"/>
                    <a:gd name="GluePoint24Y" fmla="*/ 127 h 154"/>
                    <a:gd name="GluePoint25X" fmla="*/ 71 w 128"/>
                    <a:gd name="GluePoint25Y" fmla="*/ 108 h 154"/>
                    <a:gd name="GluePoint26X" fmla="*/ 52 w 128"/>
                    <a:gd name="GluePoint26Y" fmla="*/ 113 h 154"/>
                    <a:gd name="GluePoint27X" fmla="*/ 38 w 128"/>
                    <a:gd name="GluePoint27Y" fmla="*/ 97 h 154"/>
                    <a:gd name="GluePoint28X" fmla="*/ 51 w 128"/>
                    <a:gd name="GluePoint28Y" fmla="*/ 97 h 154"/>
                    <a:gd name="GluePoint29X" fmla="*/ 34 w 128"/>
                    <a:gd name="GluePoint29Y" fmla="*/ 93 h 154"/>
                    <a:gd name="GluePoint30X" fmla="*/ 35 w 128"/>
                    <a:gd name="GluePoint30Y" fmla="*/ 105 h 154"/>
                    <a:gd name="GluePoint31X" fmla="*/ 26 w 128"/>
                    <a:gd name="GluePoint31Y" fmla="*/ 154 h 154"/>
                    <a:gd name="GluePoint32X" fmla="*/ 20 w 128"/>
                    <a:gd name="GluePoint32Y" fmla="*/ 118 h 154"/>
                    <a:gd name="GluePoint33X" fmla="*/ 0 w 128"/>
                    <a:gd name="GluePoint33Y" fmla="*/ 103 h 154"/>
                    <a:gd name="GluePoint34X" fmla="*/ 19 w 128"/>
                    <a:gd name="GluePoint34Y" fmla="*/ 72 h 154"/>
                    <a:gd name="GluePoint35X" fmla="*/ 25 w 128"/>
                    <a:gd name="GluePoint35Y" fmla="*/ 51 h 154"/>
                    <a:gd name="GluePoint36X" fmla="*/ 39 w 128"/>
                    <a:gd name="GluePoint36Y" fmla="*/ 14 h 154"/>
                    <a:gd name="GluePoint37X" fmla="*/ 51 w 128"/>
                    <a:gd name="GluePoint37Y" fmla="*/ 24 h 154"/>
                    <a:gd name="GluePoint38X" fmla="*/ 39 w 128"/>
                    <a:gd name="GluePoint38Y" fmla="*/ 44 h 154"/>
                    <a:gd name="GluePoint39X" fmla="*/ 48 w 128"/>
                    <a:gd name="GluePoint39Y" fmla="*/ 73 h 154"/>
                    <a:gd name="GluePoint40X" fmla="*/ 81 w 128"/>
                    <a:gd name="GluePoint40Y" fmla="*/ 90 h 154"/>
                    <a:gd name="GluePoint41X" fmla="*/ 92 w 128"/>
                    <a:gd name="GluePoint41Y" fmla="*/ 71 h 154"/>
                    <a:gd name="GluePoint42X" fmla="*/ 81 w 128"/>
                    <a:gd name="GluePoint42Y" fmla="*/ 80 h 154"/>
                    <a:gd name="GluePoint43X" fmla="*/ 76 w 128"/>
                    <a:gd name="GluePoint43Y" fmla="*/ 73 h 154"/>
                    <a:gd name="GluePoint44X" fmla="*/ 67 w 128"/>
                    <a:gd name="GluePoint44Y" fmla="*/ 79 h 154"/>
                    <a:gd name="GluePoint45X" fmla="*/ 76 w 128"/>
                    <a:gd name="GluePoint45Y" fmla="*/ 73 h 154"/>
                    <a:gd name="GluePoint46X" fmla="*/ 56 w 128"/>
                    <a:gd name="GluePoint46Y" fmla="*/ 88 h 154"/>
                    <a:gd name="GluePoint47X" fmla="*/ 63 w 128"/>
                    <a:gd name="GluePoint47Y" fmla="*/ 81 h 154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</a:cxnLst>
                  <a:rect l="textAreaLeft" t="textAreaTop" r="textAreaRight" b="textAreaBottom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53" name="Freeform 14"/>
                <p:cNvSpPr/>
                <p:nvPr/>
              </p:nvSpPr>
              <p:spPr>
                <a:xfrm>
                  <a:off x="10315800" y="6454800"/>
                  <a:ext cx="19080" cy="51840"/>
                </a:xfrm>
                <a:custGeom>
                  <a:avLst/>
                  <a:gdLst>
                    <a:gd name="textAreaLeft" fmla="*/ 0 w 19080"/>
                    <a:gd name="textAreaRight" fmla="*/ 19440 w 19080"/>
                    <a:gd name="textAreaTop" fmla="*/ 0 h 51840"/>
                    <a:gd name="textAreaBottom" fmla="*/ 52200 h 51840"/>
                    <a:gd name="GluePoint1X" fmla="*/ 9 w 16"/>
                    <a:gd name="GluePoint1Y" fmla="*/ 0 h 43"/>
                    <a:gd name="GluePoint2X" fmla="*/ 15 w 16"/>
                    <a:gd name="GluePoint2Y" fmla="*/ 11 h 43"/>
                    <a:gd name="GluePoint3X" fmla="*/ 9 w 16"/>
                    <a:gd name="GluePoint3Y" fmla="*/ 43 h 43"/>
                    <a:gd name="GluePoint4X" fmla="*/ 2 w 16"/>
                    <a:gd name="GluePoint4Y" fmla="*/ 39 h 43"/>
                    <a:gd name="GluePoint5X" fmla="*/ 0 w 16"/>
                    <a:gd name="GluePoint5Y" fmla="*/ 35 h 43"/>
                    <a:gd name="GluePoint6X" fmla="*/ 9 w 16"/>
                    <a:gd name="GluePoint6Y" fmla="*/ 0 h 4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34200" tIns="25920" rIns="34200" bIns="259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154" name="组合 43"/>
              <p:cNvGrpSpPr/>
              <p:nvPr/>
            </p:nvGrpSpPr>
            <p:grpSpPr>
              <a:xfrm>
                <a:off x="10485360" y="6365160"/>
                <a:ext cx="105120" cy="90360"/>
                <a:chOff x="10485360" y="6365160"/>
                <a:chExt cx="105120" cy="90360"/>
              </a:xfrm>
            </p:grpSpPr>
            <p:sp>
              <p:nvSpPr>
                <p:cNvPr id="155" name="Freeform 18"/>
                <p:cNvSpPr/>
                <p:nvPr/>
              </p:nvSpPr>
              <p:spPr>
                <a:xfrm>
                  <a:off x="10521000" y="6365160"/>
                  <a:ext cx="69480" cy="90360"/>
                </a:xfrm>
                <a:custGeom>
                  <a:avLst/>
                  <a:gdLst>
                    <a:gd name="textAreaLeft" fmla="*/ 0 w 69480"/>
                    <a:gd name="textAreaRight" fmla="*/ 69840 w 69480"/>
                    <a:gd name="textAreaTop" fmla="*/ 0 h 90360"/>
                    <a:gd name="textAreaBottom" fmla="*/ 90720 h 90360"/>
                    <a:gd name="GluePoint1X" fmla="*/ 49 w 57"/>
                    <a:gd name="GluePoint1Y" fmla="*/ 74 h 75"/>
                    <a:gd name="GluePoint2X" fmla="*/ 40 w 57"/>
                    <a:gd name="GluePoint2Y" fmla="*/ 67 h 75"/>
                    <a:gd name="GluePoint3X" fmla="*/ 33 w 57"/>
                    <a:gd name="GluePoint3Y" fmla="*/ 48 h 75"/>
                    <a:gd name="GluePoint4X" fmla="*/ 27 w 57"/>
                    <a:gd name="GluePoint4Y" fmla="*/ 46 h 75"/>
                    <a:gd name="GluePoint5X" fmla="*/ 11 w 57"/>
                    <a:gd name="GluePoint5Y" fmla="*/ 60 h 75"/>
                    <a:gd name="GluePoint6X" fmla="*/ 5 w 57"/>
                    <a:gd name="GluePoint6Y" fmla="*/ 60 h 75"/>
                    <a:gd name="GluePoint7X" fmla="*/ 6 w 57"/>
                    <a:gd name="GluePoint7Y" fmla="*/ 46 h 75"/>
                    <a:gd name="GluePoint8X" fmla="*/ 27 w 57"/>
                    <a:gd name="GluePoint8Y" fmla="*/ 26 h 75"/>
                    <a:gd name="GluePoint9X" fmla="*/ 40 w 57"/>
                    <a:gd name="GluePoint9Y" fmla="*/ 10 h 75"/>
                    <a:gd name="GluePoint10X" fmla="*/ 41 w 57"/>
                    <a:gd name="GluePoint10Y" fmla="*/ 6 h 75"/>
                    <a:gd name="GluePoint11X" fmla="*/ 45 w 57"/>
                    <a:gd name="GluePoint11Y" fmla="*/ 0 h 75"/>
                    <a:gd name="GluePoint12X" fmla="*/ 53 w 57"/>
                    <a:gd name="GluePoint12Y" fmla="*/ 3 h 75"/>
                    <a:gd name="GluePoint13X" fmla="*/ 53 w 57"/>
                    <a:gd name="GluePoint13Y" fmla="*/ 20 h 75"/>
                    <a:gd name="GluePoint14X" fmla="*/ 37 w 57"/>
                    <a:gd name="GluePoint14Y" fmla="*/ 38 h 75"/>
                    <a:gd name="GluePoint15X" fmla="*/ 49 w 57"/>
                    <a:gd name="GluePoint15Y" fmla="*/ 74 h 7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tIns="45360" bIns="4536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56" name="Freeform 19"/>
                <p:cNvSpPr/>
                <p:nvPr/>
              </p:nvSpPr>
              <p:spPr>
                <a:xfrm>
                  <a:off x="10485360" y="6387840"/>
                  <a:ext cx="34920" cy="66960"/>
                </a:xfrm>
                <a:custGeom>
                  <a:avLst/>
                  <a:gdLst>
                    <a:gd name="textAreaLeft" fmla="*/ 0 w 34920"/>
                    <a:gd name="textAreaRight" fmla="*/ 35280 w 34920"/>
                    <a:gd name="textAreaTop" fmla="*/ 0 h 66960"/>
                    <a:gd name="textAreaBottom" fmla="*/ 67320 h 66960"/>
                    <a:gd name="GluePoint1X" fmla="*/ 12 w 29"/>
                    <a:gd name="GluePoint1Y" fmla="*/ 30 h 55"/>
                    <a:gd name="GluePoint2X" fmla="*/ 20 w 29"/>
                    <a:gd name="GluePoint2Y" fmla="*/ 7 h 55"/>
                    <a:gd name="GluePoint3X" fmla="*/ 25 w 29"/>
                    <a:gd name="GluePoint3Y" fmla="*/ 1 h 55"/>
                    <a:gd name="GluePoint4X" fmla="*/ 26 w 29"/>
                    <a:gd name="GluePoint4Y" fmla="*/ 9 h 55"/>
                    <a:gd name="GluePoint5X" fmla="*/ 16 w 29"/>
                    <a:gd name="GluePoint5Y" fmla="*/ 39 h 55"/>
                    <a:gd name="GluePoint6X" fmla="*/ 13 w 29"/>
                    <a:gd name="GluePoint6Y" fmla="*/ 52 h 55"/>
                    <a:gd name="GluePoint7X" fmla="*/ 7 w 29"/>
                    <a:gd name="GluePoint7Y" fmla="*/ 54 h 55"/>
                    <a:gd name="GluePoint8X" fmla="*/ 2 w 29"/>
                    <a:gd name="GluePoint8Y" fmla="*/ 41 h 55"/>
                    <a:gd name="GluePoint9X" fmla="*/ 3 w 29"/>
                    <a:gd name="GluePoint9Y" fmla="*/ 32 h 55"/>
                    <a:gd name="GluePoint10X" fmla="*/ 2 w 29"/>
                    <a:gd name="GluePoint10Y" fmla="*/ 6 h 55"/>
                    <a:gd name="GluePoint11X" fmla="*/ 6 w 29"/>
                    <a:gd name="GluePoint11Y" fmla="*/ 5 h 55"/>
                    <a:gd name="GluePoint12X" fmla="*/ 10 w 29"/>
                    <a:gd name="GluePoint12Y" fmla="*/ 14 h 55"/>
                    <a:gd name="GluePoint13X" fmla="*/ 11 w 29"/>
                    <a:gd name="GluePoint13Y" fmla="*/ 30 h 55"/>
                    <a:gd name="GluePoint14X" fmla="*/ 12 w 29"/>
                    <a:gd name="GluePoint14Y" fmla="*/ 30 h 5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61920" tIns="33480" rIns="61920" bIns="3348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57" name="Freeform 20"/>
                <p:cNvSpPr/>
                <p:nvPr/>
              </p:nvSpPr>
              <p:spPr>
                <a:xfrm>
                  <a:off x="10506240" y="6365880"/>
                  <a:ext cx="32400" cy="20520"/>
                </a:xfrm>
                <a:custGeom>
                  <a:avLst/>
                  <a:gdLst>
                    <a:gd name="textAreaLeft" fmla="*/ 0 w 32400"/>
                    <a:gd name="textAreaRight" fmla="*/ 32760 w 32400"/>
                    <a:gd name="textAreaTop" fmla="*/ 0 h 20520"/>
                    <a:gd name="textAreaBottom" fmla="*/ 20880 h 20520"/>
                    <a:gd name="GluePoint1X" fmla="*/ 27 w 27"/>
                    <a:gd name="GluePoint1Y" fmla="*/ 1 h 17"/>
                    <a:gd name="GluePoint2X" fmla="*/ 16 w 27"/>
                    <a:gd name="GluePoint2Y" fmla="*/ 14 h 17"/>
                    <a:gd name="GluePoint3X" fmla="*/ 5 w 27"/>
                    <a:gd name="GluePoint3Y" fmla="*/ 13 h 17"/>
                    <a:gd name="GluePoint4X" fmla="*/ 0 w 27"/>
                    <a:gd name="GluePoint4Y" fmla="*/ 4 h 17"/>
                    <a:gd name="GluePoint5X" fmla="*/ 9 w 27"/>
                    <a:gd name="GluePoint5Y" fmla="*/ 2 h 17"/>
                    <a:gd name="GluePoint6X" fmla="*/ 27 w 27"/>
                    <a:gd name="GluePoint6Y" fmla="*/ 0 h 17"/>
                    <a:gd name="GluePoint7X" fmla="*/ 27 w 27"/>
                    <a:gd name="GluePoint7Y" fmla="*/ 1 h 1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</a:cxnLst>
                  <a:rect l="textAreaLeft" t="textAreaTop" r="textAreaRight" b="textAreaBottom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7240" tIns="10440" rIns="57240" bIns="1044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158" name="组合 44"/>
              <p:cNvGrpSpPr/>
              <p:nvPr/>
            </p:nvGrpSpPr>
            <p:grpSpPr>
              <a:xfrm>
                <a:off x="10868040" y="6348600"/>
                <a:ext cx="125640" cy="127080"/>
                <a:chOff x="10868040" y="6348600"/>
                <a:chExt cx="125640" cy="127080"/>
              </a:xfrm>
            </p:grpSpPr>
            <p:sp>
              <p:nvSpPr>
                <p:cNvPr id="159" name="Freeform 11"/>
                <p:cNvSpPr/>
                <p:nvPr/>
              </p:nvSpPr>
              <p:spPr>
                <a:xfrm>
                  <a:off x="10904400" y="6348600"/>
                  <a:ext cx="89280" cy="125280"/>
                </a:xfrm>
                <a:custGeom>
                  <a:avLst/>
                  <a:gdLst>
                    <a:gd name="textAreaLeft" fmla="*/ 0 w 89280"/>
                    <a:gd name="textAreaRight" fmla="*/ 89640 w 89280"/>
                    <a:gd name="textAreaTop" fmla="*/ 0 h 125280"/>
                    <a:gd name="textAreaBottom" fmla="*/ 125640 h 125280"/>
                    <a:gd name="GluePoint1X" fmla="*/ 29 w 72"/>
                    <a:gd name="GluePoint1Y" fmla="*/ 49 h 102"/>
                    <a:gd name="GluePoint2X" fmla="*/ 15 w 72"/>
                    <a:gd name="GluePoint2Y" fmla="*/ 43 h 102"/>
                    <a:gd name="GluePoint3X" fmla="*/ 10 w 72"/>
                    <a:gd name="GluePoint3Y" fmla="*/ 21 h 102"/>
                    <a:gd name="GluePoint4X" fmla="*/ 13 w 72"/>
                    <a:gd name="GluePoint4Y" fmla="*/ 15 h 102"/>
                    <a:gd name="GluePoint5X" fmla="*/ 19 w 72"/>
                    <a:gd name="GluePoint5Y" fmla="*/ 18 h 102"/>
                    <a:gd name="GluePoint6X" fmla="*/ 20 w 72"/>
                    <a:gd name="GluePoint6Y" fmla="*/ 26 h 102"/>
                    <a:gd name="GluePoint7X" fmla="*/ 35 w 72"/>
                    <a:gd name="GluePoint7Y" fmla="*/ 22 h 102"/>
                    <a:gd name="GluePoint8X" fmla="*/ 40 w 72"/>
                    <a:gd name="GluePoint8Y" fmla="*/ 16 h 102"/>
                    <a:gd name="GluePoint9X" fmla="*/ 43 w 72"/>
                    <a:gd name="GluePoint9Y" fmla="*/ 14 h 102"/>
                    <a:gd name="GluePoint10X" fmla="*/ 44 w 72"/>
                    <a:gd name="GluePoint10Y" fmla="*/ 19 h 102"/>
                    <a:gd name="GluePoint11X" fmla="*/ 43 w 72"/>
                    <a:gd name="GluePoint11Y" fmla="*/ 28 h 102"/>
                    <a:gd name="GluePoint12X" fmla="*/ 36 w 72"/>
                    <a:gd name="GluePoint12Y" fmla="*/ 40 h 102"/>
                    <a:gd name="GluePoint13X" fmla="*/ 37 w 72"/>
                    <a:gd name="GluePoint13Y" fmla="*/ 42 h 102"/>
                    <a:gd name="GluePoint14X" fmla="*/ 44 w 72"/>
                    <a:gd name="GluePoint14Y" fmla="*/ 38 h 102"/>
                    <a:gd name="GluePoint15X" fmla="*/ 56 w 72"/>
                    <a:gd name="GluePoint15Y" fmla="*/ 20 h 102"/>
                    <a:gd name="GluePoint16X" fmla="*/ 49 w 72"/>
                    <a:gd name="GluePoint16Y" fmla="*/ 9 h 102"/>
                    <a:gd name="GluePoint17X" fmla="*/ 28 w 72"/>
                    <a:gd name="GluePoint17Y" fmla="*/ 14 h 102"/>
                    <a:gd name="GluePoint18X" fmla="*/ 20 w 72"/>
                    <a:gd name="GluePoint18Y" fmla="*/ 13 h 102"/>
                    <a:gd name="GluePoint19X" fmla="*/ 22 w 72"/>
                    <a:gd name="GluePoint19Y" fmla="*/ 6 h 102"/>
                    <a:gd name="GluePoint20X" fmla="*/ 50 w 72"/>
                    <a:gd name="GluePoint20Y" fmla="*/ 1 h 102"/>
                    <a:gd name="GluePoint21X" fmla="*/ 68 w 72"/>
                    <a:gd name="GluePoint21Y" fmla="*/ 12 h 102"/>
                    <a:gd name="GluePoint22X" fmla="*/ 67 w 72"/>
                    <a:gd name="GluePoint22Y" fmla="*/ 24 h 102"/>
                    <a:gd name="GluePoint23X" fmla="*/ 49 w 72"/>
                    <a:gd name="GluePoint23Y" fmla="*/ 48 h 102"/>
                    <a:gd name="GluePoint24X" fmla="*/ 42 w 72"/>
                    <a:gd name="GluePoint24Y" fmla="*/ 49 h 102"/>
                    <a:gd name="GluePoint25X" fmla="*/ 37 w 72"/>
                    <a:gd name="GluePoint25Y" fmla="*/ 47 h 102"/>
                    <a:gd name="GluePoint26X" fmla="*/ 35 w 72"/>
                    <a:gd name="GluePoint26Y" fmla="*/ 52 h 102"/>
                    <a:gd name="GluePoint27X" fmla="*/ 41 w 72"/>
                    <a:gd name="GluePoint27Y" fmla="*/ 58 h 102"/>
                    <a:gd name="GluePoint28X" fmla="*/ 48 w 72"/>
                    <a:gd name="GluePoint28Y" fmla="*/ 57 h 102"/>
                    <a:gd name="GluePoint29X" fmla="*/ 53 w 72"/>
                    <a:gd name="GluePoint29Y" fmla="*/ 59 h 102"/>
                    <a:gd name="GluePoint30X" fmla="*/ 53 w 72"/>
                    <a:gd name="GluePoint30Y" fmla="*/ 66 h 102"/>
                    <a:gd name="GluePoint31X" fmla="*/ 48 w 72"/>
                    <a:gd name="GluePoint31Y" fmla="*/ 70 h 102"/>
                    <a:gd name="GluePoint32X" fmla="*/ 37 w 72"/>
                    <a:gd name="GluePoint32Y" fmla="*/ 81 h 102"/>
                    <a:gd name="GluePoint33X" fmla="*/ 45 w 72"/>
                    <a:gd name="GluePoint33Y" fmla="*/ 81 h 102"/>
                    <a:gd name="GluePoint34X" fmla="*/ 57 w 72"/>
                    <a:gd name="GluePoint34Y" fmla="*/ 89 h 102"/>
                    <a:gd name="GluePoint35X" fmla="*/ 51 w 72"/>
                    <a:gd name="GluePoint35Y" fmla="*/ 98 h 102"/>
                    <a:gd name="GluePoint36X" fmla="*/ 26 w 72"/>
                    <a:gd name="GluePoint36Y" fmla="*/ 101 h 102"/>
                    <a:gd name="GluePoint37X" fmla="*/ 17 w 72"/>
                    <a:gd name="GluePoint37Y" fmla="*/ 96 h 102"/>
                    <a:gd name="GluePoint38X" fmla="*/ 15 w 72"/>
                    <a:gd name="GluePoint38Y" fmla="*/ 94 h 102"/>
                    <a:gd name="GluePoint39X" fmla="*/ 19 w 72"/>
                    <a:gd name="GluePoint39Y" fmla="*/ 77 h 102"/>
                    <a:gd name="GluePoint40X" fmla="*/ 27 w 72"/>
                    <a:gd name="GluePoint40Y" fmla="*/ 70 h 102"/>
                    <a:gd name="GluePoint41X" fmla="*/ 27 w 72"/>
                    <a:gd name="GluePoint41Y" fmla="*/ 69 h 102"/>
                    <a:gd name="GluePoint42X" fmla="*/ 21 w 72"/>
                    <a:gd name="GluePoint42Y" fmla="*/ 71 h 102"/>
                    <a:gd name="GluePoint43X" fmla="*/ 9 w 72"/>
                    <a:gd name="GluePoint43Y" fmla="*/ 76 h 102"/>
                    <a:gd name="GluePoint44X" fmla="*/ 3 w 72"/>
                    <a:gd name="GluePoint44Y" fmla="*/ 75 h 102"/>
                    <a:gd name="GluePoint45X" fmla="*/ 4 w 72"/>
                    <a:gd name="GluePoint45Y" fmla="*/ 69 h 102"/>
                    <a:gd name="GluePoint46X" fmla="*/ 26 w 72"/>
                    <a:gd name="GluePoint46Y" fmla="*/ 60 h 102"/>
                    <a:gd name="GluePoint47X" fmla="*/ 28 w 72"/>
                    <a:gd name="GluePoint47Y" fmla="*/ 57 h 102"/>
                    <a:gd name="GluePoint48X" fmla="*/ 29 w 72"/>
                    <a:gd name="GluePoint48Y" fmla="*/ 49 h 102"/>
                    <a:gd name="GluePoint49X" fmla="*/ 34 w 72"/>
                    <a:gd name="GluePoint49Y" fmla="*/ 29 h 102"/>
                    <a:gd name="GluePoint50X" fmla="*/ 33 w 72"/>
                    <a:gd name="GluePoint50Y" fmla="*/ 28 h 102"/>
                    <a:gd name="GluePoint51X" fmla="*/ 26 w 72"/>
                    <a:gd name="GluePoint51Y" fmla="*/ 32 h 102"/>
                    <a:gd name="GluePoint52X" fmla="*/ 23 w 72"/>
                    <a:gd name="GluePoint52Y" fmla="*/ 36 h 102"/>
                    <a:gd name="GluePoint53X" fmla="*/ 26 w 72"/>
                    <a:gd name="GluePoint53Y" fmla="*/ 42 h 102"/>
                    <a:gd name="GluePoint54X" fmla="*/ 31 w 72"/>
                    <a:gd name="GluePoint54Y" fmla="*/ 40 h 102"/>
                    <a:gd name="GluePoint55X" fmla="*/ 34 w 72"/>
                    <a:gd name="GluePoint55Y" fmla="*/ 29 h 10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  <a:cxn ang="0">
                      <a:pos x="GluePoint50X" y="GluePoint50Y"/>
                    </a:cxn>
                    <a:cxn ang="0">
                      <a:pos x="GluePoint51X" y="GluePoint51Y"/>
                    </a:cxn>
                    <a:cxn ang="0">
                      <a:pos x="GluePoint52X" y="GluePoint52Y"/>
                    </a:cxn>
                    <a:cxn ang="0">
                      <a:pos x="GluePoint53X" y="GluePoint53Y"/>
                    </a:cxn>
                    <a:cxn ang="0">
                      <a:pos x="GluePoint54X" y="GluePoint54Y"/>
                    </a:cxn>
                    <a:cxn ang="0">
                      <a:pos x="GluePoint55X" y="GluePoint55Y"/>
                    </a:cxn>
                  </a:cxnLst>
                  <a:rect l="textAreaLeft" t="textAreaTop" r="textAreaRight" b="textAreaBottom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60" name="Freeform 12"/>
                <p:cNvSpPr/>
                <p:nvPr/>
              </p:nvSpPr>
              <p:spPr>
                <a:xfrm>
                  <a:off x="10868040" y="6355080"/>
                  <a:ext cx="47880" cy="120600"/>
                </a:xfrm>
                <a:custGeom>
                  <a:avLst/>
                  <a:gdLst>
                    <a:gd name="textAreaLeft" fmla="*/ 0 w 47880"/>
                    <a:gd name="textAreaRight" fmla="*/ 48240 w 47880"/>
                    <a:gd name="textAreaTop" fmla="*/ 0 h 120600"/>
                    <a:gd name="textAreaBottom" fmla="*/ 120960 h 120600"/>
                    <a:gd name="GluePoint1X" fmla="*/ 30 w 39"/>
                    <a:gd name="GluePoint1Y" fmla="*/ 44 h 98"/>
                    <a:gd name="GluePoint2X" fmla="*/ 36 w 39"/>
                    <a:gd name="GluePoint2Y" fmla="*/ 34 h 98"/>
                    <a:gd name="GluePoint3X" fmla="*/ 37 w 39"/>
                    <a:gd name="GluePoint3Y" fmla="*/ 51 h 98"/>
                    <a:gd name="GluePoint4X" fmla="*/ 25 w 39"/>
                    <a:gd name="GluePoint4Y" fmla="*/ 82 h 98"/>
                    <a:gd name="GluePoint5X" fmla="*/ 21 w 39"/>
                    <a:gd name="GluePoint5Y" fmla="*/ 98 h 98"/>
                    <a:gd name="GluePoint6X" fmla="*/ 13 w 39"/>
                    <a:gd name="GluePoint6Y" fmla="*/ 96 h 98"/>
                    <a:gd name="GluePoint7X" fmla="*/ 5 w 39"/>
                    <a:gd name="GluePoint7Y" fmla="*/ 83 h 98"/>
                    <a:gd name="GluePoint8X" fmla="*/ 11 w 39"/>
                    <a:gd name="GluePoint8Y" fmla="*/ 62 h 98"/>
                    <a:gd name="GluePoint9X" fmla="*/ 9 w 39"/>
                    <a:gd name="GluePoint9Y" fmla="*/ 43 h 98"/>
                    <a:gd name="GluePoint10X" fmla="*/ 12 w 39"/>
                    <a:gd name="GluePoint10Y" fmla="*/ 38 h 98"/>
                    <a:gd name="GluePoint11X" fmla="*/ 18 w 39"/>
                    <a:gd name="GluePoint11Y" fmla="*/ 33 h 98"/>
                    <a:gd name="GluePoint12X" fmla="*/ 23 w 39"/>
                    <a:gd name="GluePoint12Y" fmla="*/ 12 h 98"/>
                    <a:gd name="GluePoint13X" fmla="*/ 11 w 39"/>
                    <a:gd name="GluePoint13Y" fmla="*/ 16 h 98"/>
                    <a:gd name="GluePoint14X" fmla="*/ 2 w 39"/>
                    <a:gd name="GluePoint14Y" fmla="*/ 16 h 98"/>
                    <a:gd name="GluePoint15X" fmla="*/ 0 w 39"/>
                    <a:gd name="GluePoint15Y" fmla="*/ 12 h 98"/>
                    <a:gd name="GluePoint16X" fmla="*/ 3 w 39"/>
                    <a:gd name="GluePoint16Y" fmla="*/ 10 h 98"/>
                    <a:gd name="GluePoint17X" fmla="*/ 16 w 39"/>
                    <a:gd name="GluePoint17Y" fmla="*/ 7 h 98"/>
                    <a:gd name="GluePoint18X" fmla="*/ 26 w 39"/>
                    <a:gd name="GluePoint18Y" fmla="*/ 2 h 98"/>
                    <a:gd name="GluePoint19X" fmla="*/ 32 w 39"/>
                    <a:gd name="GluePoint19Y" fmla="*/ 1 h 98"/>
                    <a:gd name="GluePoint20X" fmla="*/ 35 w 39"/>
                    <a:gd name="GluePoint20Y" fmla="*/ 9 h 98"/>
                    <a:gd name="GluePoint21X" fmla="*/ 34 w 39"/>
                    <a:gd name="GluePoint21Y" fmla="*/ 11 h 98"/>
                    <a:gd name="GluePoint22X" fmla="*/ 27 w 39"/>
                    <a:gd name="GluePoint22Y" fmla="*/ 38 h 98"/>
                    <a:gd name="GluePoint23X" fmla="*/ 28 w 39"/>
                    <a:gd name="GluePoint23Y" fmla="*/ 44 h 98"/>
                    <a:gd name="GluePoint24X" fmla="*/ 30 w 39"/>
                    <a:gd name="GluePoint24Y" fmla="*/ 44 h 9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</a:cxnLst>
                  <a:rect l="textAreaLeft" t="textAreaTop" r="textAreaRight" b="textAreaBottom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4720" rIns="547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</p:grp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封面样式2-首页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A-矩形 7"/>
          <p:cNvSpPr/>
          <p:nvPr/>
        </p:nvSpPr>
        <p:spPr>
          <a:xfrm>
            <a:off x="11373120" y="0"/>
            <a:ext cx="818640" cy="68576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114" name="PA-矩形 7"/>
          <p:cNvSpPr/>
          <p:nvPr/>
        </p:nvSpPr>
        <p:spPr>
          <a:xfrm>
            <a:off x="0" y="0"/>
            <a:ext cx="1137888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cxnSp>
        <p:nvCxnSpPr>
          <p:cNvPr id="115" name="直接连接符 10"/>
          <p:cNvCxnSpPr/>
          <p:nvPr/>
        </p:nvCxnSpPr>
        <p:spPr>
          <a:xfrm>
            <a:off x="11372760" y="0"/>
            <a:ext cx="360" cy="6858360"/>
          </a:xfrm>
          <a:prstGeom prst="straightConnector1">
            <a:avLst/>
          </a:prstGeom>
          <a:ln w="12700">
            <a:solidFill>
              <a:srgbClr val="FFFFFF"/>
            </a:solidFill>
          </a:ln>
        </p:spPr>
      </p:cxnSp>
      <p:pic>
        <p:nvPicPr>
          <p:cNvPr id="116" name="图片 36"/>
          <p:cNvPicPr/>
          <p:nvPr/>
        </p:nvPicPr>
        <p:blipFill>
          <a:blip r:embed="rId2"/>
          <a:stretch/>
        </p:blipFill>
        <p:spPr>
          <a:xfrm>
            <a:off x="-2610720" y="161280"/>
            <a:ext cx="6791400" cy="653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矩形 2"/>
          <p:cNvSpPr/>
          <p:nvPr/>
        </p:nvSpPr>
        <p:spPr>
          <a:xfrm>
            <a:off x="0" y="1504800"/>
            <a:ext cx="12191760" cy="38476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ctr" blurRad="101520" rotWithShape="0" sx="101000" sy="101000">
              <a:srgbClr val="000000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118" name="任意多边形: 形状 30"/>
          <p:cNvSpPr/>
          <p:nvPr/>
        </p:nvSpPr>
        <p:spPr>
          <a:xfrm flipV="1">
            <a:off x="5143320" y="3786480"/>
            <a:ext cx="6235560" cy="192960"/>
          </a:xfrm>
          <a:custGeom>
            <a:avLst/>
            <a:gdLst>
              <a:gd name="textAreaLeft" fmla="*/ 0 w 6235560"/>
              <a:gd name="textAreaRight" fmla="*/ 6235920 w 6235560"/>
              <a:gd name="textAreaTop" fmla="*/ 360 h 192960"/>
              <a:gd name="textAreaBottom" fmla="*/ 193680 h 192960"/>
              <a:gd name="GluePoint1X" fmla="*/ 6415214 w 6415214"/>
              <a:gd name="GluePoint1Y" fmla="*/ 193259 h 193259"/>
              <a:gd name="GluePoint2X" fmla="*/ 511261 w 6415214"/>
              <a:gd name="GluePoint2Y" fmla="*/ 193259 h 193259"/>
              <a:gd name="GluePoint3X" fmla="*/ 232301 w 6415214"/>
              <a:gd name="GluePoint3Y" fmla="*/ 0 h 193259"/>
              <a:gd name="GluePoint4X" fmla="*/ 229919 w 6415214"/>
              <a:gd name="GluePoint4Y" fmla="*/ 193259 h 193259"/>
              <a:gd name="GluePoint5X" fmla="*/ 0 w 6415214"/>
              <a:gd name="GluePoint5Y" fmla="*/ 193259 h 19325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rgbClr val="006C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119" name="PlaceHolder 1"/>
          <p:cNvSpPr>
            <a:spLocks noGrp="1"/>
          </p:cNvSpPr>
          <p:nvPr>
            <p:ph type="title" hasCustomPrompt="1"/>
          </p:nvPr>
        </p:nvSpPr>
        <p:spPr>
          <a:xfrm>
            <a:off x="5143320" y="2563920"/>
            <a:ext cx="6205680" cy="11890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tIns="45720" rIns="91440" bIns="45720" anchor="ctr">
            <a:spAutoFit/>
          </a:bodyPr>
          <a:lstStyle>
            <a:lvl1pPr indent="0" algn="l">
              <a:lnSpc>
                <a:spcPct val="100000"/>
              </a:lnSpc>
              <a:buNone/>
              <a:defRPr lang="zh-CN" sz="3600" b="1" u="none" spc="99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zh-CN" sz="3600" b="1" u="none" spc="99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请在此输入标题</a:t>
            </a:r>
            <a:br>
              <a:rPr sz="3600"/>
            </a:br>
            <a:r>
              <a:rPr lang="zh-CN" sz="3600" b="1" u="none" spc="99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尽量回车保证标题为两行</a:t>
            </a:r>
            <a:endParaRPr lang="en-US" sz="3600" b="1" u="none" spc="99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 hasCustomPrompt="1"/>
          </p:nvPr>
        </p:nvSpPr>
        <p:spPr>
          <a:xfrm>
            <a:off x="5136840" y="2329920"/>
            <a:ext cx="5154120" cy="256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tIns="45720" rIns="91440" bIns="45720" anchor="t">
            <a:spAutoFit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zh-CN" sz="1200" b="0" u="none" spc="99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微软雅黑 Light"/>
                <a:ea typeface="微软雅黑 Light"/>
              </a:defRPr>
            </a:lvl1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CN" sz="1200" b="0" u="none" spc="99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微软雅黑 Light"/>
                <a:ea typeface="微软雅黑 Light"/>
              </a:rPr>
              <a:t>请在此输入你的副标题</a:t>
            </a:r>
            <a:r>
              <a:rPr lang="en-US" sz="1200" b="0" u="none" spc="99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Wingdings 3"/>
                <a:ea typeface="微软雅黑 Light"/>
              </a:rPr>
              <a:t></a:t>
            </a:r>
            <a:endParaRPr lang="en-US" sz="1200" b="0" u="none" spc="99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微软雅黑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body" hasCustomPrompt="1"/>
          </p:nvPr>
        </p:nvSpPr>
        <p:spPr>
          <a:xfrm>
            <a:off x="5143320" y="4186440"/>
            <a:ext cx="6229440" cy="369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tIns="45720" rIns="91440" bIns="45720" anchor="ctr">
            <a:spAutoFit/>
          </a:bodyPr>
          <a:lstStyle>
            <a:lvl1pPr indent="0" algn="l">
              <a:lnSpc>
                <a:spcPct val="130000"/>
              </a:lnSpc>
              <a:spcBef>
                <a:spcPts val="1001"/>
              </a:spcBef>
              <a:buNone/>
              <a:tabLst>
                <a:tab pos="0" algn="l"/>
              </a:tabLst>
              <a:defRPr lang="zh-CN" sz="1400" b="0" u="none" spc="99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l">
              <a:lnSpc>
                <a:spcPct val="13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CN" sz="1400" b="0" u="none" spc="99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微软雅黑"/>
                <a:ea typeface="微软雅黑"/>
              </a:rPr>
              <a:t>答辩人：北小理　　　导　师： 京小工　　　时　间：</a:t>
            </a:r>
            <a:r>
              <a:rPr lang="en-US" sz="1400" b="0" u="none" spc="99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微软雅黑"/>
                <a:ea typeface="微软雅黑"/>
              </a:rPr>
              <a:t>XXX</a:t>
            </a:r>
            <a:endParaRPr lang="en-US" sz="1400" b="0" u="none" spc="99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微软雅黑"/>
            </a:endParaRPr>
          </a:p>
        </p:txBody>
      </p:sp>
      <p:pic>
        <p:nvPicPr>
          <p:cNvPr id="122" name="图片 7"/>
          <p:cNvPicPr/>
          <p:nvPr/>
        </p:nvPicPr>
        <p:blipFill>
          <a:blip r:embed="rId3"/>
          <a:stretch/>
        </p:blipFill>
        <p:spPr>
          <a:xfrm>
            <a:off x="1111320" y="2359440"/>
            <a:ext cx="2855160" cy="21693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封面样式2-尾页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A-矩形 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162" name="PA-矩形 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006C39">
                  <a:alpha val="0"/>
                </a:srgbClr>
              </a:gs>
              <a:gs pos="52200">
                <a:srgbClr val="006C39"/>
              </a:gs>
              <a:gs pos="100000">
                <a:srgbClr val="006C39">
                  <a:alpha val="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163" name="任意多边形: 形状 19"/>
          <p:cNvSpPr/>
          <p:nvPr/>
        </p:nvSpPr>
        <p:spPr>
          <a:xfrm flipH="1" flipV="1">
            <a:off x="4441320" y="3759120"/>
            <a:ext cx="3307320" cy="2335680"/>
          </a:xfrm>
          <a:custGeom>
            <a:avLst/>
            <a:gdLst>
              <a:gd name="textAreaLeft" fmla="*/ -360 w 3307320"/>
              <a:gd name="textAreaRight" fmla="*/ 3307320 w 3307320"/>
              <a:gd name="textAreaTop" fmla="*/ 360 h 2335680"/>
              <a:gd name="textAreaBottom" fmla="*/ 2336400 h 2335680"/>
              <a:gd name="GluePoint1X" fmla="*/ 0 w 3162300"/>
              <a:gd name="GluePoint1Y" fmla="*/ 2147409 h 2147409"/>
              <a:gd name="GluePoint2X" fmla="*/ 0 w 3162300"/>
              <a:gd name="GluePoint2Y" fmla="*/ 1565265 h 2147409"/>
              <a:gd name="GluePoint3X" fmla="*/ 0 w 3162300"/>
              <a:gd name="GluePoint3Y" fmla="*/ 1544697 h 2147409"/>
              <a:gd name="GluePoint4X" fmla="*/ 0 w 3162300"/>
              <a:gd name="GluePoint4Y" fmla="*/ 0 h 2147409"/>
              <a:gd name="GluePoint5X" fmla="*/ 1585774 w 3162300"/>
              <a:gd name="GluePoint5Y" fmla="*/ 1112898 h 2147409"/>
              <a:gd name="GluePoint6X" fmla="*/ 3162300 w 3162300"/>
              <a:gd name="GluePoint6Y" fmla="*/ 0 h 2147409"/>
              <a:gd name="GluePoint7X" fmla="*/ 3162300 w 3162300"/>
              <a:gd name="GluePoint7Y" fmla="*/ 1544697 h 2147409"/>
              <a:gd name="GluePoint8X" fmla="*/ 3162300 w 3162300"/>
              <a:gd name="GluePoint8Y" fmla="*/ 1565265 h 2147409"/>
              <a:gd name="GluePoint9X" fmla="*/ 3162300 w 3162300"/>
              <a:gd name="GluePoint9Y" fmla="*/ 2147409 h 214740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3162300" h="2147409">
                <a:moveTo>
                  <a:pt x="0" y="2147409"/>
                </a:moveTo>
                <a:lnTo>
                  <a:pt x="0" y="1565265"/>
                </a:lnTo>
                <a:lnTo>
                  <a:pt x="0" y="1544697"/>
                </a:lnTo>
                <a:lnTo>
                  <a:pt x="0" y="0"/>
                </a:lnTo>
                <a:lnTo>
                  <a:pt x="1585774" y="1112898"/>
                </a:lnTo>
                <a:lnTo>
                  <a:pt x="3162300" y="0"/>
                </a:lnTo>
                <a:lnTo>
                  <a:pt x="3162300" y="1544697"/>
                </a:lnTo>
                <a:lnTo>
                  <a:pt x="3162300" y="1565265"/>
                </a:lnTo>
                <a:lnTo>
                  <a:pt x="3162300" y="2147409"/>
                </a:lnTo>
              </a:path>
            </a:pathLst>
          </a:custGeom>
          <a:noFill/>
          <a:ln w="571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164" name="矩形 3"/>
          <p:cNvSpPr/>
          <p:nvPr/>
        </p:nvSpPr>
        <p:spPr>
          <a:xfrm>
            <a:off x="4442040" y="1015200"/>
            <a:ext cx="3307320" cy="1428120"/>
          </a:xfrm>
          <a:custGeom>
            <a:avLst/>
            <a:gdLst>
              <a:gd name="textAreaLeft" fmla="*/ 0 w 3307320"/>
              <a:gd name="textAreaRight" fmla="*/ 3307680 w 3307320"/>
              <a:gd name="textAreaTop" fmla="*/ 0 h 1428120"/>
              <a:gd name="textAreaBottom" fmla="*/ 1428480 h 1428120"/>
              <a:gd name="GluePoint1X" fmla="*/ 0 w 3162300"/>
              <a:gd name="GluePoint1Y" fmla="*/ 1871961 h 1871961"/>
              <a:gd name="GluePoint2X" fmla="*/ 0 w 3162300"/>
              <a:gd name="GluePoint2Y" fmla="*/ 0 h 1871961"/>
              <a:gd name="GluePoint3X" fmla="*/ 3162300 w 3162300"/>
              <a:gd name="GluePoint3Y" fmla="*/ 0 h 1871961"/>
              <a:gd name="GluePoint4X" fmla="*/ 3162300 w 3162300"/>
              <a:gd name="GluePoint4Y" fmla="*/ 1871961 h 187196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3162300" h="1871961">
                <a:moveTo>
                  <a:pt x="0" y="1871961"/>
                </a:moveTo>
                <a:lnTo>
                  <a:pt x="0" y="0"/>
                </a:lnTo>
                <a:lnTo>
                  <a:pt x="3162300" y="0"/>
                </a:lnTo>
                <a:lnTo>
                  <a:pt x="3162300" y="1871961"/>
                </a:lnTo>
              </a:path>
            </a:pathLst>
          </a:custGeom>
          <a:noFill/>
          <a:ln w="571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165" name="等腰三角形 11"/>
          <p:cNvSpPr/>
          <p:nvPr/>
        </p:nvSpPr>
        <p:spPr>
          <a:xfrm flipV="1">
            <a:off x="6007320" y="3832200"/>
            <a:ext cx="177120" cy="15264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63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31680" rIns="90000" bIns="316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pic>
        <p:nvPicPr>
          <p:cNvPr id="166" name="图片 12"/>
          <p:cNvPicPr/>
          <p:nvPr/>
        </p:nvPicPr>
        <p:blipFill>
          <a:blip r:embed="rId2"/>
          <a:stretch/>
        </p:blipFill>
        <p:spPr>
          <a:xfrm>
            <a:off x="4974840" y="1401120"/>
            <a:ext cx="2256120" cy="6310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封面样式3-首页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图片 5"/>
          <p:cNvPicPr/>
          <p:nvPr/>
        </p:nvPicPr>
        <p:blipFill>
          <a:blip r:embed="rId2"/>
          <a:srcRect l="130" t="0" r="23339" b="0"/>
          <a:stretch/>
        </p:blipFill>
        <p:spPr>
          <a:xfrm>
            <a:off x="4303800" y="0"/>
            <a:ext cx="78876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矩形 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006C39"/>
              </a:gs>
              <a:gs pos="50000">
                <a:srgbClr val="006C39"/>
              </a:gs>
              <a:gs pos="100000">
                <a:srgbClr val="006C39">
                  <a:alpha val="0"/>
                </a:srgbClr>
              </a:gs>
            </a:gsLst>
            <a:lin ang="1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pic>
        <p:nvPicPr>
          <p:cNvPr id="169" name="图片 12"/>
          <p:cNvPicPr/>
          <p:nvPr/>
        </p:nvPicPr>
        <p:blipFill>
          <a:blip r:embed="rId3"/>
          <a:stretch/>
        </p:blipFill>
        <p:spPr>
          <a:xfrm>
            <a:off x="540360" y="479520"/>
            <a:ext cx="2202840" cy="616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70" name="组合 63"/>
          <p:cNvGrpSpPr/>
          <p:nvPr/>
        </p:nvGrpSpPr>
        <p:grpSpPr>
          <a:xfrm>
            <a:off x="691920" y="5891400"/>
            <a:ext cx="4041000" cy="496800"/>
            <a:chOff x="691920" y="5891400"/>
            <a:chExt cx="4041000" cy="496800"/>
          </a:xfrm>
        </p:grpSpPr>
        <p:grpSp>
          <p:nvGrpSpPr>
            <p:cNvPr id="171" name="组合 64"/>
            <p:cNvGrpSpPr/>
            <p:nvPr/>
          </p:nvGrpSpPr>
          <p:grpSpPr>
            <a:xfrm>
              <a:off x="3017880" y="5897160"/>
              <a:ext cx="1715040" cy="486360"/>
              <a:chOff x="3017880" y="5897160"/>
              <a:chExt cx="1715040" cy="486360"/>
            </a:xfrm>
          </p:grpSpPr>
          <p:sp>
            <p:nvSpPr>
              <p:cNvPr id="172" name="Freeform 5"/>
              <p:cNvSpPr/>
              <p:nvPr/>
            </p:nvSpPr>
            <p:spPr>
              <a:xfrm>
                <a:off x="3965400" y="5928120"/>
                <a:ext cx="383040" cy="432000"/>
              </a:xfrm>
              <a:custGeom>
                <a:avLst/>
                <a:gdLst>
                  <a:gd name="textAreaLeft" fmla="*/ 0 w 383040"/>
                  <a:gd name="textAreaRight" fmla="*/ 383400 w 383040"/>
                  <a:gd name="textAreaTop" fmla="*/ 0 h 432000"/>
                  <a:gd name="textAreaBottom" fmla="*/ 432360 h 432000"/>
                  <a:gd name="GluePoint1X" fmla="*/ 41 w 125"/>
                  <a:gd name="GluePoint1Y" fmla="*/ 16 h 142"/>
                  <a:gd name="GluePoint2X" fmla="*/ 49 w 125"/>
                  <a:gd name="GluePoint2Y" fmla="*/ 3 h 142"/>
                  <a:gd name="GluePoint3X" fmla="*/ 62 w 125"/>
                  <a:gd name="GluePoint3Y" fmla="*/ 20 h 142"/>
                  <a:gd name="GluePoint4X" fmla="*/ 64 w 125"/>
                  <a:gd name="GluePoint4Y" fmla="*/ 33 h 142"/>
                  <a:gd name="GluePoint5X" fmla="*/ 50 w 125"/>
                  <a:gd name="GluePoint5Y" fmla="*/ 34 h 142"/>
                  <a:gd name="GluePoint6X" fmla="*/ 58 w 125"/>
                  <a:gd name="GluePoint6Y" fmla="*/ 58 h 142"/>
                  <a:gd name="GluePoint7X" fmla="*/ 75 w 125"/>
                  <a:gd name="GluePoint7Y" fmla="*/ 59 h 142"/>
                  <a:gd name="GluePoint8X" fmla="*/ 71 w 125"/>
                  <a:gd name="GluePoint8Y" fmla="*/ 50 h 142"/>
                  <a:gd name="GluePoint9X" fmla="*/ 81 w 125"/>
                  <a:gd name="GluePoint9Y" fmla="*/ 47 h 142"/>
                  <a:gd name="GluePoint10X" fmla="*/ 65 w 125"/>
                  <a:gd name="GluePoint10Y" fmla="*/ 42 h 142"/>
                  <a:gd name="GluePoint11X" fmla="*/ 63 w 125"/>
                  <a:gd name="GluePoint11Y" fmla="*/ 37 h 142"/>
                  <a:gd name="GluePoint12X" fmla="*/ 85 w 125"/>
                  <a:gd name="GluePoint12Y" fmla="*/ 27 h 142"/>
                  <a:gd name="GluePoint13X" fmla="*/ 93 w 125"/>
                  <a:gd name="GluePoint13Y" fmla="*/ 2 h 142"/>
                  <a:gd name="GluePoint14X" fmla="*/ 99 w 125"/>
                  <a:gd name="GluePoint14Y" fmla="*/ 5 h 142"/>
                  <a:gd name="GluePoint15X" fmla="*/ 111 w 125"/>
                  <a:gd name="GluePoint15Y" fmla="*/ 30 h 142"/>
                  <a:gd name="GluePoint16X" fmla="*/ 102 w 125"/>
                  <a:gd name="GluePoint16Y" fmla="*/ 34 h 142"/>
                  <a:gd name="GluePoint17X" fmla="*/ 95 w 125"/>
                  <a:gd name="GluePoint17Y" fmla="*/ 59 h 142"/>
                  <a:gd name="GluePoint18X" fmla="*/ 123 w 125"/>
                  <a:gd name="GluePoint18Y" fmla="*/ 61 h 142"/>
                  <a:gd name="GluePoint19X" fmla="*/ 110 w 125"/>
                  <a:gd name="GluePoint19Y" fmla="*/ 71 h 142"/>
                  <a:gd name="GluePoint20X" fmla="*/ 104 w 125"/>
                  <a:gd name="GluePoint20Y" fmla="*/ 82 h 142"/>
                  <a:gd name="GluePoint21X" fmla="*/ 112 w 125"/>
                  <a:gd name="GluePoint21Y" fmla="*/ 134 h 142"/>
                  <a:gd name="GluePoint22X" fmla="*/ 102 w 125"/>
                  <a:gd name="GluePoint22Y" fmla="*/ 140 h 142"/>
                  <a:gd name="GluePoint23X" fmla="*/ 89 w 125"/>
                  <a:gd name="GluePoint23Y" fmla="*/ 123 h 142"/>
                  <a:gd name="GluePoint24X" fmla="*/ 101 w 125"/>
                  <a:gd name="GluePoint24Y" fmla="*/ 128 h 142"/>
                  <a:gd name="GluePoint25X" fmla="*/ 101 w 125"/>
                  <a:gd name="GluePoint25Y" fmla="*/ 92 h 142"/>
                  <a:gd name="GluePoint26X" fmla="*/ 97 w 125"/>
                  <a:gd name="GluePoint26Y" fmla="*/ 99 h 142"/>
                  <a:gd name="GluePoint27X" fmla="*/ 90 w 125"/>
                  <a:gd name="GluePoint27Y" fmla="*/ 103 h 142"/>
                  <a:gd name="GluePoint28X" fmla="*/ 86 w 125"/>
                  <a:gd name="GluePoint28Y" fmla="*/ 110 h 142"/>
                  <a:gd name="GluePoint29X" fmla="*/ 81 w 125"/>
                  <a:gd name="GluePoint29Y" fmla="*/ 120 h 142"/>
                  <a:gd name="GluePoint30X" fmla="*/ 88 w 125"/>
                  <a:gd name="GluePoint30Y" fmla="*/ 71 h 142"/>
                  <a:gd name="GluePoint31X" fmla="*/ 60 w 125"/>
                  <a:gd name="GluePoint31Y" fmla="*/ 87 h 142"/>
                  <a:gd name="GluePoint32X" fmla="*/ 53 w 125"/>
                  <a:gd name="GluePoint32Y" fmla="*/ 89 h 142"/>
                  <a:gd name="GluePoint33X" fmla="*/ 51 w 125"/>
                  <a:gd name="GluePoint33Y" fmla="*/ 128 h 142"/>
                  <a:gd name="GluePoint34X" fmla="*/ 43 w 125"/>
                  <a:gd name="GluePoint34Y" fmla="*/ 134 h 142"/>
                  <a:gd name="GluePoint35X" fmla="*/ 39 w 125"/>
                  <a:gd name="GluePoint35Y" fmla="*/ 107 h 142"/>
                  <a:gd name="GluePoint36X" fmla="*/ 33 w 125"/>
                  <a:gd name="GluePoint36Y" fmla="*/ 114 h 142"/>
                  <a:gd name="GluePoint37X" fmla="*/ 17 w 125"/>
                  <a:gd name="GluePoint37Y" fmla="*/ 108 h 142"/>
                  <a:gd name="GluePoint38X" fmla="*/ 5 w 125"/>
                  <a:gd name="GluePoint38Y" fmla="*/ 81 h 142"/>
                  <a:gd name="GluePoint39X" fmla="*/ 34 w 125"/>
                  <a:gd name="GluePoint39Y" fmla="*/ 56 h 142"/>
                  <a:gd name="GluePoint40X" fmla="*/ 38 w 125"/>
                  <a:gd name="GluePoint40Y" fmla="*/ 33 h 142"/>
                  <a:gd name="GluePoint41X" fmla="*/ 22 w 125"/>
                  <a:gd name="GluePoint41Y" fmla="*/ 55 h 142"/>
                  <a:gd name="GluePoint42X" fmla="*/ 14 w 125"/>
                  <a:gd name="GluePoint42Y" fmla="*/ 55 h 142"/>
                  <a:gd name="GluePoint43X" fmla="*/ 11 w 125"/>
                  <a:gd name="GluePoint43Y" fmla="*/ 36 h 142"/>
                  <a:gd name="GluePoint44X" fmla="*/ 32 w 125"/>
                  <a:gd name="GluePoint44Y" fmla="*/ 22 h 142"/>
                  <a:gd name="GluePoint45X" fmla="*/ 28 w 125"/>
                  <a:gd name="GluePoint45Y" fmla="*/ 33 h 1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</a:cxnLst>
                <a:rect l="textAreaLeft" t="textAreaTop" r="textAreaRight" b="textAreaBottom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FFF6">
                      <a:alpha val="4000"/>
                    </a:srgbClr>
                  </a:gs>
                  <a:gs pos="100000">
                    <a:srgbClr val="FFFFFF">
                      <a:alpha val="1200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entury Gothic"/>
                </a:endParaRPr>
              </a:p>
            </p:txBody>
          </p:sp>
          <p:sp>
            <p:nvSpPr>
              <p:cNvPr id="173" name="Freeform 6"/>
              <p:cNvSpPr/>
              <p:nvPr/>
            </p:nvSpPr>
            <p:spPr>
              <a:xfrm>
                <a:off x="4512600" y="5992920"/>
                <a:ext cx="220320" cy="331920"/>
              </a:xfrm>
              <a:custGeom>
                <a:avLst/>
                <a:gdLst>
                  <a:gd name="textAreaLeft" fmla="*/ 0 w 220320"/>
                  <a:gd name="textAreaRight" fmla="*/ 220680 w 220320"/>
                  <a:gd name="textAreaTop" fmla="*/ 0 h 331920"/>
                  <a:gd name="textAreaBottom" fmla="*/ 332280 h 331920"/>
                  <a:gd name="GluePoint1X" fmla="*/ 33 w 72"/>
                  <a:gd name="GluePoint1Y" fmla="*/ 76 h 109"/>
                  <a:gd name="GluePoint2X" fmla="*/ 44 w 72"/>
                  <a:gd name="GluePoint2Y" fmla="*/ 73 h 109"/>
                  <a:gd name="GluePoint3X" fmla="*/ 59 w 72"/>
                  <a:gd name="GluePoint3Y" fmla="*/ 71 h 109"/>
                  <a:gd name="GluePoint4X" fmla="*/ 69 w 72"/>
                  <a:gd name="GluePoint4Y" fmla="*/ 92 h 109"/>
                  <a:gd name="GluePoint5X" fmla="*/ 66 w 72"/>
                  <a:gd name="GluePoint5Y" fmla="*/ 94 h 109"/>
                  <a:gd name="GluePoint6X" fmla="*/ 49 w 72"/>
                  <a:gd name="GluePoint6Y" fmla="*/ 96 h 109"/>
                  <a:gd name="GluePoint7X" fmla="*/ 28 w 72"/>
                  <a:gd name="GluePoint7Y" fmla="*/ 106 h 109"/>
                  <a:gd name="GluePoint8X" fmla="*/ 16 w 72"/>
                  <a:gd name="GluePoint8Y" fmla="*/ 106 h 109"/>
                  <a:gd name="GluePoint9X" fmla="*/ 1 w 72"/>
                  <a:gd name="GluePoint9Y" fmla="*/ 80 h 109"/>
                  <a:gd name="GluePoint10X" fmla="*/ 2 w 72"/>
                  <a:gd name="GluePoint10Y" fmla="*/ 74 h 109"/>
                  <a:gd name="GluePoint11X" fmla="*/ 23 w 72"/>
                  <a:gd name="GluePoint11Y" fmla="*/ 31 h 109"/>
                  <a:gd name="GluePoint12X" fmla="*/ 22 w 72"/>
                  <a:gd name="GluePoint12Y" fmla="*/ 26 h 109"/>
                  <a:gd name="GluePoint13X" fmla="*/ 12 w 72"/>
                  <a:gd name="GluePoint13Y" fmla="*/ 16 h 109"/>
                  <a:gd name="GluePoint14X" fmla="*/ 15 w 72"/>
                  <a:gd name="GluePoint14Y" fmla="*/ 10 h 109"/>
                  <a:gd name="GluePoint15X" fmla="*/ 32 w 72"/>
                  <a:gd name="GluePoint15Y" fmla="*/ 5 h 109"/>
                  <a:gd name="GluePoint16X" fmla="*/ 60 w 72"/>
                  <a:gd name="GluePoint16Y" fmla="*/ 18 h 109"/>
                  <a:gd name="GluePoint17X" fmla="*/ 59 w 72"/>
                  <a:gd name="GluePoint17Y" fmla="*/ 26 h 109"/>
                  <a:gd name="GluePoint18X" fmla="*/ 52 w 72"/>
                  <a:gd name="GluePoint18Y" fmla="*/ 36 h 109"/>
                  <a:gd name="GluePoint19X" fmla="*/ 34 w 72"/>
                  <a:gd name="GluePoint19Y" fmla="*/ 72 h 109"/>
                  <a:gd name="GluePoint20X" fmla="*/ 33 w 72"/>
                  <a:gd name="GluePoint20Y" fmla="*/ 76 h 10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</a:cxnLst>
                <a:rect l="textAreaLeft" t="textAreaTop" r="textAreaRight" b="textAreaBottom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FFF6">
                      <a:alpha val="4000"/>
                    </a:srgbClr>
                  </a:gs>
                  <a:gs pos="100000">
                    <a:srgbClr val="FFFFFF">
                      <a:alpha val="1200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entury Gothic"/>
                </a:endParaRPr>
              </a:p>
            </p:txBody>
          </p:sp>
          <p:grpSp>
            <p:nvGrpSpPr>
              <p:cNvPr id="174" name="组合 81"/>
              <p:cNvGrpSpPr/>
              <p:nvPr/>
            </p:nvGrpSpPr>
            <p:grpSpPr>
              <a:xfrm>
                <a:off x="3017880" y="5897160"/>
                <a:ext cx="392040" cy="486360"/>
                <a:chOff x="3017880" y="5897160"/>
                <a:chExt cx="392040" cy="486360"/>
              </a:xfrm>
            </p:grpSpPr>
            <p:sp>
              <p:nvSpPr>
                <p:cNvPr id="175" name="Freeform 7"/>
                <p:cNvSpPr/>
                <p:nvPr/>
              </p:nvSpPr>
              <p:spPr>
                <a:xfrm>
                  <a:off x="3017880" y="5897160"/>
                  <a:ext cx="392040" cy="319320"/>
                </a:xfrm>
                <a:custGeom>
                  <a:avLst/>
                  <a:gdLst>
                    <a:gd name="textAreaLeft" fmla="*/ 0 w 392040"/>
                    <a:gd name="textAreaRight" fmla="*/ 392400 w 392040"/>
                    <a:gd name="textAreaTop" fmla="*/ 0 h 319320"/>
                    <a:gd name="textAreaBottom" fmla="*/ 319680 h 319320"/>
                    <a:gd name="GluePoint1X" fmla="*/ 101 w 128"/>
                    <a:gd name="GluePoint1Y" fmla="*/ 58 h 105"/>
                    <a:gd name="GluePoint2X" fmla="*/ 74 w 128"/>
                    <a:gd name="GluePoint2Y" fmla="*/ 56 h 105"/>
                    <a:gd name="GluePoint3X" fmla="*/ 68 w 128"/>
                    <a:gd name="GluePoint3Y" fmla="*/ 57 h 105"/>
                    <a:gd name="GluePoint4X" fmla="*/ 51 w 128"/>
                    <a:gd name="GluePoint4Y" fmla="*/ 59 h 105"/>
                    <a:gd name="GluePoint5X" fmla="*/ 36 w 128"/>
                    <a:gd name="GluePoint5Y" fmla="*/ 65 h 105"/>
                    <a:gd name="GluePoint6X" fmla="*/ 28 w 128"/>
                    <a:gd name="GluePoint6Y" fmla="*/ 73 h 105"/>
                    <a:gd name="GluePoint7X" fmla="*/ 16 w 128"/>
                    <a:gd name="GluePoint7Y" fmla="*/ 102 h 105"/>
                    <a:gd name="GluePoint8X" fmla="*/ 13 w 128"/>
                    <a:gd name="GluePoint8Y" fmla="*/ 104 h 105"/>
                    <a:gd name="GluePoint9X" fmla="*/ 1 w 128"/>
                    <a:gd name="GluePoint9Y" fmla="*/ 98 h 105"/>
                    <a:gd name="GluePoint10X" fmla="*/ 0 w 128"/>
                    <a:gd name="GluePoint10Y" fmla="*/ 93 h 105"/>
                    <a:gd name="GluePoint11X" fmla="*/ 15 w 128"/>
                    <a:gd name="GluePoint11Y" fmla="*/ 60 h 105"/>
                    <a:gd name="GluePoint12X" fmla="*/ 16 w 128"/>
                    <a:gd name="GluePoint12Y" fmla="*/ 58 h 105"/>
                    <a:gd name="GluePoint13X" fmla="*/ 20 w 128"/>
                    <a:gd name="GluePoint13Y" fmla="*/ 52 h 105"/>
                    <a:gd name="GluePoint14X" fmla="*/ 32 w 128"/>
                    <a:gd name="GluePoint14Y" fmla="*/ 54 h 105"/>
                    <a:gd name="GluePoint15X" fmla="*/ 39 w 128"/>
                    <a:gd name="GluePoint15Y" fmla="*/ 55 h 105"/>
                    <a:gd name="GluePoint16X" fmla="*/ 72 w 128"/>
                    <a:gd name="GluePoint16Y" fmla="*/ 21 h 105"/>
                    <a:gd name="GluePoint17X" fmla="*/ 74 w 128"/>
                    <a:gd name="GluePoint17Y" fmla="*/ 16 h 105"/>
                    <a:gd name="GluePoint18X" fmla="*/ 74 w 128"/>
                    <a:gd name="GluePoint18Y" fmla="*/ 11 h 105"/>
                    <a:gd name="GluePoint19X" fmla="*/ 71 w 128"/>
                    <a:gd name="GluePoint19Y" fmla="*/ 11 h 105"/>
                    <a:gd name="GluePoint20X" fmla="*/ 68 w 128"/>
                    <a:gd name="GluePoint20Y" fmla="*/ 15 h 105"/>
                    <a:gd name="GluePoint21X" fmla="*/ 68 w 128"/>
                    <a:gd name="GluePoint21Y" fmla="*/ 21 h 105"/>
                    <a:gd name="GluePoint22X" fmla="*/ 59 w 128"/>
                    <a:gd name="GluePoint22Y" fmla="*/ 29 h 105"/>
                    <a:gd name="GluePoint23X" fmla="*/ 53 w 128"/>
                    <a:gd name="GluePoint23Y" fmla="*/ 27 h 105"/>
                    <a:gd name="GluePoint24X" fmla="*/ 47 w 128"/>
                    <a:gd name="GluePoint24Y" fmla="*/ 24 h 105"/>
                    <a:gd name="GluePoint25X" fmla="*/ 47 w 128"/>
                    <a:gd name="GluePoint25Y" fmla="*/ 32 h 105"/>
                    <a:gd name="GluePoint26X" fmla="*/ 47 w 128"/>
                    <a:gd name="GluePoint26Y" fmla="*/ 34 h 105"/>
                    <a:gd name="GluePoint27X" fmla="*/ 43 w 128"/>
                    <a:gd name="GluePoint27Y" fmla="*/ 45 h 105"/>
                    <a:gd name="GluePoint28X" fmla="*/ 31 w 128"/>
                    <a:gd name="GluePoint28Y" fmla="*/ 39 h 105"/>
                    <a:gd name="GluePoint29X" fmla="*/ 29 w 128"/>
                    <a:gd name="GluePoint29Y" fmla="*/ 23 h 105"/>
                    <a:gd name="GluePoint30X" fmla="*/ 33 w 128"/>
                    <a:gd name="GluePoint30Y" fmla="*/ 14 h 105"/>
                    <a:gd name="GluePoint31X" fmla="*/ 36 w 128"/>
                    <a:gd name="GluePoint31Y" fmla="*/ 9 h 105"/>
                    <a:gd name="GluePoint32X" fmla="*/ 42 w 128"/>
                    <a:gd name="GluePoint32Y" fmla="*/ 13 h 105"/>
                    <a:gd name="GluePoint33X" fmla="*/ 44 w 128"/>
                    <a:gd name="GluePoint33Y" fmla="*/ 16 h 105"/>
                    <a:gd name="GluePoint34X" fmla="*/ 57 w 128"/>
                    <a:gd name="GluePoint34Y" fmla="*/ 14 h 105"/>
                    <a:gd name="GluePoint35X" fmla="*/ 62 w 128"/>
                    <a:gd name="GluePoint35Y" fmla="*/ 11 h 105"/>
                    <a:gd name="GluePoint36X" fmla="*/ 84 w 128"/>
                    <a:gd name="GluePoint36Y" fmla="*/ 0 h 105"/>
                    <a:gd name="GluePoint37X" fmla="*/ 96 w 128"/>
                    <a:gd name="GluePoint37Y" fmla="*/ 7 h 105"/>
                    <a:gd name="GluePoint38X" fmla="*/ 96 w 128"/>
                    <a:gd name="GluePoint38Y" fmla="*/ 20 h 105"/>
                    <a:gd name="GluePoint39X" fmla="*/ 83 w 128"/>
                    <a:gd name="GluePoint39Y" fmla="*/ 43 h 105"/>
                    <a:gd name="GluePoint40X" fmla="*/ 94 w 128"/>
                    <a:gd name="GluePoint40Y" fmla="*/ 44 h 105"/>
                    <a:gd name="GluePoint41X" fmla="*/ 122 w 128"/>
                    <a:gd name="GluePoint41Y" fmla="*/ 59 h 105"/>
                    <a:gd name="GluePoint42X" fmla="*/ 120 w 128"/>
                    <a:gd name="GluePoint42Y" fmla="*/ 73 h 105"/>
                    <a:gd name="GluePoint43X" fmla="*/ 98 w 128"/>
                    <a:gd name="GluePoint43Y" fmla="*/ 73 h 105"/>
                    <a:gd name="GluePoint44X" fmla="*/ 97 w 128"/>
                    <a:gd name="GluePoint44Y" fmla="*/ 66 h 105"/>
                    <a:gd name="GluePoint45X" fmla="*/ 101 w 128"/>
                    <a:gd name="GluePoint45Y" fmla="*/ 58 h 10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</a:cxnLst>
                  <a:rect l="textAreaLeft" t="textAreaTop" r="textAreaRight" b="textAreaBottom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76" name="Freeform 8"/>
                <p:cNvSpPr/>
                <p:nvPr/>
              </p:nvSpPr>
              <p:spPr>
                <a:xfrm>
                  <a:off x="3101040" y="6091560"/>
                  <a:ext cx="244080" cy="291960"/>
                </a:xfrm>
                <a:custGeom>
                  <a:avLst/>
                  <a:gdLst>
                    <a:gd name="textAreaLeft" fmla="*/ 0 w 244080"/>
                    <a:gd name="textAreaRight" fmla="*/ 244440 w 244080"/>
                    <a:gd name="textAreaTop" fmla="*/ 0 h 291960"/>
                    <a:gd name="textAreaBottom" fmla="*/ 292320 h 291960"/>
                    <a:gd name="GluePoint1X" fmla="*/ 46 w 80"/>
                    <a:gd name="GluePoint1Y" fmla="*/ 29 h 96"/>
                    <a:gd name="GluePoint2X" fmla="*/ 65 w 80"/>
                    <a:gd name="GluePoint2Y" fmla="*/ 29 h 96"/>
                    <a:gd name="GluePoint3X" fmla="*/ 79 w 80"/>
                    <a:gd name="GluePoint3Y" fmla="*/ 41 h 96"/>
                    <a:gd name="GluePoint4X" fmla="*/ 74 w 80"/>
                    <a:gd name="GluePoint4Y" fmla="*/ 43 h 96"/>
                    <a:gd name="GluePoint5X" fmla="*/ 60 w 80"/>
                    <a:gd name="GluePoint5Y" fmla="*/ 43 h 96"/>
                    <a:gd name="GluePoint6X" fmla="*/ 52 w 80"/>
                    <a:gd name="GluePoint6Y" fmla="*/ 50 h 96"/>
                    <a:gd name="GluePoint7X" fmla="*/ 49 w 80"/>
                    <a:gd name="GluePoint7Y" fmla="*/ 87 h 96"/>
                    <a:gd name="GluePoint8X" fmla="*/ 37 w 80"/>
                    <a:gd name="GluePoint8Y" fmla="*/ 95 h 96"/>
                    <a:gd name="GluePoint9X" fmla="*/ 21 w 80"/>
                    <a:gd name="GluePoint9Y" fmla="*/ 68 h 96"/>
                    <a:gd name="GluePoint10X" fmla="*/ 22 w 80"/>
                    <a:gd name="GluePoint10Y" fmla="*/ 62 h 96"/>
                    <a:gd name="GluePoint11X" fmla="*/ 30 w 80"/>
                    <a:gd name="GluePoint11Y" fmla="*/ 72 h 96"/>
                    <a:gd name="GluePoint12X" fmla="*/ 40 w 80"/>
                    <a:gd name="GluePoint12Y" fmla="*/ 70 h 96"/>
                    <a:gd name="GluePoint13X" fmla="*/ 43 w 80"/>
                    <a:gd name="GluePoint13Y" fmla="*/ 46 h 96"/>
                    <a:gd name="GluePoint14X" fmla="*/ 24 w 80"/>
                    <a:gd name="GluePoint14Y" fmla="*/ 52 h 96"/>
                    <a:gd name="GluePoint15X" fmla="*/ 19 w 80"/>
                    <a:gd name="GluePoint15Y" fmla="*/ 54 h 96"/>
                    <a:gd name="GluePoint16X" fmla="*/ 6 w 80"/>
                    <a:gd name="GluePoint16Y" fmla="*/ 54 h 96"/>
                    <a:gd name="GluePoint17X" fmla="*/ 2 w 80"/>
                    <a:gd name="GluePoint17Y" fmla="*/ 40 h 96"/>
                    <a:gd name="GluePoint18X" fmla="*/ 6 w 80"/>
                    <a:gd name="GluePoint18Y" fmla="*/ 37 h 96"/>
                    <a:gd name="GluePoint19X" fmla="*/ 28 w 80"/>
                    <a:gd name="GluePoint19Y" fmla="*/ 33 h 96"/>
                    <a:gd name="GluePoint20X" fmla="*/ 33 w 80"/>
                    <a:gd name="GluePoint20Y" fmla="*/ 32 h 96"/>
                    <a:gd name="GluePoint21X" fmla="*/ 36 w 80"/>
                    <a:gd name="GluePoint21Y" fmla="*/ 22 h 96"/>
                    <a:gd name="GluePoint22X" fmla="*/ 46 w 80"/>
                    <a:gd name="GluePoint22Y" fmla="*/ 12 h 96"/>
                    <a:gd name="GluePoint23X" fmla="*/ 45 w 80"/>
                    <a:gd name="GluePoint23Y" fmla="*/ 10 h 96"/>
                    <a:gd name="GluePoint24X" fmla="*/ 26 w 80"/>
                    <a:gd name="GluePoint24Y" fmla="*/ 17 h 96"/>
                    <a:gd name="GluePoint25X" fmla="*/ 15 w 80"/>
                    <a:gd name="GluePoint25Y" fmla="*/ 24 h 96"/>
                    <a:gd name="GluePoint26X" fmla="*/ 5 w 80"/>
                    <a:gd name="GluePoint26Y" fmla="*/ 22 h 96"/>
                    <a:gd name="GluePoint27X" fmla="*/ 1 w 80"/>
                    <a:gd name="GluePoint27Y" fmla="*/ 17 h 96"/>
                    <a:gd name="GluePoint28X" fmla="*/ 36 w 80"/>
                    <a:gd name="GluePoint28Y" fmla="*/ 2 h 96"/>
                    <a:gd name="GluePoint29X" fmla="*/ 55 w 80"/>
                    <a:gd name="GluePoint29Y" fmla="*/ 0 h 96"/>
                    <a:gd name="GluePoint30X" fmla="*/ 61 w 80"/>
                    <a:gd name="GluePoint30Y" fmla="*/ 6 h 96"/>
                    <a:gd name="GluePoint31X" fmla="*/ 59 w 80"/>
                    <a:gd name="GluePoint31Y" fmla="*/ 13 h 96"/>
                    <a:gd name="GluePoint32X" fmla="*/ 46 w 80"/>
                    <a:gd name="GluePoint32Y" fmla="*/ 29 h 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</a:cxnLst>
                  <a:rect l="textAreaLeft" t="textAreaTop" r="textAreaRight" b="textAreaBottom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177" name="组合 82"/>
              <p:cNvGrpSpPr/>
              <p:nvPr/>
            </p:nvGrpSpPr>
            <p:grpSpPr>
              <a:xfrm>
                <a:off x="3564360" y="6030360"/>
                <a:ext cx="236880" cy="253800"/>
                <a:chOff x="3564360" y="6030360"/>
                <a:chExt cx="236880" cy="253800"/>
              </a:xfrm>
            </p:grpSpPr>
            <p:sp>
              <p:nvSpPr>
                <p:cNvPr id="178" name="Freeform 15"/>
                <p:cNvSpPr/>
                <p:nvPr/>
              </p:nvSpPr>
              <p:spPr>
                <a:xfrm>
                  <a:off x="3564360" y="6086880"/>
                  <a:ext cx="109080" cy="176040"/>
                </a:xfrm>
                <a:custGeom>
                  <a:avLst/>
                  <a:gdLst>
                    <a:gd name="textAreaLeft" fmla="*/ 0 w 109080"/>
                    <a:gd name="textAreaRight" fmla="*/ 109440 w 109080"/>
                    <a:gd name="textAreaTop" fmla="*/ 0 h 176040"/>
                    <a:gd name="textAreaBottom" fmla="*/ 176400 h 176040"/>
                    <a:gd name="GluePoint1X" fmla="*/ 16 w 39"/>
                    <a:gd name="GluePoint1Y" fmla="*/ 29 h 58"/>
                    <a:gd name="GluePoint2X" fmla="*/ 27 w 39"/>
                    <a:gd name="GluePoint2Y" fmla="*/ 7 h 58"/>
                    <a:gd name="GluePoint3X" fmla="*/ 31 w 39"/>
                    <a:gd name="GluePoint3Y" fmla="*/ 1 h 58"/>
                    <a:gd name="GluePoint4X" fmla="*/ 34 w 39"/>
                    <a:gd name="GluePoint4Y" fmla="*/ 6 h 58"/>
                    <a:gd name="GluePoint5X" fmla="*/ 35 w 39"/>
                    <a:gd name="GluePoint5Y" fmla="*/ 26 h 58"/>
                    <a:gd name="GluePoint6X" fmla="*/ 20 w 39"/>
                    <a:gd name="GluePoint6Y" fmla="*/ 52 h 58"/>
                    <a:gd name="GluePoint7X" fmla="*/ 9 w 39"/>
                    <a:gd name="GluePoint7Y" fmla="*/ 57 h 58"/>
                    <a:gd name="GluePoint8X" fmla="*/ 1 w 39"/>
                    <a:gd name="GluePoint8Y" fmla="*/ 43 h 58"/>
                    <a:gd name="GluePoint9X" fmla="*/ 4 w 39"/>
                    <a:gd name="GluePoint9Y" fmla="*/ 6 h 58"/>
                    <a:gd name="GluePoint10X" fmla="*/ 8 w 39"/>
                    <a:gd name="GluePoint10Y" fmla="*/ 0 h 58"/>
                    <a:gd name="GluePoint11X" fmla="*/ 15 w 39"/>
                    <a:gd name="GluePoint11Y" fmla="*/ 6 h 58"/>
                    <a:gd name="GluePoint12X" fmla="*/ 14 w 39"/>
                    <a:gd name="GluePoint12Y" fmla="*/ 20 h 58"/>
                    <a:gd name="GluePoint13X" fmla="*/ 14 w 39"/>
                    <a:gd name="GluePoint13Y" fmla="*/ 28 h 58"/>
                    <a:gd name="GluePoint14X" fmla="*/ 16 w 39"/>
                    <a:gd name="GluePoint14Y" fmla="*/ 29 h 5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76320" rIns="763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79" name="Freeform 16"/>
                <p:cNvSpPr/>
                <p:nvPr/>
              </p:nvSpPr>
              <p:spPr>
                <a:xfrm>
                  <a:off x="3682080" y="6036120"/>
                  <a:ext cx="119160" cy="248040"/>
                </a:xfrm>
                <a:custGeom>
                  <a:avLst/>
                  <a:gdLst>
                    <a:gd name="textAreaLeft" fmla="*/ 0 w 119160"/>
                    <a:gd name="textAreaRight" fmla="*/ 119520 w 119160"/>
                    <a:gd name="textAreaTop" fmla="*/ 0 h 248040"/>
                    <a:gd name="textAreaBottom" fmla="*/ 248400 h 248040"/>
                    <a:gd name="GluePoint1X" fmla="*/ 9 w 47"/>
                    <a:gd name="GluePoint1Y" fmla="*/ 73 h 88"/>
                    <a:gd name="GluePoint2X" fmla="*/ 3 w 47"/>
                    <a:gd name="GluePoint2Y" fmla="*/ 67 h 88"/>
                    <a:gd name="GluePoint3X" fmla="*/ 3 w 47"/>
                    <a:gd name="GluePoint3Y" fmla="*/ 57 h 88"/>
                    <a:gd name="GluePoint4X" fmla="*/ 20 w 47"/>
                    <a:gd name="GluePoint4Y" fmla="*/ 38 h 88"/>
                    <a:gd name="GluePoint5X" fmla="*/ 33 w 47"/>
                    <a:gd name="GluePoint5Y" fmla="*/ 20 h 88"/>
                    <a:gd name="GluePoint6X" fmla="*/ 33 w 47"/>
                    <a:gd name="GluePoint6Y" fmla="*/ 4 h 88"/>
                    <a:gd name="GluePoint7X" fmla="*/ 32 w 47"/>
                    <a:gd name="GluePoint7Y" fmla="*/ 1 h 88"/>
                    <a:gd name="GluePoint8X" fmla="*/ 33 w 47"/>
                    <a:gd name="GluePoint8Y" fmla="*/ 0 h 88"/>
                    <a:gd name="GluePoint9X" fmla="*/ 41 w 47"/>
                    <a:gd name="GluePoint9Y" fmla="*/ 6 h 88"/>
                    <a:gd name="GluePoint10X" fmla="*/ 43 w 47"/>
                    <a:gd name="GluePoint10Y" fmla="*/ 26 h 88"/>
                    <a:gd name="GluePoint11X" fmla="*/ 29 w 47"/>
                    <a:gd name="GluePoint11Y" fmla="*/ 48 h 88"/>
                    <a:gd name="GluePoint12X" fmla="*/ 30 w 47"/>
                    <a:gd name="GluePoint12Y" fmla="*/ 52 h 88"/>
                    <a:gd name="GluePoint13X" fmla="*/ 40 w 47"/>
                    <a:gd name="GluePoint13Y" fmla="*/ 73 h 88"/>
                    <a:gd name="GluePoint14X" fmla="*/ 41 w 47"/>
                    <a:gd name="GluePoint14Y" fmla="*/ 84 h 88"/>
                    <a:gd name="GluePoint15X" fmla="*/ 37 w 47"/>
                    <a:gd name="GluePoint15Y" fmla="*/ 86 h 88"/>
                    <a:gd name="GluePoint16X" fmla="*/ 31 w 47"/>
                    <a:gd name="GluePoint16Y" fmla="*/ 75 h 88"/>
                    <a:gd name="GluePoint17X" fmla="*/ 28 w 47"/>
                    <a:gd name="GluePoint17Y" fmla="*/ 60 h 88"/>
                    <a:gd name="GluePoint18X" fmla="*/ 22 w 47"/>
                    <a:gd name="GluePoint18Y" fmla="*/ 59 h 88"/>
                    <a:gd name="GluePoint19X" fmla="*/ 9 w 47"/>
                    <a:gd name="GluePoint19Y" fmla="*/ 73 h 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</a:cxnLst>
                  <a:rect l="textAreaLeft" t="textAreaTop" r="textAreaRight" b="textAreaBottom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83160" rIns="8316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80" name="Freeform 17"/>
                <p:cNvSpPr/>
                <p:nvPr/>
              </p:nvSpPr>
              <p:spPr>
                <a:xfrm>
                  <a:off x="3626280" y="6030360"/>
                  <a:ext cx="78120" cy="45360"/>
                </a:xfrm>
                <a:custGeom>
                  <a:avLst/>
                  <a:gdLst>
                    <a:gd name="textAreaLeft" fmla="*/ 0 w 78120"/>
                    <a:gd name="textAreaRight" fmla="*/ 78480 w 78120"/>
                    <a:gd name="textAreaTop" fmla="*/ 0 h 45360"/>
                    <a:gd name="textAreaBottom" fmla="*/ 45720 h 45360"/>
                    <a:gd name="GluePoint1X" fmla="*/ 0 w 26"/>
                    <a:gd name="GluePoint1Y" fmla="*/ 0 h 19"/>
                    <a:gd name="GluePoint2X" fmla="*/ 20 w 26"/>
                    <a:gd name="GluePoint2Y" fmla="*/ 1 h 19"/>
                    <a:gd name="GluePoint3X" fmla="*/ 23 w 26"/>
                    <a:gd name="GluePoint3Y" fmla="*/ 12 h 19"/>
                    <a:gd name="GluePoint4X" fmla="*/ 12 w 26"/>
                    <a:gd name="GluePoint4Y" fmla="*/ 18 h 19"/>
                    <a:gd name="GluePoint5X" fmla="*/ 3 w 26"/>
                    <a:gd name="GluePoint5Y" fmla="*/ 11 h 19"/>
                    <a:gd name="GluePoint6X" fmla="*/ 0 w 26"/>
                    <a:gd name="GluePoint6Y" fmla="*/ 0 h 1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4720" tIns="22680" rIns="54720" bIns="2268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  <p:grpSp>
          <p:nvGrpSpPr>
            <p:cNvPr id="181" name="组合 65"/>
            <p:cNvGrpSpPr/>
            <p:nvPr/>
          </p:nvGrpSpPr>
          <p:grpSpPr>
            <a:xfrm>
              <a:off x="691920" y="5891400"/>
              <a:ext cx="1793160" cy="496800"/>
              <a:chOff x="691920" y="5891400"/>
              <a:chExt cx="1793160" cy="496800"/>
            </a:xfrm>
          </p:grpSpPr>
          <p:grpSp>
            <p:nvGrpSpPr>
              <p:cNvPr id="182" name="组合 66"/>
              <p:cNvGrpSpPr/>
              <p:nvPr/>
            </p:nvGrpSpPr>
            <p:grpSpPr>
              <a:xfrm>
                <a:off x="1644840" y="5972400"/>
                <a:ext cx="346680" cy="364680"/>
                <a:chOff x="1644840" y="5972400"/>
                <a:chExt cx="346680" cy="364680"/>
              </a:xfrm>
            </p:grpSpPr>
            <p:sp>
              <p:nvSpPr>
                <p:cNvPr id="183" name="Freeform 9"/>
                <p:cNvSpPr/>
                <p:nvPr/>
              </p:nvSpPr>
              <p:spPr>
                <a:xfrm>
                  <a:off x="1644840" y="5999760"/>
                  <a:ext cx="180360" cy="306720"/>
                </a:xfrm>
                <a:custGeom>
                  <a:avLst/>
                  <a:gdLst>
                    <a:gd name="textAreaLeft" fmla="*/ 0 w 180360"/>
                    <a:gd name="textAreaRight" fmla="*/ 180720 w 180360"/>
                    <a:gd name="textAreaTop" fmla="*/ 0 h 306720"/>
                    <a:gd name="textAreaBottom" fmla="*/ 307080 h 306720"/>
                    <a:gd name="GluePoint1X" fmla="*/ 39 w 59"/>
                    <a:gd name="GluePoint1Y" fmla="*/ 78 h 101"/>
                    <a:gd name="GluePoint2X" fmla="*/ 17 w 59"/>
                    <a:gd name="GluePoint2Y" fmla="*/ 94 h 101"/>
                    <a:gd name="GluePoint3X" fmla="*/ 8 w 59"/>
                    <a:gd name="GluePoint3Y" fmla="*/ 94 h 101"/>
                    <a:gd name="GluePoint4X" fmla="*/ 0 w 59"/>
                    <a:gd name="GluePoint4Y" fmla="*/ 79 h 101"/>
                    <a:gd name="GluePoint5X" fmla="*/ 17 w 59"/>
                    <a:gd name="GluePoint5Y" fmla="*/ 73 h 101"/>
                    <a:gd name="GluePoint6X" fmla="*/ 10 w 59"/>
                    <a:gd name="GluePoint6Y" fmla="*/ 68 h 101"/>
                    <a:gd name="GluePoint7X" fmla="*/ 8 w 59"/>
                    <a:gd name="GluePoint7Y" fmla="*/ 60 h 101"/>
                    <a:gd name="GluePoint8X" fmla="*/ 18 w 59"/>
                    <a:gd name="GluePoint8Y" fmla="*/ 23 h 101"/>
                    <a:gd name="GluePoint9X" fmla="*/ 26 w 59"/>
                    <a:gd name="GluePoint9Y" fmla="*/ 17 h 101"/>
                    <a:gd name="GluePoint10X" fmla="*/ 36 w 59"/>
                    <a:gd name="GluePoint10Y" fmla="*/ 26 h 101"/>
                    <a:gd name="GluePoint11X" fmla="*/ 36 w 59"/>
                    <a:gd name="GluePoint11Y" fmla="*/ 27 h 101"/>
                    <a:gd name="GluePoint12X" fmla="*/ 43 w 59"/>
                    <a:gd name="GluePoint12Y" fmla="*/ 40 h 101"/>
                    <a:gd name="GluePoint13X" fmla="*/ 42 w 59"/>
                    <a:gd name="GluePoint13Y" fmla="*/ 12 h 101"/>
                    <a:gd name="GluePoint14X" fmla="*/ 21 w 59"/>
                    <a:gd name="GluePoint14Y" fmla="*/ 5 h 101"/>
                    <a:gd name="GluePoint15X" fmla="*/ 44 w 59"/>
                    <a:gd name="GluePoint15Y" fmla="*/ 1 h 101"/>
                    <a:gd name="GluePoint16X" fmla="*/ 57 w 59"/>
                    <a:gd name="GluePoint16Y" fmla="*/ 17 h 101"/>
                    <a:gd name="GluePoint17X" fmla="*/ 56 w 59"/>
                    <a:gd name="GluePoint17Y" fmla="*/ 48 h 101"/>
                    <a:gd name="GluePoint18X" fmla="*/ 57 w 59"/>
                    <a:gd name="GluePoint18Y" fmla="*/ 55 h 101"/>
                    <a:gd name="GluePoint19X" fmla="*/ 55 w 59"/>
                    <a:gd name="GluePoint19Y" fmla="*/ 64 h 101"/>
                    <a:gd name="GluePoint20X" fmla="*/ 54 w 59"/>
                    <a:gd name="GluePoint20Y" fmla="*/ 71 h 101"/>
                    <a:gd name="GluePoint21X" fmla="*/ 52 w 59"/>
                    <a:gd name="GluePoint21Y" fmla="*/ 95 h 101"/>
                    <a:gd name="GluePoint22X" fmla="*/ 49 w 59"/>
                    <a:gd name="GluePoint22Y" fmla="*/ 101 h 101"/>
                    <a:gd name="GluePoint23X" fmla="*/ 43 w 59"/>
                    <a:gd name="GluePoint23Y" fmla="*/ 98 h 101"/>
                    <a:gd name="GluePoint24X" fmla="*/ 38 w 59"/>
                    <a:gd name="GluePoint24Y" fmla="*/ 86 h 101"/>
                    <a:gd name="GluePoint25X" fmla="*/ 39 w 59"/>
                    <a:gd name="GluePoint25Y" fmla="*/ 78 h 101"/>
                    <a:gd name="GluePoint26X" fmla="*/ 42 w 59"/>
                    <a:gd name="GluePoint26Y" fmla="*/ 47 h 101"/>
                    <a:gd name="GluePoint27X" fmla="*/ 32 w 59"/>
                    <a:gd name="GluePoint27Y" fmla="*/ 44 h 101"/>
                    <a:gd name="GluePoint28X" fmla="*/ 29 w 59"/>
                    <a:gd name="GluePoint28Y" fmla="*/ 64 h 101"/>
                    <a:gd name="GluePoint29X" fmla="*/ 42 w 59"/>
                    <a:gd name="GluePoint29Y" fmla="*/ 47 h 10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</a:cxnLst>
                  <a:rect l="textAreaLeft" t="textAreaTop" r="textAreaRight" b="textAreaBottom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84" name="Freeform 10"/>
                <p:cNvSpPr/>
                <p:nvPr/>
              </p:nvSpPr>
              <p:spPr>
                <a:xfrm>
                  <a:off x="1822320" y="5972400"/>
                  <a:ext cx="169200" cy="364680"/>
                </a:xfrm>
                <a:custGeom>
                  <a:avLst/>
                  <a:gdLst>
                    <a:gd name="textAreaLeft" fmla="*/ 0 w 169200"/>
                    <a:gd name="textAreaRight" fmla="*/ 169560 w 169200"/>
                    <a:gd name="textAreaTop" fmla="*/ 0 h 364680"/>
                    <a:gd name="textAreaBottom" fmla="*/ 365040 h 364680"/>
                    <a:gd name="GluePoint1X" fmla="*/ 11 w 55"/>
                    <a:gd name="GluePoint1Y" fmla="*/ 89 h 120"/>
                    <a:gd name="GluePoint2X" fmla="*/ 10 w 55"/>
                    <a:gd name="GluePoint2Y" fmla="*/ 100 h 120"/>
                    <a:gd name="GluePoint3X" fmla="*/ 6 w 55"/>
                    <a:gd name="GluePoint3Y" fmla="*/ 104 h 120"/>
                    <a:gd name="GluePoint4X" fmla="*/ 1 w 55"/>
                    <a:gd name="GluePoint4Y" fmla="*/ 99 h 120"/>
                    <a:gd name="GluePoint5X" fmla="*/ 3 w 55"/>
                    <a:gd name="GluePoint5Y" fmla="*/ 84 h 120"/>
                    <a:gd name="GluePoint6X" fmla="*/ 14 w 55"/>
                    <a:gd name="GluePoint6Y" fmla="*/ 37 h 120"/>
                    <a:gd name="GluePoint7X" fmla="*/ 22 w 55"/>
                    <a:gd name="GluePoint7Y" fmla="*/ 11 h 120"/>
                    <a:gd name="GluePoint8X" fmla="*/ 26 w 55"/>
                    <a:gd name="GluePoint8Y" fmla="*/ 19 h 120"/>
                    <a:gd name="GluePoint9X" fmla="*/ 20 w 55"/>
                    <a:gd name="GluePoint9Y" fmla="*/ 40 h 120"/>
                    <a:gd name="GluePoint10X" fmla="*/ 27 w 55"/>
                    <a:gd name="GluePoint10Y" fmla="*/ 35 h 120"/>
                    <a:gd name="GluePoint11X" fmla="*/ 35 w 55"/>
                    <a:gd name="GluePoint11Y" fmla="*/ 30 h 120"/>
                    <a:gd name="GluePoint12X" fmla="*/ 33 w 55"/>
                    <a:gd name="GluePoint12Y" fmla="*/ 9 h 120"/>
                    <a:gd name="GluePoint13X" fmla="*/ 28 w 55"/>
                    <a:gd name="GluePoint13Y" fmla="*/ 8 h 120"/>
                    <a:gd name="GluePoint14X" fmla="*/ 19 w 55"/>
                    <a:gd name="GluePoint14Y" fmla="*/ 12 h 120"/>
                    <a:gd name="GluePoint15X" fmla="*/ 12 w 55"/>
                    <a:gd name="GluePoint15Y" fmla="*/ 15 h 120"/>
                    <a:gd name="GluePoint16X" fmla="*/ 9 w 55"/>
                    <a:gd name="GluePoint16Y" fmla="*/ 11 h 120"/>
                    <a:gd name="GluePoint17X" fmla="*/ 11 w 55"/>
                    <a:gd name="GluePoint17Y" fmla="*/ 8 h 120"/>
                    <a:gd name="GluePoint18X" fmla="*/ 31 w 55"/>
                    <a:gd name="GluePoint18Y" fmla="*/ 0 h 120"/>
                    <a:gd name="GluePoint19X" fmla="*/ 45 w 55"/>
                    <a:gd name="GluePoint19Y" fmla="*/ 15 h 120"/>
                    <a:gd name="GluePoint20X" fmla="*/ 44 w 55"/>
                    <a:gd name="GluePoint20Y" fmla="*/ 46 h 120"/>
                    <a:gd name="GluePoint21X" fmla="*/ 48 w 55"/>
                    <a:gd name="GluePoint21Y" fmla="*/ 54 h 120"/>
                    <a:gd name="GluePoint22X" fmla="*/ 48 w 55"/>
                    <a:gd name="GluePoint22Y" fmla="*/ 71 h 120"/>
                    <a:gd name="GluePoint23X" fmla="*/ 44 w 55"/>
                    <a:gd name="GluePoint23Y" fmla="*/ 77 h 120"/>
                    <a:gd name="GluePoint24X" fmla="*/ 44 w 55"/>
                    <a:gd name="GluePoint24Y" fmla="*/ 110 h 120"/>
                    <a:gd name="GluePoint25X" fmla="*/ 44 w 55"/>
                    <a:gd name="GluePoint25Y" fmla="*/ 114 h 120"/>
                    <a:gd name="GluePoint26X" fmla="*/ 41 w 55"/>
                    <a:gd name="GluePoint26Y" fmla="*/ 120 h 120"/>
                    <a:gd name="GluePoint27X" fmla="*/ 32 w 55"/>
                    <a:gd name="GluePoint27Y" fmla="*/ 118 h 120"/>
                    <a:gd name="GluePoint28X" fmla="*/ 13 w 55"/>
                    <a:gd name="GluePoint28Y" fmla="*/ 91 h 120"/>
                    <a:gd name="GluePoint29X" fmla="*/ 12 w 55"/>
                    <a:gd name="GluePoint29Y" fmla="*/ 89 h 120"/>
                    <a:gd name="GluePoint30X" fmla="*/ 11 w 55"/>
                    <a:gd name="GluePoint30Y" fmla="*/ 89 h 120"/>
                    <a:gd name="GluePoint31X" fmla="*/ 24 w 55"/>
                    <a:gd name="GluePoint31Y" fmla="*/ 76 h 120"/>
                    <a:gd name="GluePoint32X" fmla="*/ 23 w 55"/>
                    <a:gd name="GluePoint32Y" fmla="*/ 74 h 120"/>
                    <a:gd name="GluePoint33X" fmla="*/ 27 w 55"/>
                    <a:gd name="GluePoint33Y" fmla="*/ 71 h 120"/>
                    <a:gd name="GluePoint34X" fmla="*/ 33 w 55"/>
                    <a:gd name="GluePoint34Y" fmla="*/ 67 h 120"/>
                    <a:gd name="GluePoint35X" fmla="*/ 32 w 55"/>
                    <a:gd name="GluePoint35Y" fmla="*/ 63 h 120"/>
                    <a:gd name="GluePoint36X" fmla="*/ 22 w 55"/>
                    <a:gd name="GluePoint36Y" fmla="*/ 52 h 120"/>
                    <a:gd name="GluePoint37X" fmla="*/ 18 w 55"/>
                    <a:gd name="GluePoint37Y" fmla="*/ 89 h 120"/>
                    <a:gd name="GluePoint38X" fmla="*/ 33 w 55"/>
                    <a:gd name="GluePoint38Y" fmla="*/ 107 h 120"/>
                    <a:gd name="GluePoint39X" fmla="*/ 35 w 55"/>
                    <a:gd name="GluePoint39Y" fmla="*/ 77 h 120"/>
                    <a:gd name="GluePoint40X" fmla="*/ 31 w 55"/>
                    <a:gd name="GluePoint40Y" fmla="*/ 75 h 120"/>
                    <a:gd name="GluePoint41X" fmla="*/ 24 w 55"/>
                    <a:gd name="GluePoint41Y" fmla="*/ 76 h 12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</a:cxnLst>
                  <a:rect l="textAreaLeft" t="textAreaTop" r="textAreaRight" b="textAreaBottom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185" name="组合 67"/>
              <p:cNvGrpSpPr/>
              <p:nvPr/>
            </p:nvGrpSpPr>
            <p:grpSpPr>
              <a:xfrm>
                <a:off x="691920" y="5891400"/>
                <a:ext cx="393120" cy="496800"/>
                <a:chOff x="691920" y="5891400"/>
                <a:chExt cx="393120" cy="496800"/>
              </a:xfrm>
            </p:grpSpPr>
            <p:sp>
              <p:nvSpPr>
                <p:cNvPr id="186" name="Freeform 13"/>
                <p:cNvSpPr/>
                <p:nvPr/>
              </p:nvSpPr>
              <p:spPr>
                <a:xfrm>
                  <a:off x="691920" y="5891400"/>
                  <a:ext cx="393120" cy="469440"/>
                </a:xfrm>
                <a:custGeom>
                  <a:avLst/>
                  <a:gdLst>
                    <a:gd name="textAreaLeft" fmla="*/ 0 w 393120"/>
                    <a:gd name="textAreaRight" fmla="*/ 393480 w 393120"/>
                    <a:gd name="textAreaTop" fmla="*/ 0 h 469440"/>
                    <a:gd name="textAreaBottom" fmla="*/ 469800 h 469440"/>
                    <a:gd name="GluePoint1X" fmla="*/ 54 w 128"/>
                    <a:gd name="GluePoint1Y" fmla="*/ 76 h 154"/>
                    <a:gd name="GluePoint2X" fmla="*/ 66 w 128"/>
                    <a:gd name="GluePoint2Y" fmla="*/ 53 h 154"/>
                    <a:gd name="GluePoint3X" fmla="*/ 49 w 128"/>
                    <a:gd name="GluePoint3Y" fmla="*/ 47 h 154"/>
                    <a:gd name="GluePoint4X" fmla="*/ 64 w 128"/>
                    <a:gd name="GluePoint4Y" fmla="*/ 44 h 154"/>
                    <a:gd name="GluePoint5X" fmla="*/ 83 w 128"/>
                    <a:gd name="GluePoint5Y" fmla="*/ 6 h 154"/>
                    <a:gd name="GluePoint6X" fmla="*/ 91 w 128"/>
                    <a:gd name="GluePoint6Y" fmla="*/ 11 h 154"/>
                    <a:gd name="GluePoint7X" fmla="*/ 96 w 128"/>
                    <a:gd name="GluePoint7Y" fmla="*/ 36 h 154"/>
                    <a:gd name="GluePoint8X" fmla="*/ 106 w 128"/>
                    <a:gd name="GluePoint8Y" fmla="*/ 41 h 154"/>
                    <a:gd name="GluePoint9X" fmla="*/ 82 w 128"/>
                    <a:gd name="GluePoint9Y" fmla="*/ 50 h 154"/>
                    <a:gd name="GluePoint10X" fmla="*/ 71 w 128"/>
                    <a:gd name="GluePoint10Y" fmla="*/ 65 h 154"/>
                    <a:gd name="GluePoint11X" fmla="*/ 110 w 128"/>
                    <a:gd name="GluePoint11Y" fmla="*/ 74 h 154"/>
                    <a:gd name="GluePoint12X" fmla="*/ 101 w 128"/>
                    <a:gd name="GluePoint12Y" fmla="*/ 87 h 154"/>
                    <a:gd name="GluePoint13X" fmla="*/ 111 w 128"/>
                    <a:gd name="GluePoint13Y" fmla="*/ 98 h 154"/>
                    <a:gd name="GluePoint14X" fmla="*/ 92 w 128"/>
                    <a:gd name="GluePoint14Y" fmla="*/ 104 h 154"/>
                    <a:gd name="GluePoint15X" fmla="*/ 86 w 128"/>
                    <a:gd name="GluePoint15Y" fmla="*/ 116 h 154"/>
                    <a:gd name="GluePoint16X" fmla="*/ 124 w 128"/>
                    <a:gd name="GluePoint16Y" fmla="*/ 112 h 154"/>
                    <a:gd name="GluePoint17X" fmla="*/ 120 w 128"/>
                    <a:gd name="GluePoint17Y" fmla="*/ 122 h 154"/>
                    <a:gd name="GluePoint18X" fmla="*/ 111 w 128"/>
                    <a:gd name="GluePoint18Y" fmla="*/ 144 h 154"/>
                    <a:gd name="GluePoint19X" fmla="*/ 105 w 128"/>
                    <a:gd name="GluePoint19Y" fmla="*/ 153 h 154"/>
                    <a:gd name="GluePoint20X" fmla="*/ 55 w 128"/>
                    <a:gd name="GluePoint20Y" fmla="*/ 129 h 154"/>
                    <a:gd name="GluePoint21X" fmla="*/ 53 w 128"/>
                    <a:gd name="GluePoint21Y" fmla="*/ 121 h 154"/>
                    <a:gd name="GluePoint22X" fmla="*/ 61 w 128"/>
                    <a:gd name="GluePoint22Y" fmla="*/ 125 h 154"/>
                    <a:gd name="GluePoint23X" fmla="*/ 94 w 128"/>
                    <a:gd name="GluePoint23Y" fmla="*/ 140 h 154"/>
                    <a:gd name="GluePoint24X" fmla="*/ 85 w 128"/>
                    <a:gd name="GluePoint24Y" fmla="*/ 127 h 154"/>
                    <a:gd name="GluePoint25X" fmla="*/ 71 w 128"/>
                    <a:gd name="GluePoint25Y" fmla="*/ 108 h 154"/>
                    <a:gd name="GluePoint26X" fmla="*/ 52 w 128"/>
                    <a:gd name="GluePoint26Y" fmla="*/ 113 h 154"/>
                    <a:gd name="GluePoint27X" fmla="*/ 38 w 128"/>
                    <a:gd name="GluePoint27Y" fmla="*/ 97 h 154"/>
                    <a:gd name="GluePoint28X" fmla="*/ 51 w 128"/>
                    <a:gd name="GluePoint28Y" fmla="*/ 97 h 154"/>
                    <a:gd name="GluePoint29X" fmla="*/ 34 w 128"/>
                    <a:gd name="GluePoint29Y" fmla="*/ 93 h 154"/>
                    <a:gd name="GluePoint30X" fmla="*/ 35 w 128"/>
                    <a:gd name="GluePoint30Y" fmla="*/ 105 h 154"/>
                    <a:gd name="GluePoint31X" fmla="*/ 26 w 128"/>
                    <a:gd name="GluePoint31Y" fmla="*/ 154 h 154"/>
                    <a:gd name="GluePoint32X" fmla="*/ 20 w 128"/>
                    <a:gd name="GluePoint32Y" fmla="*/ 118 h 154"/>
                    <a:gd name="GluePoint33X" fmla="*/ 0 w 128"/>
                    <a:gd name="GluePoint33Y" fmla="*/ 103 h 154"/>
                    <a:gd name="GluePoint34X" fmla="*/ 19 w 128"/>
                    <a:gd name="GluePoint34Y" fmla="*/ 72 h 154"/>
                    <a:gd name="GluePoint35X" fmla="*/ 25 w 128"/>
                    <a:gd name="GluePoint35Y" fmla="*/ 51 h 154"/>
                    <a:gd name="GluePoint36X" fmla="*/ 39 w 128"/>
                    <a:gd name="GluePoint36Y" fmla="*/ 14 h 154"/>
                    <a:gd name="GluePoint37X" fmla="*/ 51 w 128"/>
                    <a:gd name="GluePoint37Y" fmla="*/ 24 h 154"/>
                    <a:gd name="GluePoint38X" fmla="*/ 39 w 128"/>
                    <a:gd name="GluePoint38Y" fmla="*/ 44 h 154"/>
                    <a:gd name="GluePoint39X" fmla="*/ 48 w 128"/>
                    <a:gd name="GluePoint39Y" fmla="*/ 73 h 154"/>
                    <a:gd name="GluePoint40X" fmla="*/ 81 w 128"/>
                    <a:gd name="GluePoint40Y" fmla="*/ 90 h 154"/>
                    <a:gd name="GluePoint41X" fmla="*/ 92 w 128"/>
                    <a:gd name="GluePoint41Y" fmla="*/ 71 h 154"/>
                    <a:gd name="GluePoint42X" fmla="*/ 81 w 128"/>
                    <a:gd name="GluePoint42Y" fmla="*/ 80 h 154"/>
                    <a:gd name="GluePoint43X" fmla="*/ 76 w 128"/>
                    <a:gd name="GluePoint43Y" fmla="*/ 73 h 154"/>
                    <a:gd name="GluePoint44X" fmla="*/ 67 w 128"/>
                    <a:gd name="GluePoint44Y" fmla="*/ 79 h 154"/>
                    <a:gd name="GluePoint45X" fmla="*/ 76 w 128"/>
                    <a:gd name="GluePoint45Y" fmla="*/ 73 h 154"/>
                    <a:gd name="GluePoint46X" fmla="*/ 56 w 128"/>
                    <a:gd name="GluePoint46Y" fmla="*/ 88 h 154"/>
                    <a:gd name="GluePoint47X" fmla="*/ 63 w 128"/>
                    <a:gd name="GluePoint47Y" fmla="*/ 81 h 154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</a:cxnLst>
                  <a:rect l="textAreaLeft" t="textAreaTop" r="textAreaRight" b="textAreaBottom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87" name="Freeform 14"/>
                <p:cNvSpPr/>
                <p:nvPr/>
              </p:nvSpPr>
              <p:spPr>
                <a:xfrm>
                  <a:off x="799920" y="6257880"/>
                  <a:ext cx="48600" cy="130320"/>
                </a:xfrm>
                <a:custGeom>
                  <a:avLst/>
                  <a:gdLst>
                    <a:gd name="textAreaLeft" fmla="*/ 0 w 48600"/>
                    <a:gd name="textAreaRight" fmla="*/ 48960 w 48600"/>
                    <a:gd name="textAreaTop" fmla="*/ 0 h 130320"/>
                    <a:gd name="textAreaBottom" fmla="*/ 130680 h 130320"/>
                    <a:gd name="GluePoint1X" fmla="*/ 9 w 16"/>
                    <a:gd name="GluePoint1Y" fmla="*/ 0 h 43"/>
                    <a:gd name="GluePoint2X" fmla="*/ 15 w 16"/>
                    <a:gd name="GluePoint2Y" fmla="*/ 11 h 43"/>
                    <a:gd name="GluePoint3X" fmla="*/ 9 w 16"/>
                    <a:gd name="GluePoint3Y" fmla="*/ 43 h 43"/>
                    <a:gd name="GluePoint4X" fmla="*/ 2 w 16"/>
                    <a:gd name="GluePoint4Y" fmla="*/ 39 h 43"/>
                    <a:gd name="GluePoint5X" fmla="*/ 0 w 16"/>
                    <a:gd name="GluePoint5Y" fmla="*/ 35 h 43"/>
                    <a:gd name="GluePoint6X" fmla="*/ 9 w 16"/>
                    <a:gd name="GluePoint6Y" fmla="*/ 0 h 4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34200" rIns="3420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188" name="组合 68"/>
              <p:cNvGrpSpPr/>
              <p:nvPr/>
            </p:nvGrpSpPr>
            <p:grpSpPr>
              <a:xfrm>
                <a:off x="1225080" y="6033600"/>
                <a:ext cx="263520" cy="227160"/>
                <a:chOff x="1225080" y="6033600"/>
                <a:chExt cx="263520" cy="227160"/>
              </a:xfrm>
            </p:grpSpPr>
            <p:sp>
              <p:nvSpPr>
                <p:cNvPr id="189" name="Freeform 18"/>
                <p:cNvSpPr/>
                <p:nvPr/>
              </p:nvSpPr>
              <p:spPr>
                <a:xfrm>
                  <a:off x="1313640" y="6033600"/>
                  <a:ext cx="174960" cy="227160"/>
                </a:xfrm>
                <a:custGeom>
                  <a:avLst/>
                  <a:gdLst>
                    <a:gd name="textAreaLeft" fmla="*/ 0 w 174960"/>
                    <a:gd name="textAreaRight" fmla="*/ 175320 w 174960"/>
                    <a:gd name="textAreaTop" fmla="*/ 0 h 227160"/>
                    <a:gd name="textAreaBottom" fmla="*/ 227520 h 227160"/>
                    <a:gd name="GluePoint1X" fmla="*/ 49 w 57"/>
                    <a:gd name="GluePoint1Y" fmla="*/ 74 h 75"/>
                    <a:gd name="GluePoint2X" fmla="*/ 40 w 57"/>
                    <a:gd name="GluePoint2Y" fmla="*/ 67 h 75"/>
                    <a:gd name="GluePoint3X" fmla="*/ 33 w 57"/>
                    <a:gd name="GluePoint3Y" fmla="*/ 48 h 75"/>
                    <a:gd name="GluePoint4X" fmla="*/ 27 w 57"/>
                    <a:gd name="GluePoint4Y" fmla="*/ 46 h 75"/>
                    <a:gd name="GluePoint5X" fmla="*/ 11 w 57"/>
                    <a:gd name="GluePoint5Y" fmla="*/ 60 h 75"/>
                    <a:gd name="GluePoint6X" fmla="*/ 5 w 57"/>
                    <a:gd name="GluePoint6Y" fmla="*/ 60 h 75"/>
                    <a:gd name="GluePoint7X" fmla="*/ 6 w 57"/>
                    <a:gd name="GluePoint7Y" fmla="*/ 46 h 75"/>
                    <a:gd name="GluePoint8X" fmla="*/ 27 w 57"/>
                    <a:gd name="GluePoint8Y" fmla="*/ 26 h 75"/>
                    <a:gd name="GluePoint9X" fmla="*/ 40 w 57"/>
                    <a:gd name="GluePoint9Y" fmla="*/ 10 h 75"/>
                    <a:gd name="GluePoint10X" fmla="*/ 41 w 57"/>
                    <a:gd name="GluePoint10Y" fmla="*/ 6 h 75"/>
                    <a:gd name="GluePoint11X" fmla="*/ 45 w 57"/>
                    <a:gd name="GluePoint11Y" fmla="*/ 0 h 75"/>
                    <a:gd name="GluePoint12X" fmla="*/ 53 w 57"/>
                    <a:gd name="GluePoint12Y" fmla="*/ 3 h 75"/>
                    <a:gd name="GluePoint13X" fmla="*/ 53 w 57"/>
                    <a:gd name="GluePoint13Y" fmla="*/ 20 h 75"/>
                    <a:gd name="GluePoint14X" fmla="*/ 37 w 57"/>
                    <a:gd name="GluePoint14Y" fmla="*/ 38 h 75"/>
                    <a:gd name="GluePoint15X" fmla="*/ 49 w 57"/>
                    <a:gd name="GluePoint15Y" fmla="*/ 74 h 7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90" name="Freeform 19"/>
                <p:cNvSpPr/>
                <p:nvPr/>
              </p:nvSpPr>
              <p:spPr>
                <a:xfrm>
                  <a:off x="1225080" y="6090480"/>
                  <a:ext cx="88200" cy="168120"/>
                </a:xfrm>
                <a:custGeom>
                  <a:avLst/>
                  <a:gdLst>
                    <a:gd name="textAreaLeft" fmla="*/ 0 w 88200"/>
                    <a:gd name="textAreaRight" fmla="*/ 88560 w 88200"/>
                    <a:gd name="textAreaTop" fmla="*/ 0 h 168120"/>
                    <a:gd name="textAreaBottom" fmla="*/ 168480 h 168120"/>
                    <a:gd name="GluePoint1X" fmla="*/ 12 w 29"/>
                    <a:gd name="GluePoint1Y" fmla="*/ 30 h 55"/>
                    <a:gd name="GluePoint2X" fmla="*/ 20 w 29"/>
                    <a:gd name="GluePoint2Y" fmla="*/ 7 h 55"/>
                    <a:gd name="GluePoint3X" fmla="*/ 25 w 29"/>
                    <a:gd name="GluePoint3Y" fmla="*/ 1 h 55"/>
                    <a:gd name="GluePoint4X" fmla="*/ 26 w 29"/>
                    <a:gd name="GluePoint4Y" fmla="*/ 9 h 55"/>
                    <a:gd name="GluePoint5X" fmla="*/ 16 w 29"/>
                    <a:gd name="GluePoint5Y" fmla="*/ 39 h 55"/>
                    <a:gd name="GluePoint6X" fmla="*/ 13 w 29"/>
                    <a:gd name="GluePoint6Y" fmla="*/ 52 h 55"/>
                    <a:gd name="GluePoint7X" fmla="*/ 7 w 29"/>
                    <a:gd name="GluePoint7Y" fmla="*/ 54 h 55"/>
                    <a:gd name="GluePoint8X" fmla="*/ 2 w 29"/>
                    <a:gd name="GluePoint8Y" fmla="*/ 41 h 55"/>
                    <a:gd name="GluePoint9X" fmla="*/ 3 w 29"/>
                    <a:gd name="GluePoint9Y" fmla="*/ 32 h 55"/>
                    <a:gd name="GluePoint10X" fmla="*/ 2 w 29"/>
                    <a:gd name="GluePoint10Y" fmla="*/ 6 h 55"/>
                    <a:gd name="GluePoint11X" fmla="*/ 6 w 29"/>
                    <a:gd name="GluePoint11Y" fmla="*/ 5 h 55"/>
                    <a:gd name="GluePoint12X" fmla="*/ 10 w 29"/>
                    <a:gd name="GluePoint12Y" fmla="*/ 14 h 55"/>
                    <a:gd name="GluePoint13X" fmla="*/ 11 w 29"/>
                    <a:gd name="GluePoint13Y" fmla="*/ 30 h 55"/>
                    <a:gd name="GluePoint14X" fmla="*/ 12 w 29"/>
                    <a:gd name="GluePoint14Y" fmla="*/ 30 h 5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61920" rIns="619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91" name="Freeform 20"/>
                <p:cNvSpPr/>
                <p:nvPr/>
              </p:nvSpPr>
              <p:spPr>
                <a:xfrm>
                  <a:off x="1277280" y="6035760"/>
                  <a:ext cx="81360" cy="51840"/>
                </a:xfrm>
                <a:custGeom>
                  <a:avLst/>
                  <a:gdLst>
                    <a:gd name="textAreaLeft" fmla="*/ 0 w 81360"/>
                    <a:gd name="textAreaRight" fmla="*/ 81720 w 81360"/>
                    <a:gd name="textAreaTop" fmla="*/ 0 h 51840"/>
                    <a:gd name="textAreaBottom" fmla="*/ 52200 h 51840"/>
                    <a:gd name="GluePoint1X" fmla="*/ 27 w 27"/>
                    <a:gd name="GluePoint1Y" fmla="*/ 1 h 17"/>
                    <a:gd name="GluePoint2X" fmla="*/ 16 w 27"/>
                    <a:gd name="GluePoint2Y" fmla="*/ 14 h 17"/>
                    <a:gd name="GluePoint3X" fmla="*/ 5 w 27"/>
                    <a:gd name="GluePoint3Y" fmla="*/ 13 h 17"/>
                    <a:gd name="GluePoint4X" fmla="*/ 0 w 27"/>
                    <a:gd name="GluePoint4Y" fmla="*/ 4 h 17"/>
                    <a:gd name="GluePoint5X" fmla="*/ 9 w 27"/>
                    <a:gd name="GluePoint5Y" fmla="*/ 2 h 17"/>
                    <a:gd name="GluePoint6X" fmla="*/ 27 w 27"/>
                    <a:gd name="GluePoint6Y" fmla="*/ 0 h 17"/>
                    <a:gd name="GluePoint7X" fmla="*/ 27 w 27"/>
                    <a:gd name="GluePoint7Y" fmla="*/ 1 h 1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</a:cxnLst>
                  <a:rect l="textAreaLeft" t="textAreaTop" r="textAreaRight" b="textAreaBottom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7240" tIns="25920" rIns="57240" bIns="259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192" name="组合 69"/>
              <p:cNvGrpSpPr/>
              <p:nvPr/>
            </p:nvGrpSpPr>
            <p:grpSpPr>
              <a:xfrm>
                <a:off x="2182680" y="5992200"/>
                <a:ext cx="302400" cy="301320"/>
                <a:chOff x="2182680" y="5992200"/>
                <a:chExt cx="302400" cy="301320"/>
              </a:xfrm>
            </p:grpSpPr>
            <p:sp>
              <p:nvSpPr>
                <p:cNvPr id="193" name="Freeform 11"/>
                <p:cNvSpPr/>
                <p:nvPr/>
              </p:nvSpPr>
              <p:spPr>
                <a:xfrm>
                  <a:off x="2273760" y="5992200"/>
                  <a:ext cx="211320" cy="295920"/>
                </a:xfrm>
                <a:custGeom>
                  <a:avLst/>
                  <a:gdLst>
                    <a:gd name="textAreaLeft" fmla="*/ 0 w 211320"/>
                    <a:gd name="textAreaRight" fmla="*/ 211680 w 211320"/>
                    <a:gd name="textAreaTop" fmla="*/ 0 h 295920"/>
                    <a:gd name="textAreaBottom" fmla="*/ 296280 h 295920"/>
                    <a:gd name="GluePoint1X" fmla="*/ 29 w 72"/>
                    <a:gd name="GluePoint1Y" fmla="*/ 49 h 102"/>
                    <a:gd name="GluePoint2X" fmla="*/ 15 w 72"/>
                    <a:gd name="GluePoint2Y" fmla="*/ 43 h 102"/>
                    <a:gd name="GluePoint3X" fmla="*/ 10 w 72"/>
                    <a:gd name="GluePoint3Y" fmla="*/ 21 h 102"/>
                    <a:gd name="GluePoint4X" fmla="*/ 13 w 72"/>
                    <a:gd name="GluePoint4Y" fmla="*/ 15 h 102"/>
                    <a:gd name="GluePoint5X" fmla="*/ 19 w 72"/>
                    <a:gd name="GluePoint5Y" fmla="*/ 18 h 102"/>
                    <a:gd name="GluePoint6X" fmla="*/ 20 w 72"/>
                    <a:gd name="GluePoint6Y" fmla="*/ 26 h 102"/>
                    <a:gd name="GluePoint7X" fmla="*/ 35 w 72"/>
                    <a:gd name="GluePoint7Y" fmla="*/ 22 h 102"/>
                    <a:gd name="GluePoint8X" fmla="*/ 40 w 72"/>
                    <a:gd name="GluePoint8Y" fmla="*/ 16 h 102"/>
                    <a:gd name="GluePoint9X" fmla="*/ 43 w 72"/>
                    <a:gd name="GluePoint9Y" fmla="*/ 14 h 102"/>
                    <a:gd name="GluePoint10X" fmla="*/ 44 w 72"/>
                    <a:gd name="GluePoint10Y" fmla="*/ 19 h 102"/>
                    <a:gd name="GluePoint11X" fmla="*/ 43 w 72"/>
                    <a:gd name="GluePoint11Y" fmla="*/ 28 h 102"/>
                    <a:gd name="GluePoint12X" fmla="*/ 36 w 72"/>
                    <a:gd name="GluePoint12Y" fmla="*/ 40 h 102"/>
                    <a:gd name="GluePoint13X" fmla="*/ 37 w 72"/>
                    <a:gd name="GluePoint13Y" fmla="*/ 42 h 102"/>
                    <a:gd name="GluePoint14X" fmla="*/ 44 w 72"/>
                    <a:gd name="GluePoint14Y" fmla="*/ 38 h 102"/>
                    <a:gd name="GluePoint15X" fmla="*/ 56 w 72"/>
                    <a:gd name="GluePoint15Y" fmla="*/ 20 h 102"/>
                    <a:gd name="GluePoint16X" fmla="*/ 49 w 72"/>
                    <a:gd name="GluePoint16Y" fmla="*/ 9 h 102"/>
                    <a:gd name="GluePoint17X" fmla="*/ 28 w 72"/>
                    <a:gd name="GluePoint17Y" fmla="*/ 14 h 102"/>
                    <a:gd name="GluePoint18X" fmla="*/ 20 w 72"/>
                    <a:gd name="GluePoint18Y" fmla="*/ 13 h 102"/>
                    <a:gd name="GluePoint19X" fmla="*/ 22 w 72"/>
                    <a:gd name="GluePoint19Y" fmla="*/ 6 h 102"/>
                    <a:gd name="GluePoint20X" fmla="*/ 50 w 72"/>
                    <a:gd name="GluePoint20Y" fmla="*/ 1 h 102"/>
                    <a:gd name="GluePoint21X" fmla="*/ 68 w 72"/>
                    <a:gd name="GluePoint21Y" fmla="*/ 12 h 102"/>
                    <a:gd name="GluePoint22X" fmla="*/ 67 w 72"/>
                    <a:gd name="GluePoint22Y" fmla="*/ 24 h 102"/>
                    <a:gd name="GluePoint23X" fmla="*/ 49 w 72"/>
                    <a:gd name="GluePoint23Y" fmla="*/ 48 h 102"/>
                    <a:gd name="GluePoint24X" fmla="*/ 42 w 72"/>
                    <a:gd name="GluePoint24Y" fmla="*/ 49 h 102"/>
                    <a:gd name="GluePoint25X" fmla="*/ 37 w 72"/>
                    <a:gd name="GluePoint25Y" fmla="*/ 47 h 102"/>
                    <a:gd name="GluePoint26X" fmla="*/ 35 w 72"/>
                    <a:gd name="GluePoint26Y" fmla="*/ 52 h 102"/>
                    <a:gd name="GluePoint27X" fmla="*/ 41 w 72"/>
                    <a:gd name="GluePoint27Y" fmla="*/ 58 h 102"/>
                    <a:gd name="GluePoint28X" fmla="*/ 48 w 72"/>
                    <a:gd name="GluePoint28Y" fmla="*/ 57 h 102"/>
                    <a:gd name="GluePoint29X" fmla="*/ 53 w 72"/>
                    <a:gd name="GluePoint29Y" fmla="*/ 59 h 102"/>
                    <a:gd name="GluePoint30X" fmla="*/ 53 w 72"/>
                    <a:gd name="GluePoint30Y" fmla="*/ 66 h 102"/>
                    <a:gd name="GluePoint31X" fmla="*/ 48 w 72"/>
                    <a:gd name="GluePoint31Y" fmla="*/ 70 h 102"/>
                    <a:gd name="GluePoint32X" fmla="*/ 37 w 72"/>
                    <a:gd name="GluePoint32Y" fmla="*/ 81 h 102"/>
                    <a:gd name="GluePoint33X" fmla="*/ 45 w 72"/>
                    <a:gd name="GluePoint33Y" fmla="*/ 81 h 102"/>
                    <a:gd name="GluePoint34X" fmla="*/ 57 w 72"/>
                    <a:gd name="GluePoint34Y" fmla="*/ 89 h 102"/>
                    <a:gd name="GluePoint35X" fmla="*/ 51 w 72"/>
                    <a:gd name="GluePoint35Y" fmla="*/ 98 h 102"/>
                    <a:gd name="GluePoint36X" fmla="*/ 26 w 72"/>
                    <a:gd name="GluePoint36Y" fmla="*/ 101 h 102"/>
                    <a:gd name="GluePoint37X" fmla="*/ 17 w 72"/>
                    <a:gd name="GluePoint37Y" fmla="*/ 96 h 102"/>
                    <a:gd name="GluePoint38X" fmla="*/ 15 w 72"/>
                    <a:gd name="GluePoint38Y" fmla="*/ 94 h 102"/>
                    <a:gd name="GluePoint39X" fmla="*/ 19 w 72"/>
                    <a:gd name="GluePoint39Y" fmla="*/ 77 h 102"/>
                    <a:gd name="GluePoint40X" fmla="*/ 27 w 72"/>
                    <a:gd name="GluePoint40Y" fmla="*/ 70 h 102"/>
                    <a:gd name="GluePoint41X" fmla="*/ 27 w 72"/>
                    <a:gd name="GluePoint41Y" fmla="*/ 69 h 102"/>
                    <a:gd name="GluePoint42X" fmla="*/ 21 w 72"/>
                    <a:gd name="GluePoint42Y" fmla="*/ 71 h 102"/>
                    <a:gd name="GluePoint43X" fmla="*/ 9 w 72"/>
                    <a:gd name="GluePoint43Y" fmla="*/ 76 h 102"/>
                    <a:gd name="GluePoint44X" fmla="*/ 3 w 72"/>
                    <a:gd name="GluePoint44Y" fmla="*/ 75 h 102"/>
                    <a:gd name="GluePoint45X" fmla="*/ 4 w 72"/>
                    <a:gd name="GluePoint45Y" fmla="*/ 69 h 102"/>
                    <a:gd name="GluePoint46X" fmla="*/ 26 w 72"/>
                    <a:gd name="GluePoint46Y" fmla="*/ 60 h 102"/>
                    <a:gd name="GluePoint47X" fmla="*/ 28 w 72"/>
                    <a:gd name="GluePoint47Y" fmla="*/ 57 h 102"/>
                    <a:gd name="GluePoint48X" fmla="*/ 29 w 72"/>
                    <a:gd name="GluePoint48Y" fmla="*/ 49 h 102"/>
                    <a:gd name="GluePoint49X" fmla="*/ 34 w 72"/>
                    <a:gd name="GluePoint49Y" fmla="*/ 29 h 102"/>
                    <a:gd name="GluePoint50X" fmla="*/ 33 w 72"/>
                    <a:gd name="GluePoint50Y" fmla="*/ 28 h 102"/>
                    <a:gd name="GluePoint51X" fmla="*/ 26 w 72"/>
                    <a:gd name="GluePoint51Y" fmla="*/ 32 h 102"/>
                    <a:gd name="GluePoint52X" fmla="*/ 23 w 72"/>
                    <a:gd name="GluePoint52Y" fmla="*/ 36 h 102"/>
                    <a:gd name="GluePoint53X" fmla="*/ 26 w 72"/>
                    <a:gd name="GluePoint53Y" fmla="*/ 42 h 102"/>
                    <a:gd name="GluePoint54X" fmla="*/ 31 w 72"/>
                    <a:gd name="GluePoint54Y" fmla="*/ 40 h 102"/>
                    <a:gd name="GluePoint55X" fmla="*/ 34 w 72"/>
                    <a:gd name="GluePoint55Y" fmla="*/ 29 h 10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  <a:cxn ang="0">
                      <a:pos x="GluePoint50X" y="GluePoint50Y"/>
                    </a:cxn>
                    <a:cxn ang="0">
                      <a:pos x="GluePoint51X" y="GluePoint51Y"/>
                    </a:cxn>
                    <a:cxn ang="0">
                      <a:pos x="GluePoint52X" y="GluePoint52Y"/>
                    </a:cxn>
                    <a:cxn ang="0">
                      <a:pos x="GluePoint53X" y="GluePoint53Y"/>
                    </a:cxn>
                    <a:cxn ang="0">
                      <a:pos x="GluePoint54X" y="GluePoint54Y"/>
                    </a:cxn>
                    <a:cxn ang="0">
                      <a:pos x="GluePoint55X" y="GluePoint55Y"/>
                    </a:cxn>
                  </a:cxnLst>
                  <a:rect l="textAreaLeft" t="textAreaTop" r="textAreaRight" b="textAreaBottom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94" name="Freeform 12"/>
                <p:cNvSpPr/>
                <p:nvPr/>
              </p:nvSpPr>
              <p:spPr>
                <a:xfrm>
                  <a:off x="2182680" y="6008400"/>
                  <a:ext cx="113760" cy="285120"/>
                </a:xfrm>
                <a:custGeom>
                  <a:avLst/>
                  <a:gdLst>
                    <a:gd name="textAreaLeft" fmla="*/ 0 w 113760"/>
                    <a:gd name="textAreaRight" fmla="*/ 114120 w 113760"/>
                    <a:gd name="textAreaTop" fmla="*/ 0 h 285120"/>
                    <a:gd name="textAreaBottom" fmla="*/ 285480 h 285120"/>
                    <a:gd name="GluePoint1X" fmla="*/ 30 w 39"/>
                    <a:gd name="GluePoint1Y" fmla="*/ 44 h 98"/>
                    <a:gd name="GluePoint2X" fmla="*/ 36 w 39"/>
                    <a:gd name="GluePoint2Y" fmla="*/ 34 h 98"/>
                    <a:gd name="GluePoint3X" fmla="*/ 37 w 39"/>
                    <a:gd name="GluePoint3Y" fmla="*/ 51 h 98"/>
                    <a:gd name="GluePoint4X" fmla="*/ 25 w 39"/>
                    <a:gd name="GluePoint4Y" fmla="*/ 82 h 98"/>
                    <a:gd name="GluePoint5X" fmla="*/ 21 w 39"/>
                    <a:gd name="GluePoint5Y" fmla="*/ 98 h 98"/>
                    <a:gd name="GluePoint6X" fmla="*/ 13 w 39"/>
                    <a:gd name="GluePoint6Y" fmla="*/ 96 h 98"/>
                    <a:gd name="GluePoint7X" fmla="*/ 5 w 39"/>
                    <a:gd name="GluePoint7Y" fmla="*/ 83 h 98"/>
                    <a:gd name="GluePoint8X" fmla="*/ 11 w 39"/>
                    <a:gd name="GluePoint8Y" fmla="*/ 62 h 98"/>
                    <a:gd name="GluePoint9X" fmla="*/ 9 w 39"/>
                    <a:gd name="GluePoint9Y" fmla="*/ 43 h 98"/>
                    <a:gd name="GluePoint10X" fmla="*/ 12 w 39"/>
                    <a:gd name="GluePoint10Y" fmla="*/ 38 h 98"/>
                    <a:gd name="GluePoint11X" fmla="*/ 18 w 39"/>
                    <a:gd name="GluePoint11Y" fmla="*/ 33 h 98"/>
                    <a:gd name="GluePoint12X" fmla="*/ 23 w 39"/>
                    <a:gd name="GluePoint12Y" fmla="*/ 12 h 98"/>
                    <a:gd name="GluePoint13X" fmla="*/ 11 w 39"/>
                    <a:gd name="GluePoint13Y" fmla="*/ 16 h 98"/>
                    <a:gd name="GluePoint14X" fmla="*/ 2 w 39"/>
                    <a:gd name="GluePoint14Y" fmla="*/ 16 h 98"/>
                    <a:gd name="GluePoint15X" fmla="*/ 0 w 39"/>
                    <a:gd name="GluePoint15Y" fmla="*/ 12 h 98"/>
                    <a:gd name="GluePoint16X" fmla="*/ 3 w 39"/>
                    <a:gd name="GluePoint16Y" fmla="*/ 10 h 98"/>
                    <a:gd name="GluePoint17X" fmla="*/ 16 w 39"/>
                    <a:gd name="GluePoint17Y" fmla="*/ 7 h 98"/>
                    <a:gd name="GluePoint18X" fmla="*/ 26 w 39"/>
                    <a:gd name="GluePoint18Y" fmla="*/ 2 h 98"/>
                    <a:gd name="GluePoint19X" fmla="*/ 32 w 39"/>
                    <a:gd name="GluePoint19Y" fmla="*/ 1 h 98"/>
                    <a:gd name="GluePoint20X" fmla="*/ 35 w 39"/>
                    <a:gd name="GluePoint20Y" fmla="*/ 9 h 98"/>
                    <a:gd name="GluePoint21X" fmla="*/ 34 w 39"/>
                    <a:gd name="GluePoint21Y" fmla="*/ 11 h 98"/>
                    <a:gd name="GluePoint22X" fmla="*/ 27 w 39"/>
                    <a:gd name="GluePoint22Y" fmla="*/ 38 h 98"/>
                    <a:gd name="GluePoint23X" fmla="*/ 28 w 39"/>
                    <a:gd name="GluePoint23Y" fmla="*/ 44 h 98"/>
                    <a:gd name="GluePoint24X" fmla="*/ 30 w 39"/>
                    <a:gd name="GluePoint24Y" fmla="*/ 44 h 9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</a:cxnLst>
                  <a:rect l="textAreaLeft" t="textAreaTop" r="textAreaRight" b="textAreaBottom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1840" rIns="5184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</p:grp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封面样式3-尾页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图片 5"/>
          <p:cNvPicPr/>
          <p:nvPr/>
        </p:nvPicPr>
        <p:blipFill>
          <a:blip r:embed="rId2"/>
          <a:srcRect l="15573" t="0" r="201" b="0"/>
          <a:stretch/>
        </p:blipFill>
        <p:spPr>
          <a:xfrm>
            <a:off x="0" y="0"/>
            <a:ext cx="86778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矩形 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006C39">
                  <a:alpha val="0"/>
                </a:srgbClr>
              </a:gs>
              <a:gs pos="59000">
                <a:srgbClr val="006C39"/>
              </a:gs>
              <a:gs pos="100000">
                <a:srgbClr val="006C39"/>
              </a:gs>
            </a:gsLst>
            <a:lin ang="20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pic>
        <p:nvPicPr>
          <p:cNvPr id="197" name="图片 13"/>
          <p:cNvPicPr/>
          <p:nvPr/>
        </p:nvPicPr>
        <p:blipFill>
          <a:blip r:embed="rId3"/>
          <a:stretch/>
        </p:blipFill>
        <p:spPr>
          <a:xfrm>
            <a:off x="9403560" y="501120"/>
            <a:ext cx="2202840" cy="616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98" name="组合 63"/>
          <p:cNvGrpSpPr/>
          <p:nvPr/>
        </p:nvGrpSpPr>
        <p:grpSpPr>
          <a:xfrm>
            <a:off x="7387920" y="5891400"/>
            <a:ext cx="4041000" cy="496800"/>
            <a:chOff x="7387920" y="5891400"/>
            <a:chExt cx="4041000" cy="496800"/>
          </a:xfrm>
        </p:grpSpPr>
        <p:grpSp>
          <p:nvGrpSpPr>
            <p:cNvPr id="199" name="组合 64"/>
            <p:cNvGrpSpPr/>
            <p:nvPr/>
          </p:nvGrpSpPr>
          <p:grpSpPr>
            <a:xfrm>
              <a:off x="9713880" y="5897160"/>
              <a:ext cx="1715040" cy="486360"/>
              <a:chOff x="9713880" y="5897160"/>
              <a:chExt cx="1715040" cy="486360"/>
            </a:xfrm>
          </p:grpSpPr>
          <p:sp>
            <p:nvSpPr>
              <p:cNvPr id="200" name="Freeform 5"/>
              <p:cNvSpPr/>
              <p:nvPr/>
            </p:nvSpPr>
            <p:spPr>
              <a:xfrm>
                <a:off x="10661760" y="5928120"/>
                <a:ext cx="383040" cy="432000"/>
              </a:xfrm>
              <a:custGeom>
                <a:avLst/>
                <a:gdLst>
                  <a:gd name="textAreaLeft" fmla="*/ 0 w 383040"/>
                  <a:gd name="textAreaRight" fmla="*/ 383400 w 383040"/>
                  <a:gd name="textAreaTop" fmla="*/ 0 h 432000"/>
                  <a:gd name="textAreaBottom" fmla="*/ 432360 h 432000"/>
                  <a:gd name="GluePoint1X" fmla="*/ 41 w 125"/>
                  <a:gd name="GluePoint1Y" fmla="*/ 16 h 142"/>
                  <a:gd name="GluePoint2X" fmla="*/ 49 w 125"/>
                  <a:gd name="GluePoint2Y" fmla="*/ 3 h 142"/>
                  <a:gd name="GluePoint3X" fmla="*/ 62 w 125"/>
                  <a:gd name="GluePoint3Y" fmla="*/ 20 h 142"/>
                  <a:gd name="GluePoint4X" fmla="*/ 64 w 125"/>
                  <a:gd name="GluePoint4Y" fmla="*/ 33 h 142"/>
                  <a:gd name="GluePoint5X" fmla="*/ 50 w 125"/>
                  <a:gd name="GluePoint5Y" fmla="*/ 34 h 142"/>
                  <a:gd name="GluePoint6X" fmla="*/ 58 w 125"/>
                  <a:gd name="GluePoint6Y" fmla="*/ 58 h 142"/>
                  <a:gd name="GluePoint7X" fmla="*/ 75 w 125"/>
                  <a:gd name="GluePoint7Y" fmla="*/ 59 h 142"/>
                  <a:gd name="GluePoint8X" fmla="*/ 71 w 125"/>
                  <a:gd name="GluePoint8Y" fmla="*/ 50 h 142"/>
                  <a:gd name="GluePoint9X" fmla="*/ 81 w 125"/>
                  <a:gd name="GluePoint9Y" fmla="*/ 47 h 142"/>
                  <a:gd name="GluePoint10X" fmla="*/ 65 w 125"/>
                  <a:gd name="GluePoint10Y" fmla="*/ 42 h 142"/>
                  <a:gd name="GluePoint11X" fmla="*/ 63 w 125"/>
                  <a:gd name="GluePoint11Y" fmla="*/ 37 h 142"/>
                  <a:gd name="GluePoint12X" fmla="*/ 85 w 125"/>
                  <a:gd name="GluePoint12Y" fmla="*/ 27 h 142"/>
                  <a:gd name="GluePoint13X" fmla="*/ 93 w 125"/>
                  <a:gd name="GluePoint13Y" fmla="*/ 2 h 142"/>
                  <a:gd name="GluePoint14X" fmla="*/ 99 w 125"/>
                  <a:gd name="GluePoint14Y" fmla="*/ 5 h 142"/>
                  <a:gd name="GluePoint15X" fmla="*/ 111 w 125"/>
                  <a:gd name="GluePoint15Y" fmla="*/ 30 h 142"/>
                  <a:gd name="GluePoint16X" fmla="*/ 102 w 125"/>
                  <a:gd name="GluePoint16Y" fmla="*/ 34 h 142"/>
                  <a:gd name="GluePoint17X" fmla="*/ 95 w 125"/>
                  <a:gd name="GluePoint17Y" fmla="*/ 59 h 142"/>
                  <a:gd name="GluePoint18X" fmla="*/ 123 w 125"/>
                  <a:gd name="GluePoint18Y" fmla="*/ 61 h 142"/>
                  <a:gd name="GluePoint19X" fmla="*/ 110 w 125"/>
                  <a:gd name="GluePoint19Y" fmla="*/ 71 h 142"/>
                  <a:gd name="GluePoint20X" fmla="*/ 104 w 125"/>
                  <a:gd name="GluePoint20Y" fmla="*/ 82 h 142"/>
                  <a:gd name="GluePoint21X" fmla="*/ 112 w 125"/>
                  <a:gd name="GluePoint21Y" fmla="*/ 134 h 142"/>
                  <a:gd name="GluePoint22X" fmla="*/ 102 w 125"/>
                  <a:gd name="GluePoint22Y" fmla="*/ 140 h 142"/>
                  <a:gd name="GluePoint23X" fmla="*/ 89 w 125"/>
                  <a:gd name="GluePoint23Y" fmla="*/ 123 h 142"/>
                  <a:gd name="GluePoint24X" fmla="*/ 101 w 125"/>
                  <a:gd name="GluePoint24Y" fmla="*/ 128 h 142"/>
                  <a:gd name="GluePoint25X" fmla="*/ 101 w 125"/>
                  <a:gd name="GluePoint25Y" fmla="*/ 92 h 142"/>
                  <a:gd name="GluePoint26X" fmla="*/ 97 w 125"/>
                  <a:gd name="GluePoint26Y" fmla="*/ 99 h 142"/>
                  <a:gd name="GluePoint27X" fmla="*/ 90 w 125"/>
                  <a:gd name="GluePoint27Y" fmla="*/ 103 h 142"/>
                  <a:gd name="GluePoint28X" fmla="*/ 86 w 125"/>
                  <a:gd name="GluePoint28Y" fmla="*/ 110 h 142"/>
                  <a:gd name="GluePoint29X" fmla="*/ 81 w 125"/>
                  <a:gd name="GluePoint29Y" fmla="*/ 120 h 142"/>
                  <a:gd name="GluePoint30X" fmla="*/ 88 w 125"/>
                  <a:gd name="GluePoint30Y" fmla="*/ 71 h 142"/>
                  <a:gd name="GluePoint31X" fmla="*/ 60 w 125"/>
                  <a:gd name="GluePoint31Y" fmla="*/ 87 h 142"/>
                  <a:gd name="GluePoint32X" fmla="*/ 53 w 125"/>
                  <a:gd name="GluePoint32Y" fmla="*/ 89 h 142"/>
                  <a:gd name="GluePoint33X" fmla="*/ 51 w 125"/>
                  <a:gd name="GluePoint33Y" fmla="*/ 128 h 142"/>
                  <a:gd name="GluePoint34X" fmla="*/ 43 w 125"/>
                  <a:gd name="GluePoint34Y" fmla="*/ 134 h 142"/>
                  <a:gd name="GluePoint35X" fmla="*/ 39 w 125"/>
                  <a:gd name="GluePoint35Y" fmla="*/ 107 h 142"/>
                  <a:gd name="GluePoint36X" fmla="*/ 33 w 125"/>
                  <a:gd name="GluePoint36Y" fmla="*/ 114 h 142"/>
                  <a:gd name="GluePoint37X" fmla="*/ 17 w 125"/>
                  <a:gd name="GluePoint37Y" fmla="*/ 108 h 142"/>
                  <a:gd name="GluePoint38X" fmla="*/ 5 w 125"/>
                  <a:gd name="GluePoint38Y" fmla="*/ 81 h 142"/>
                  <a:gd name="GluePoint39X" fmla="*/ 34 w 125"/>
                  <a:gd name="GluePoint39Y" fmla="*/ 56 h 142"/>
                  <a:gd name="GluePoint40X" fmla="*/ 38 w 125"/>
                  <a:gd name="GluePoint40Y" fmla="*/ 33 h 142"/>
                  <a:gd name="GluePoint41X" fmla="*/ 22 w 125"/>
                  <a:gd name="GluePoint41Y" fmla="*/ 55 h 142"/>
                  <a:gd name="GluePoint42X" fmla="*/ 14 w 125"/>
                  <a:gd name="GluePoint42Y" fmla="*/ 55 h 142"/>
                  <a:gd name="GluePoint43X" fmla="*/ 11 w 125"/>
                  <a:gd name="GluePoint43Y" fmla="*/ 36 h 142"/>
                  <a:gd name="GluePoint44X" fmla="*/ 32 w 125"/>
                  <a:gd name="GluePoint44Y" fmla="*/ 22 h 142"/>
                  <a:gd name="GluePoint45X" fmla="*/ 28 w 125"/>
                  <a:gd name="GluePoint45Y" fmla="*/ 33 h 1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</a:cxnLst>
                <a:rect l="textAreaLeft" t="textAreaTop" r="textAreaRight" b="textAreaBottom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FFF6">
                      <a:alpha val="4000"/>
                    </a:srgbClr>
                  </a:gs>
                  <a:gs pos="100000">
                    <a:srgbClr val="FFFFFF">
                      <a:alpha val="1200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entury Gothic"/>
                </a:endParaRPr>
              </a:p>
            </p:txBody>
          </p:sp>
          <p:sp>
            <p:nvSpPr>
              <p:cNvPr id="201" name="Freeform 6"/>
              <p:cNvSpPr/>
              <p:nvPr/>
            </p:nvSpPr>
            <p:spPr>
              <a:xfrm>
                <a:off x="11208600" y="5992920"/>
                <a:ext cx="220320" cy="331920"/>
              </a:xfrm>
              <a:custGeom>
                <a:avLst/>
                <a:gdLst>
                  <a:gd name="textAreaLeft" fmla="*/ 0 w 220320"/>
                  <a:gd name="textAreaRight" fmla="*/ 220680 w 220320"/>
                  <a:gd name="textAreaTop" fmla="*/ 0 h 331920"/>
                  <a:gd name="textAreaBottom" fmla="*/ 332280 h 331920"/>
                  <a:gd name="GluePoint1X" fmla="*/ 33 w 72"/>
                  <a:gd name="GluePoint1Y" fmla="*/ 76 h 109"/>
                  <a:gd name="GluePoint2X" fmla="*/ 44 w 72"/>
                  <a:gd name="GluePoint2Y" fmla="*/ 73 h 109"/>
                  <a:gd name="GluePoint3X" fmla="*/ 59 w 72"/>
                  <a:gd name="GluePoint3Y" fmla="*/ 71 h 109"/>
                  <a:gd name="GluePoint4X" fmla="*/ 69 w 72"/>
                  <a:gd name="GluePoint4Y" fmla="*/ 92 h 109"/>
                  <a:gd name="GluePoint5X" fmla="*/ 66 w 72"/>
                  <a:gd name="GluePoint5Y" fmla="*/ 94 h 109"/>
                  <a:gd name="GluePoint6X" fmla="*/ 49 w 72"/>
                  <a:gd name="GluePoint6Y" fmla="*/ 96 h 109"/>
                  <a:gd name="GluePoint7X" fmla="*/ 28 w 72"/>
                  <a:gd name="GluePoint7Y" fmla="*/ 106 h 109"/>
                  <a:gd name="GluePoint8X" fmla="*/ 16 w 72"/>
                  <a:gd name="GluePoint8Y" fmla="*/ 106 h 109"/>
                  <a:gd name="GluePoint9X" fmla="*/ 1 w 72"/>
                  <a:gd name="GluePoint9Y" fmla="*/ 80 h 109"/>
                  <a:gd name="GluePoint10X" fmla="*/ 2 w 72"/>
                  <a:gd name="GluePoint10Y" fmla="*/ 74 h 109"/>
                  <a:gd name="GluePoint11X" fmla="*/ 23 w 72"/>
                  <a:gd name="GluePoint11Y" fmla="*/ 31 h 109"/>
                  <a:gd name="GluePoint12X" fmla="*/ 22 w 72"/>
                  <a:gd name="GluePoint12Y" fmla="*/ 26 h 109"/>
                  <a:gd name="GluePoint13X" fmla="*/ 12 w 72"/>
                  <a:gd name="GluePoint13Y" fmla="*/ 16 h 109"/>
                  <a:gd name="GluePoint14X" fmla="*/ 15 w 72"/>
                  <a:gd name="GluePoint14Y" fmla="*/ 10 h 109"/>
                  <a:gd name="GluePoint15X" fmla="*/ 32 w 72"/>
                  <a:gd name="GluePoint15Y" fmla="*/ 5 h 109"/>
                  <a:gd name="GluePoint16X" fmla="*/ 60 w 72"/>
                  <a:gd name="GluePoint16Y" fmla="*/ 18 h 109"/>
                  <a:gd name="GluePoint17X" fmla="*/ 59 w 72"/>
                  <a:gd name="GluePoint17Y" fmla="*/ 26 h 109"/>
                  <a:gd name="GluePoint18X" fmla="*/ 52 w 72"/>
                  <a:gd name="GluePoint18Y" fmla="*/ 36 h 109"/>
                  <a:gd name="GluePoint19X" fmla="*/ 34 w 72"/>
                  <a:gd name="GluePoint19Y" fmla="*/ 72 h 109"/>
                  <a:gd name="GluePoint20X" fmla="*/ 33 w 72"/>
                  <a:gd name="GluePoint20Y" fmla="*/ 76 h 10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</a:cxnLst>
                <a:rect l="textAreaLeft" t="textAreaTop" r="textAreaRight" b="textAreaBottom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FFF6">
                      <a:alpha val="4000"/>
                    </a:srgbClr>
                  </a:gs>
                  <a:gs pos="100000">
                    <a:srgbClr val="FFFFFF">
                      <a:alpha val="1200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entury Gothic"/>
                </a:endParaRPr>
              </a:p>
            </p:txBody>
          </p:sp>
          <p:grpSp>
            <p:nvGrpSpPr>
              <p:cNvPr id="202" name="组合 81"/>
              <p:cNvGrpSpPr/>
              <p:nvPr/>
            </p:nvGrpSpPr>
            <p:grpSpPr>
              <a:xfrm>
                <a:off x="9713880" y="5897160"/>
                <a:ext cx="392040" cy="486360"/>
                <a:chOff x="9713880" y="5897160"/>
                <a:chExt cx="392040" cy="486360"/>
              </a:xfrm>
            </p:grpSpPr>
            <p:sp>
              <p:nvSpPr>
                <p:cNvPr id="203" name="Freeform 7"/>
                <p:cNvSpPr/>
                <p:nvPr/>
              </p:nvSpPr>
              <p:spPr>
                <a:xfrm>
                  <a:off x="9713880" y="5897160"/>
                  <a:ext cx="392040" cy="319320"/>
                </a:xfrm>
                <a:custGeom>
                  <a:avLst/>
                  <a:gdLst>
                    <a:gd name="textAreaLeft" fmla="*/ 0 w 392040"/>
                    <a:gd name="textAreaRight" fmla="*/ 392400 w 392040"/>
                    <a:gd name="textAreaTop" fmla="*/ 0 h 319320"/>
                    <a:gd name="textAreaBottom" fmla="*/ 319680 h 319320"/>
                    <a:gd name="GluePoint1X" fmla="*/ 101 w 128"/>
                    <a:gd name="GluePoint1Y" fmla="*/ 58 h 105"/>
                    <a:gd name="GluePoint2X" fmla="*/ 74 w 128"/>
                    <a:gd name="GluePoint2Y" fmla="*/ 56 h 105"/>
                    <a:gd name="GluePoint3X" fmla="*/ 68 w 128"/>
                    <a:gd name="GluePoint3Y" fmla="*/ 57 h 105"/>
                    <a:gd name="GluePoint4X" fmla="*/ 51 w 128"/>
                    <a:gd name="GluePoint4Y" fmla="*/ 59 h 105"/>
                    <a:gd name="GluePoint5X" fmla="*/ 36 w 128"/>
                    <a:gd name="GluePoint5Y" fmla="*/ 65 h 105"/>
                    <a:gd name="GluePoint6X" fmla="*/ 28 w 128"/>
                    <a:gd name="GluePoint6Y" fmla="*/ 73 h 105"/>
                    <a:gd name="GluePoint7X" fmla="*/ 16 w 128"/>
                    <a:gd name="GluePoint7Y" fmla="*/ 102 h 105"/>
                    <a:gd name="GluePoint8X" fmla="*/ 13 w 128"/>
                    <a:gd name="GluePoint8Y" fmla="*/ 104 h 105"/>
                    <a:gd name="GluePoint9X" fmla="*/ 1 w 128"/>
                    <a:gd name="GluePoint9Y" fmla="*/ 98 h 105"/>
                    <a:gd name="GluePoint10X" fmla="*/ 0 w 128"/>
                    <a:gd name="GluePoint10Y" fmla="*/ 93 h 105"/>
                    <a:gd name="GluePoint11X" fmla="*/ 15 w 128"/>
                    <a:gd name="GluePoint11Y" fmla="*/ 60 h 105"/>
                    <a:gd name="GluePoint12X" fmla="*/ 16 w 128"/>
                    <a:gd name="GluePoint12Y" fmla="*/ 58 h 105"/>
                    <a:gd name="GluePoint13X" fmla="*/ 20 w 128"/>
                    <a:gd name="GluePoint13Y" fmla="*/ 52 h 105"/>
                    <a:gd name="GluePoint14X" fmla="*/ 32 w 128"/>
                    <a:gd name="GluePoint14Y" fmla="*/ 54 h 105"/>
                    <a:gd name="GluePoint15X" fmla="*/ 39 w 128"/>
                    <a:gd name="GluePoint15Y" fmla="*/ 55 h 105"/>
                    <a:gd name="GluePoint16X" fmla="*/ 72 w 128"/>
                    <a:gd name="GluePoint16Y" fmla="*/ 21 h 105"/>
                    <a:gd name="GluePoint17X" fmla="*/ 74 w 128"/>
                    <a:gd name="GluePoint17Y" fmla="*/ 16 h 105"/>
                    <a:gd name="GluePoint18X" fmla="*/ 74 w 128"/>
                    <a:gd name="GluePoint18Y" fmla="*/ 11 h 105"/>
                    <a:gd name="GluePoint19X" fmla="*/ 71 w 128"/>
                    <a:gd name="GluePoint19Y" fmla="*/ 11 h 105"/>
                    <a:gd name="GluePoint20X" fmla="*/ 68 w 128"/>
                    <a:gd name="GluePoint20Y" fmla="*/ 15 h 105"/>
                    <a:gd name="GluePoint21X" fmla="*/ 68 w 128"/>
                    <a:gd name="GluePoint21Y" fmla="*/ 21 h 105"/>
                    <a:gd name="GluePoint22X" fmla="*/ 59 w 128"/>
                    <a:gd name="GluePoint22Y" fmla="*/ 29 h 105"/>
                    <a:gd name="GluePoint23X" fmla="*/ 53 w 128"/>
                    <a:gd name="GluePoint23Y" fmla="*/ 27 h 105"/>
                    <a:gd name="GluePoint24X" fmla="*/ 47 w 128"/>
                    <a:gd name="GluePoint24Y" fmla="*/ 24 h 105"/>
                    <a:gd name="GluePoint25X" fmla="*/ 47 w 128"/>
                    <a:gd name="GluePoint25Y" fmla="*/ 32 h 105"/>
                    <a:gd name="GluePoint26X" fmla="*/ 47 w 128"/>
                    <a:gd name="GluePoint26Y" fmla="*/ 34 h 105"/>
                    <a:gd name="GluePoint27X" fmla="*/ 43 w 128"/>
                    <a:gd name="GluePoint27Y" fmla="*/ 45 h 105"/>
                    <a:gd name="GluePoint28X" fmla="*/ 31 w 128"/>
                    <a:gd name="GluePoint28Y" fmla="*/ 39 h 105"/>
                    <a:gd name="GluePoint29X" fmla="*/ 29 w 128"/>
                    <a:gd name="GluePoint29Y" fmla="*/ 23 h 105"/>
                    <a:gd name="GluePoint30X" fmla="*/ 33 w 128"/>
                    <a:gd name="GluePoint30Y" fmla="*/ 14 h 105"/>
                    <a:gd name="GluePoint31X" fmla="*/ 36 w 128"/>
                    <a:gd name="GluePoint31Y" fmla="*/ 9 h 105"/>
                    <a:gd name="GluePoint32X" fmla="*/ 42 w 128"/>
                    <a:gd name="GluePoint32Y" fmla="*/ 13 h 105"/>
                    <a:gd name="GluePoint33X" fmla="*/ 44 w 128"/>
                    <a:gd name="GluePoint33Y" fmla="*/ 16 h 105"/>
                    <a:gd name="GluePoint34X" fmla="*/ 57 w 128"/>
                    <a:gd name="GluePoint34Y" fmla="*/ 14 h 105"/>
                    <a:gd name="GluePoint35X" fmla="*/ 62 w 128"/>
                    <a:gd name="GluePoint35Y" fmla="*/ 11 h 105"/>
                    <a:gd name="GluePoint36X" fmla="*/ 84 w 128"/>
                    <a:gd name="GluePoint36Y" fmla="*/ 0 h 105"/>
                    <a:gd name="GluePoint37X" fmla="*/ 96 w 128"/>
                    <a:gd name="GluePoint37Y" fmla="*/ 7 h 105"/>
                    <a:gd name="GluePoint38X" fmla="*/ 96 w 128"/>
                    <a:gd name="GluePoint38Y" fmla="*/ 20 h 105"/>
                    <a:gd name="GluePoint39X" fmla="*/ 83 w 128"/>
                    <a:gd name="GluePoint39Y" fmla="*/ 43 h 105"/>
                    <a:gd name="GluePoint40X" fmla="*/ 94 w 128"/>
                    <a:gd name="GluePoint40Y" fmla="*/ 44 h 105"/>
                    <a:gd name="GluePoint41X" fmla="*/ 122 w 128"/>
                    <a:gd name="GluePoint41Y" fmla="*/ 59 h 105"/>
                    <a:gd name="GluePoint42X" fmla="*/ 120 w 128"/>
                    <a:gd name="GluePoint42Y" fmla="*/ 73 h 105"/>
                    <a:gd name="GluePoint43X" fmla="*/ 98 w 128"/>
                    <a:gd name="GluePoint43Y" fmla="*/ 73 h 105"/>
                    <a:gd name="GluePoint44X" fmla="*/ 97 w 128"/>
                    <a:gd name="GluePoint44Y" fmla="*/ 66 h 105"/>
                    <a:gd name="GluePoint45X" fmla="*/ 101 w 128"/>
                    <a:gd name="GluePoint45Y" fmla="*/ 58 h 10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</a:cxnLst>
                  <a:rect l="textAreaLeft" t="textAreaTop" r="textAreaRight" b="textAreaBottom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204" name="Freeform 8"/>
                <p:cNvSpPr/>
                <p:nvPr/>
              </p:nvSpPr>
              <p:spPr>
                <a:xfrm>
                  <a:off x="9797040" y="6091560"/>
                  <a:ext cx="244080" cy="291960"/>
                </a:xfrm>
                <a:custGeom>
                  <a:avLst/>
                  <a:gdLst>
                    <a:gd name="textAreaLeft" fmla="*/ 0 w 244080"/>
                    <a:gd name="textAreaRight" fmla="*/ 244440 w 244080"/>
                    <a:gd name="textAreaTop" fmla="*/ 0 h 291960"/>
                    <a:gd name="textAreaBottom" fmla="*/ 292320 h 291960"/>
                    <a:gd name="GluePoint1X" fmla="*/ 46 w 80"/>
                    <a:gd name="GluePoint1Y" fmla="*/ 29 h 96"/>
                    <a:gd name="GluePoint2X" fmla="*/ 65 w 80"/>
                    <a:gd name="GluePoint2Y" fmla="*/ 29 h 96"/>
                    <a:gd name="GluePoint3X" fmla="*/ 79 w 80"/>
                    <a:gd name="GluePoint3Y" fmla="*/ 41 h 96"/>
                    <a:gd name="GluePoint4X" fmla="*/ 74 w 80"/>
                    <a:gd name="GluePoint4Y" fmla="*/ 43 h 96"/>
                    <a:gd name="GluePoint5X" fmla="*/ 60 w 80"/>
                    <a:gd name="GluePoint5Y" fmla="*/ 43 h 96"/>
                    <a:gd name="GluePoint6X" fmla="*/ 52 w 80"/>
                    <a:gd name="GluePoint6Y" fmla="*/ 50 h 96"/>
                    <a:gd name="GluePoint7X" fmla="*/ 49 w 80"/>
                    <a:gd name="GluePoint7Y" fmla="*/ 87 h 96"/>
                    <a:gd name="GluePoint8X" fmla="*/ 37 w 80"/>
                    <a:gd name="GluePoint8Y" fmla="*/ 95 h 96"/>
                    <a:gd name="GluePoint9X" fmla="*/ 21 w 80"/>
                    <a:gd name="GluePoint9Y" fmla="*/ 68 h 96"/>
                    <a:gd name="GluePoint10X" fmla="*/ 22 w 80"/>
                    <a:gd name="GluePoint10Y" fmla="*/ 62 h 96"/>
                    <a:gd name="GluePoint11X" fmla="*/ 30 w 80"/>
                    <a:gd name="GluePoint11Y" fmla="*/ 72 h 96"/>
                    <a:gd name="GluePoint12X" fmla="*/ 40 w 80"/>
                    <a:gd name="GluePoint12Y" fmla="*/ 70 h 96"/>
                    <a:gd name="GluePoint13X" fmla="*/ 43 w 80"/>
                    <a:gd name="GluePoint13Y" fmla="*/ 46 h 96"/>
                    <a:gd name="GluePoint14X" fmla="*/ 24 w 80"/>
                    <a:gd name="GluePoint14Y" fmla="*/ 52 h 96"/>
                    <a:gd name="GluePoint15X" fmla="*/ 19 w 80"/>
                    <a:gd name="GluePoint15Y" fmla="*/ 54 h 96"/>
                    <a:gd name="GluePoint16X" fmla="*/ 6 w 80"/>
                    <a:gd name="GluePoint16Y" fmla="*/ 54 h 96"/>
                    <a:gd name="GluePoint17X" fmla="*/ 2 w 80"/>
                    <a:gd name="GluePoint17Y" fmla="*/ 40 h 96"/>
                    <a:gd name="GluePoint18X" fmla="*/ 6 w 80"/>
                    <a:gd name="GluePoint18Y" fmla="*/ 37 h 96"/>
                    <a:gd name="GluePoint19X" fmla="*/ 28 w 80"/>
                    <a:gd name="GluePoint19Y" fmla="*/ 33 h 96"/>
                    <a:gd name="GluePoint20X" fmla="*/ 33 w 80"/>
                    <a:gd name="GluePoint20Y" fmla="*/ 32 h 96"/>
                    <a:gd name="GluePoint21X" fmla="*/ 36 w 80"/>
                    <a:gd name="GluePoint21Y" fmla="*/ 22 h 96"/>
                    <a:gd name="GluePoint22X" fmla="*/ 46 w 80"/>
                    <a:gd name="GluePoint22Y" fmla="*/ 12 h 96"/>
                    <a:gd name="GluePoint23X" fmla="*/ 45 w 80"/>
                    <a:gd name="GluePoint23Y" fmla="*/ 10 h 96"/>
                    <a:gd name="GluePoint24X" fmla="*/ 26 w 80"/>
                    <a:gd name="GluePoint24Y" fmla="*/ 17 h 96"/>
                    <a:gd name="GluePoint25X" fmla="*/ 15 w 80"/>
                    <a:gd name="GluePoint25Y" fmla="*/ 24 h 96"/>
                    <a:gd name="GluePoint26X" fmla="*/ 5 w 80"/>
                    <a:gd name="GluePoint26Y" fmla="*/ 22 h 96"/>
                    <a:gd name="GluePoint27X" fmla="*/ 1 w 80"/>
                    <a:gd name="GluePoint27Y" fmla="*/ 17 h 96"/>
                    <a:gd name="GluePoint28X" fmla="*/ 36 w 80"/>
                    <a:gd name="GluePoint28Y" fmla="*/ 2 h 96"/>
                    <a:gd name="GluePoint29X" fmla="*/ 55 w 80"/>
                    <a:gd name="GluePoint29Y" fmla="*/ 0 h 96"/>
                    <a:gd name="GluePoint30X" fmla="*/ 61 w 80"/>
                    <a:gd name="GluePoint30Y" fmla="*/ 6 h 96"/>
                    <a:gd name="GluePoint31X" fmla="*/ 59 w 80"/>
                    <a:gd name="GluePoint31Y" fmla="*/ 13 h 96"/>
                    <a:gd name="GluePoint32X" fmla="*/ 46 w 80"/>
                    <a:gd name="GluePoint32Y" fmla="*/ 29 h 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</a:cxnLst>
                  <a:rect l="textAreaLeft" t="textAreaTop" r="textAreaRight" b="textAreaBottom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205" name="组合 82"/>
              <p:cNvGrpSpPr/>
              <p:nvPr/>
            </p:nvGrpSpPr>
            <p:grpSpPr>
              <a:xfrm>
                <a:off x="10260360" y="6030360"/>
                <a:ext cx="237240" cy="253800"/>
                <a:chOff x="10260360" y="6030360"/>
                <a:chExt cx="237240" cy="253800"/>
              </a:xfrm>
            </p:grpSpPr>
            <p:sp>
              <p:nvSpPr>
                <p:cNvPr id="206" name="Freeform 15"/>
                <p:cNvSpPr/>
                <p:nvPr/>
              </p:nvSpPr>
              <p:spPr>
                <a:xfrm>
                  <a:off x="10260360" y="6086880"/>
                  <a:ext cx="109080" cy="176040"/>
                </a:xfrm>
                <a:custGeom>
                  <a:avLst/>
                  <a:gdLst>
                    <a:gd name="textAreaLeft" fmla="*/ 0 w 109080"/>
                    <a:gd name="textAreaRight" fmla="*/ 109440 w 109080"/>
                    <a:gd name="textAreaTop" fmla="*/ 0 h 176040"/>
                    <a:gd name="textAreaBottom" fmla="*/ 176400 h 176040"/>
                    <a:gd name="GluePoint1X" fmla="*/ 16 w 39"/>
                    <a:gd name="GluePoint1Y" fmla="*/ 29 h 58"/>
                    <a:gd name="GluePoint2X" fmla="*/ 27 w 39"/>
                    <a:gd name="GluePoint2Y" fmla="*/ 7 h 58"/>
                    <a:gd name="GluePoint3X" fmla="*/ 31 w 39"/>
                    <a:gd name="GluePoint3Y" fmla="*/ 1 h 58"/>
                    <a:gd name="GluePoint4X" fmla="*/ 34 w 39"/>
                    <a:gd name="GluePoint4Y" fmla="*/ 6 h 58"/>
                    <a:gd name="GluePoint5X" fmla="*/ 35 w 39"/>
                    <a:gd name="GluePoint5Y" fmla="*/ 26 h 58"/>
                    <a:gd name="GluePoint6X" fmla="*/ 20 w 39"/>
                    <a:gd name="GluePoint6Y" fmla="*/ 52 h 58"/>
                    <a:gd name="GluePoint7X" fmla="*/ 9 w 39"/>
                    <a:gd name="GluePoint7Y" fmla="*/ 57 h 58"/>
                    <a:gd name="GluePoint8X" fmla="*/ 1 w 39"/>
                    <a:gd name="GluePoint8Y" fmla="*/ 43 h 58"/>
                    <a:gd name="GluePoint9X" fmla="*/ 4 w 39"/>
                    <a:gd name="GluePoint9Y" fmla="*/ 6 h 58"/>
                    <a:gd name="GluePoint10X" fmla="*/ 8 w 39"/>
                    <a:gd name="GluePoint10Y" fmla="*/ 0 h 58"/>
                    <a:gd name="GluePoint11X" fmla="*/ 15 w 39"/>
                    <a:gd name="GluePoint11Y" fmla="*/ 6 h 58"/>
                    <a:gd name="GluePoint12X" fmla="*/ 14 w 39"/>
                    <a:gd name="GluePoint12Y" fmla="*/ 20 h 58"/>
                    <a:gd name="GluePoint13X" fmla="*/ 14 w 39"/>
                    <a:gd name="GluePoint13Y" fmla="*/ 28 h 58"/>
                    <a:gd name="GluePoint14X" fmla="*/ 16 w 39"/>
                    <a:gd name="GluePoint14Y" fmla="*/ 29 h 5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76320" rIns="763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207" name="Freeform 16"/>
                <p:cNvSpPr/>
                <p:nvPr/>
              </p:nvSpPr>
              <p:spPr>
                <a:xfrm>
                  <a:off x="10378440" y="6036120"/>
                  <a:ext cx="119160" cy="248040"/>
                </a:xfrm>
                <a:custGeom>
                  <a:avLst/>
                  <a:gdLst>
                    <a:gd name="textAreaLeft" fmla="*/ 0 w 119160"/>
                    <a:gd name="textAreaRight" fmla="*/ 119520 w 119160"/>
                    <a:gd name="textAreaTop" fmla="*/ 0 h 248040"/>
                    <a:gd name="textAreaBottom" fmla="*/ 248400 h 248040"/>
                    <a:gd name="GluePoint1X" fmla="*/ 9 w 47"/>
                    <a:gd name="GluePoint1Y" fmla="*/ 73 h 88"/>
                    <a:gd name="GluePoint2X" fmla="*/ 3 w 47"/>
                    <a:gd name="GluePoint2Y" fmla="*/ 67 h 88"/>
                    <a:gd name="GluePoint3X" fmla="*/ 3 w 47"/>
                    <a:gd name="GluePoint3Y" fmla="*/ 57 h 88"/>
                    <a:gd name="GluePoint4X" fmla="*/ 20 w 47"/>
                    <a:gd name="GluePoint4Y" fmla="*/ 38 h 88"/>
                    <a:gd name="GluePoint5X" fmla="*/ 33 w 47"/>
                    <a:gd name="GluePoint5Y" fmla="*/ 20 h 88"/>
                    <a:gd name="GluePoint6X" fmla="*/ 33 w 47"/>
                    <a:gd name="GluePoint6Y" fmla="*/ 4 h 88"/>
                    <a:gd name="GluePoint7X" fmla="*/ 32 w 47"/>
                    <a:gd name="GluePoint7Y" fmla="*/ 1 h 88"/>
                    <a:gd name="GluePoint8X" fmla="*/ 33 w 47"/>
                    <a:gd name="GluePoint8Y" fmla="*/ 0 h 88"/>
                    <a:gd name="GluePoint9X" fmla="*/ 41 w 47"/>
                    <a:gd name="GluePoint9Y" fmla="*/ 6 h 88"/>
                    <a:gd name="GluePoint10X" fmla="*/ 43 w 47"/>
                    <a:gd name="GluePoint10Y" fmla="*/ 26 h 88"/>
                    <a:gd name="GluePoint11X" fmla="*/ 29 w 47"/>
                    <a:gd name="GluePoint11Y" fmla="*/ 48 h 88"/>
                    <a:gd name="GluePoint12X" fmla="*/ 30 w 47"/>
                    <a:gd name="GluePoint12Y" fmla="*/ 52 h 88"/>
                    <a:gd name="GluePoint13X" fmla="*/ 40 w 47"/>
                    <a:gd name="GluePoint13Y" fmla="*/ 73 h 88"/>
                    <a:gd name="GluePoint14X" fmla="*/ 41 w 47"/>
                    <a:gd name="GluePoint14Y" fmla="*/ 84 h 88"/>
                    <a:gd name="GluePoint15X" fmla="*/ 37 w 47"/>
                    <a:gd name="GluePoint15Y" fmla="*/ 86 h 88"/>
                    <a:gd name="GluePoint16X" fmla="*/ 31 w 47"/>
                    <a:gd name="GluePoint16Y" fmla="*/ 75 h 88"/>
                    <a:gd name="GluePoint17X" fmla="*/ 28 w 47"/>
                    <a:gd name="GluePoint17Y" fmla="*/ 60 h 88"/>
                    <a:gd name="GluePoint18X" fmla="*/ 22 w 47"/>
                    <a:gd name="GluePoint18Y" fmla="*/ 59 h 88"/>
                    <a:gd name="GluePoint19X" fmla="*/ 9 w 47"/>
                    <a:gd name="GluePoint19Y" fmla="*/ 73 h 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</a:cxnLst>
                  <a:rect l="textAreaLeft" t="textAreaTop" r="textAreaRight" b="textAreaBottom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83160" rIns="8316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208" name="Freeform 17"/>
                <p:cNvSpPr/>
                <p:nvPr/>
              </p:nvSpPr>
              <p:spPr>
                <a:xfrm>
                  <a:off x="10322640" y="6030360"/>
                  <a:ext cx="78120" cy="45360"/>
                </a:xfrm>
                <a:custGeom>
                  <a:avLst/>
                  <a:gdLst>
                    <a:gd name="textAreaLeft" fmla="*/ 0 w 78120"/>
                    <a:gd name="textAreaRight" fmla="*/ 78480 w 78120"/>
                    <a:gd name="textAreaTop" fmla="*/ 0 h 45360"/>
                    <a:gd name="textAreaBottom" fmla="*/ 45720 h 45360"/>
                    <a:gd name="GluePoint1X" fmla="*/ 0 w 26"/>
                    <a:gd name="GluePoint1Y" fmla="*/ 0 h 19"/>
                    <a:gd name="GluePoint2X" fmla="*/ 20 w 26"/>
                    <a:gd name="GluePoint2Y" fmla="*/ 1 h 19"/>
                    <a:gd name="GluePoint3X" fmla="*/ 23 w 26"/>
                    <a:gd name="GluePoint3Y" fmla="*/ 12 h 19"/>
                    <a:gd name="GluePoint4X" fmla="*/ 12 w 26"/>
                    <a:gd name="GluePoint4Y" fmla="*/ 18 h 19"/>
                    <a:gd name="GluePoint5X" fmla="*/ 3 w 26"/>
                    <a:gd name="GluePoint5Y" fmla="*/ 11 h 19"/>
                    <a:gd name="GluePoint6X" fmla="*/ 0 w 26"/>
                    <a:gd name="GluePoint6Y" fmla="*/ 0 h 1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4720" tIns="22680" rIns="54720" bIns="2268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  <p:grpSp>
          <p:nvGrpSpPr>
            <p:cNvPr id="209" name="组合 65"/>
            <p:cNvGrpSpPr/>
            <p:nvPr/>
          </p:nvGrpSpPr>
          <p:grpSpPr>
            <a:xfrm>
              <a:off x="7387920" y="5891400"/>
              <a:ext cx="1793160" cy="496800"/>
              <a:chOff x="7387920" y="5891400"/>
              <a:chExt cx="1793160" cy="496800"/>
            </a:xfrm>
          </p:grpSpPr>
          <p:grpSp>
            <p:nvGrpSpPr>
              <p:cNvPr id="210" name="组合 66"/>
              <p:cNvGrpSpPr/>
              <p:nvPr/>
            </p:nvGrpSpPr>
            <p:grpSpPr>
              <a:xfrm>
                <a:off x="8340840" y="5972400"/>
                <a:ext cx="346680" cy="364680"/>
                <a:chOff x="8340840" y="5972400"/>
                <a:chExt cx="346680" cy="364680"/>
              </a:xfrm>
            </p:grpSpPr>
            <p:sp>
              <p:nvSpPr>
                <p:cNvPr id="211" name="Freeform 9"/>
                <p:cNvSpPr/>
                <p:nvPr/>
              </p:nvSpPr>
              <p:spPr>
                <a:xfrm>
                  <a:off x="8340840" y="5999760"/>
                  <a:ext cx="180360" cy="306720"/>
                </a:xfrm>
                <a:custGeom>
                  <a:avLst/>
                  <a:gdLst>
                    <a:gd name="textAreaLeft" fmla="*/ 0 w 180360"/>
                    <a:gd name="textAreaRight" fmla="*/ 180720 w 180360"/>
                    <a:gd name="textAreaTop" fmla="*/ 0 h 306720"/>
                    <a:gd name="textAreaBottom" fmla="*/ 307080 h 306720"/>
                    <a:gd name="GluePoint1X" fmla="*/ 39 w 59"/>
                    <a:gd name="GluePoint1Y" fmla="*/ 78 h 101"/>
                    <a:gd name="GluePoint2X" fmla="*/ 17 w 59"/>
                    <a:gd name="GluePoint2Y" fmla="*/ 94 h 101"/>
                    <a:gd name="GluePoint3X" fmla="*/ 8 w 59"/>
                    <a:gd name="GluePoint3Y" fmla="*/ 94 h 101"/>
                    <a:gd name="GluePoint4X" fmla="*/ 0 w 59"/>
                    <a:gd name="GluePoint4Y" fmla="*/ 79 h 101"/>
                    <a:gd name="GluePoint5X" fmla="*/ 17 w 59"/>
                    <a:gd name="GluePoint5Y" fmla="*/ 73 h 101"/>
                    <a:gd name="GluePoint6X" fmla="*/ 10 w 59"/>
                    <a:gd name="GluePoint6Y" fmla="*/ 68 h 101"/>
                    <a:gd name="GluePoint7X" fmla="*/ 8 w 59"/>
                    <a:gd name="GluePoint7Y" fmla="*/ 60 h 101"/>
                    <a:gd name="GluePoint8X" fmla="*/ 18 w 59"/>
                    <a:gd name="GluePoint8Y" fmla="*/ 23 h 101"/>
                    <a:gd name="GluePoint9X" fmla="*/ 26 w 59"/>
                    <a:gd name="GluePoint9Y" fmla="*/ 17 h 101"/>
                    <a:gd name="GluePoint10X" fmla="*/ 36 w 59"/>
                    <a:gd name="GluePoint10Y" fmla="*/ 26 h 101"/>
                    <a:gd name="GluePoint11X" fmla="*/ 36 w 59"/>
                    <a:gd name="GluePoint11Y" fmla="*/ 27 h 101"/>
                    <a:gd name="GluePoint12X" fmla="*/ 43 w 59"/>
                    <a:gd name="GluePoint12Y" fmla="*/ 40 h 101"/>
                    <a:gd name="GluePoint13X" fmla="*/ 42 w 59"/>
                    <a:gd name="GluePoint13Y" fmla="*/ 12 h 101"/>
                    <a:gd name="GluePoint14X" fmla="*/ 21 w 59"/>
                    <a:gd name="GluePoint14Y" fmla="*/ 5 h 101"/>
                    <a:gd name="GluePoint15X" fmla="*/ 44 w 59"/>
                    <a:gd name="GluePoint15Y" fmla="*/ 1 h 101"/>
                    <a:gd name="GluePoint16X" fmla="*/ 57 w 59"/>
                    <a:gd name="GluePoint16Y" fmla="*/ 17 h 101"/>
                    <a:gd name="GluePoint17X" fmla="*/ 56 w 59"/>
                    <a:gd name="GluePoint17Y" fmla="*/ 48 h 101"/>
                    <a:gd name="GluePoint18X" fmla="*/ 57 w 59"/>
                    <a:gd name="GluePoint18Y" fmla="*/ 55 h 101"/>
                    <a:gd name="GluePoint19X" fmla="*/ 55 w 59"/>
                    <a:gd name="GluePoint19Y" fmla="*/ 64 h 101"/>
                    <a:gd name="GluePoint20X" fmla="*/ 54 w 59"/>
                    <a:gd name="GluePoint20Y" fmla="*/ 71 h 101"/>
                    <a:gd name="GluePoint21X" fmla="*/ 52 w 59"/>
                    <a:gd name="GluePoint21Y" fmla="*/ 95 h 101"/>
                    <a:gd name="GluePoint22X" fmla="*/ 49 w 59"/>
                    <a:gd name="GluePoint22Y" fmla="*/ 101 h 101"/>
                    <a:gd name="GluePoint23X" fmla="*/ 43 w 59"/>
                    <a:gd name="GluePoint23Y" fmla="*/ 98 h 101"/>
                    <a:gd name="GluePoint24X" fmla="*/ 38 w 59"/>
                    <a:gd name="GluePoint24Y" fmla="*/ 86 h 101"/>
                    <a:gd name="GluePoint25X" fmla="*/ 39 w 59"/>
                    <a:gd name="GluePoint25Y" fmla="*/ 78 h 101"/>
                    <a:gd name="GluePoint26X" fmla="*/ 42 w 59"/>
                    <a:gd name="GluePoint26Y" fmla="*/ 47 h 101"/>
                    <a:gd name="GluePoint27X" fmla="*/ 32 w 59"/>
                    <a:gd name="GluePoint27Y" fmla="*/ 44 h 101"/>
                    <a:gd name="GluePoint28X" fmla="*/ 29 w 59"/>
                    <a:gd name="GluePoint28Y" fmla="*/ 64 h 101"/>
                    <a:gd name="GluePoint29X" fmla="*/ 42 w 59"/>
                    <a:gd name="GluePoint29Y" fmla="*/ 47 h 10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</a:cxnLst>
                  <a:rect l="textAreaLeft" t="textAreaTop" r="textAreaRight" b="textAreaBottom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212" name="Freeform 10"/>
                <p:cNvSpPr/>
                <p:nvPr/>
              </p:nvSpPr>
              <p:spPr>
                <a:xfrm>
                  <a:off x="8518320" y="5972400"/>
                  <a:ext cx="169200" cy="364680"/>
                </a:xfrm>
                <a:custGeom>
                  <a:avLst/>
                  <a:gdLst>
                    <a:gd name="textAreaLeft" fmla="*/ 0 w 169200"/>
                    <a:gd name="textAreaRight" fmla="*/ 169560 w 169200"/>
                    <a:gd name="textAreaTop" fmla="*/ 0 h 364680"/>
                    <a:gd name="textAreaBottom" fmla="*/ 365040 h 364680"/>
                    <a:gd name="GluePoint1X" fmla="*/ 11 w 55"/>
                    <a:gd name="GluePoint1Y" fmla="*/ 89 h 120"/>
                    <a:gd name="GluePoint2X" fmla="*/ 10 w 55"/>
                    <a:gd name="GluePoint2Y" fmla="*/ 100 h 120"/>
                    <a:gd name="GluePoint3X" fmla="*/ 6 w 55"/>
                    <a:gd name="GluePoint3Y" fmla="*/ 104 h 120"/>
                    <a:gd name="GluePoint4X" fmla="*/ 1 w 55"/>
                    <a:gd name="GluePoint4Y" fmla="*/ 99 h 120"/>
                    <a:gd name="GluePoint5X" fmla="*/ 3 w 55"/>
                    <a:gd name="GluePoint5Y" fmla="*/ 84 h 120"/>
                    <a:gd name="GluePoint6X" fmla="*/ 14 w 55"/>
                    <a:gd name="GluePoint6Y" fmla="*/ 37 h 120"/>
                    <a:gd name="GluePoint7X" fmla="*/ 22 w 55"/>
                    <a:gd name="GluePoint7Y" fmla="*/ 11 h 120"/>
                    <a:gd name="GluePoint8X" fmla="*/ 26 w 55"/>
                    <a:gd name="GluePoint8Y" fmla="*/ 19 h 120"/>
                    <a:gd name="GluePoint9X" fmla="*/ 20 w 55"/>
                    <a:gd name="GluePoint9Y" fmla="*/ 40 h 120"/>
                    <a:gd name="GluePoint10X" fmla="*/ 27 w 55"/>
                    <a:gd name="GluePoint10Y" fmla="*/ 35 h 120"/>
                    <a:gd name="GluePoint11X" fmla="*/ 35 w 55"/>
                    <a:gd name="GluePoint11Y" fmla="*/ 30 h 120"/>
                    <a:gd name="GluePoint12X" fmla="*/ 33 w 55"/>
                    <a:gd name="GluePoint12Y" fmla="*/ 9 h 120"/>
                    <a:gd name="GluePoint13X" fmla="*/ 28 w 55"/>
                    <a:gd name="GluePoint13Y" fmla="*/ 8 h 120"/>
                    <a:gd name="GluePoint14X" fmla="*/ 19 w 55"/>
                    <a:gd name="GluePoint14Y" fmla="*/ 12 h 120"/>
                    <a:gd name="GluePoint15X" fmla="*/ 12 w 55"/>
                    <a:gd name="GluePoint15Y" fmla="*/ 15 h 120"/>
                    <a:gd name="GluePoint16X" fmla="*/ 9 w 55"/>
                    <a:gd name="GluePoint16Y" fmla="*/ 11 h 120"/>
                    <a:gd name="GluePoint17X" fmla="*/ 11 w 55"/>
                    <a:gd name="GluePoint17Y" fmla="*/ 8 h 120"/>
                    <a:gd name="GluePoint18X" fmla="*/ 31 w 55"/>
                    <a:gd name="GluePoint18Y" fmla="*/ 0 h 120"/>
                    <a:gd name="GluePoint19X" fmla="*/ 45 w 55"/>
                    <a:gd name="GluePoint19Y" fmla="*/ 15 h 120"/>
                    <a:gd name="GluePoint20X" fmla="*/ 44 w 55"/>
                    <a:gd name="GluePoint20Y" fmla="*/ 46 h 120"/>
                    <a:gd name="GluePoint21X" fmla="*/ 48 w 55"/>
                    <a:gd name="GluePoint21Y" fmla="*/ 54 h 120"/>
                    <a:gd name="GluePoint22X" fmla="*/ 48 w 55"/>
                    <a:gd name="GluePoint22Y" fmla="*/ 71 h 120"/>
                    <a:gd name="GluePoint23X" fmla="*/ 44 w 55"/>
                    <a:gd name="GluePoint23Y" fmla="*/ 77 h 120"/>
                    <a:gd name="GluePoint24X" fmla="*/ 44 w 55"/>
                    <a:gd name="GluePoint24Y" fmla="*/ 110 h 120"/>
                    <a:gd name="GluePoint25X" fmla="*/ 44 w 55"/>
                    <a:gd name="GluePoint25Y" fmla="*/ 114 h 120"/>
                    <a:gd name="GluePoint26X" fmla="*/ 41 w 55"/>
                    <a:gd name="GluePoint26Y" fmla="*/ 120 h 120"/>
                    <a:gd name="GluePoint27X" fmla="*/ 32 w 55"/>
                    <a:gd name="GluePoint27Y" fmla="*/ 118 h 120"/>
                    <a:gd name="GluePoint28X" fmla="*/ 13 w 55"/>
                    <a:gd name="GluePoint28Y" fmla="*/ 91 h 120"/>
                    <a:gd name="GluePoint29X" fmla="*/ 12 w 55"/>
                    <a:gd name="GluePoint29Y" fmla="*/ 89 h 120"/>
                    <a:gd name="GluePoint30X" fmla="*/ 11 w 55"/>
                    <a:gd name="GluePoint30Y" fmla="*/ 89 h 120"/>
                    <a:gd name="GluePoint31X" fmla="*/ 24 w 55"/>
                    <a:gd name="GluePoint31Y" fmla="*/ 76 h 120"/>
                    <a:gd name="GluePoint32X" fmla="*/ 23 w 55"/>
                    <a:gd name="GluePoint32Y" fmla="*/ 74 h 120"/>
                    <a:gd name="GluePoint33X" fmla="*/ 27 w 55"/>
                    <a:gd name="GluePoint33Y" fmla="*/ 71 h 120"/>
                    <a:gd name="GluePoint34X" fmla="*/ 33 w 55"/>
                    <a:gd name="GluePoint34Y" fmla="*/ 67 h 120"/>
                    <a:gd name="GluePoint35X" fmla="*/ 32 w 55"/>
                    <a:gd name="GluePoint35Y" fmla="*/ 63 h 120"/>
                    <a:gd name="GluePoint36X" fmla="*/ 22 w 55"/>
                    <a:gd name="GluePoint36Y" fmla="*/ 52 h 120"/>
                    <a:gd name="GluePoint37X" fmla="*/ 18 w 55"/>
                    <a:gd name="GluePoint37Y" fmla="*/ 89 h 120"/>
                    <a:gd name="GluePoint38X" fmla="*/ 33 w 55"/>
                    <a:gd name="GluePoint38Y" fmla="*/ 107 h 120"/>
                    <a:gd name="GluePoint39X" fmla="*/ 35 w 55"/>
                    <a:gd name="GluePoint39Y" fmla="*/ 77 h 120"/>
                    <a:gd name="GluePoint40X" fmla="*/ 31 w 55"/>
                    <a:gd name="GluePoint40Y" fmla="*/ 75 h 120"/>
                    <a:gd name="GluePoint41X" fmla="*/ 24 w 55"/>
                    <a:gd name="GluePoint41Y" fmla="*/ 76 h 12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</a:cxnLst>
                  <a:rect l="textAreaLeft" t="textAreaTop" r="textAreaRight" b="textAreaBottom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213" name="组合 67"/>
              <p:cNvGrpSpPr/>
              <p:nvPr/>
            </p:nvGrpSpPr>
            <p:grpSpPr>
              <a:xfrm>
                <a:off x="7387920" y="5891400"/>
                <a:ext cx="393120" cy="496800"/>
                <a:chOff x="7387920" y="5891400"/>
                <a:chExt cx="393120" cy="496800"/>
              </a:xfrm>
            </p:grpSpPr>
            <p:sp>
              <p:nvSpPr>
                <p:cNvPr id="214" name="Freeform 13"/>
                <p:cNvSpPr/>
                <p:nvPr/>
              </p:nvSpPr>
              <p:spPr>
                <a:xfrm>
                  <a:off x="7387920" y="5891400"/>
                  <a:ext cx="393120" cy="469440"/>
                </a:xfrm>
                <a:custGeom>
                  <a:avLst/>
                  <a:gdLst>
                    <a:gd name="textAreaLeft" fmla="*/ 0 w 393120"/>
                    <a:gd name="textAreaRight" fmla="*/ 393480 w 393120"/>
                    <a:gd name="textAreaTop" fmla="*/ 0 h 469440"/>
                    <a:gd name="textAreaBottom" fmla="*/ 469800 h 469440"/>
                    <a:gd name="GluePoint1X" fmla="*/ 54 w 128"/>
                    <a:gd name="GluePoint1Y" fmla="*/ 76 h 154"/>
                    <a:gd name="GluePoint2X" fmla="*/ 66 w 128"/>
                    <a:gd name="GluePoint2Y" fmla="*/ 53 h 154"/>
                    <a:gd name="GluePoint3X" fmla="*/ 49 w 128"/>
                    <a:gd name="GluePoint3Y" fmla="*/ 47 h 154"/>
                    <a:gd name="GluePoint4X" fmla="*/ 64 w 128"/>
                    <a:gd name="GluePoint4Y" fmla="*/ 44 h 154"/>
                    <a:gd name="GluePoint5X" fmla="*/ 83 w 128"/>
                    <a:gd name="GluePoint5Y" fmla="*/ 6 h 154"/>
                    <a:gd name="GluePoint6X" fmla="*/ 91 w 128"/>
                    <a:gd name="GluePoint6Y" fmla="*/ 11 h 154"/>
                    <a:gd name="GluePoint7X" fmla="*/ 96 w 128"/>
                    <a:gd name="GluePoint7Y" fmla="*/ 36 h 154"/>
                    <a:gd name="GluePoint8X" fmla="*/ 106 w 128"/>
                    <a:gd name="GluePoint8Y" fmla="*/ 41 h 154"/>
                    <a:gd name="GluePoint9X" fmla="*/ 82 w 128"/>
                    <a:gd name="GluePoint9Y" fmla="*/ 50 h 154"/>
                    <a:gd name="GluePoint10X" fmla="*/ 71 w 128"/>
                    <a:gd name="GluePoint10Y" fmla="*/ 65 h 154"/>
                    <a:gd name="GluePoint11X" fmla="*/ 110 w 128"/>
                    <a:gd name="GluePoint11Y" fmla="*/ 74 h 154"/>
                    <a:gd name="GluePoint12X" fmla="*/ 101 w 128"/>
                    <a:gd name="GluePoint12Y" fmla="*/ 87 h 154"/>
                    <a:gd name="GluePoint13X" fmla="*/ 111 w 128"/>
                    <a:gd name="GluePoint13Y" fmla="*/ 98 h 154"/>
                    <a:gd name="GluePoint14X" fmla="*/ 92 w 128"/>
                    <a:gd name="GluePoint14Y" fmla="*/ 104 h 154"/>
                    <a:gd name="GluePoint15X" fmla="*/ 86 w 128"/>
                    <a:gd name="GluePoint15Y" fmla="*/ 116 h 154"/>
                    <a:gd name="GluePoint16X" fmla="*/ 124 w 128"/>
                    <a:gd name="GluePoint16Y" fmla="*/ 112 h 154"/>
                    <a:gd name="GluePoint17X" fmla="*/ 120 w 128"/>
                    <a:gd name="GluePoint17Y" fmla="*/ 122 h 154"/>
                    <a:gd name="GluePoint18X" fmla="*/ 111 w 128"/>
                    <a:gd name="GluePoint18Y" fmla="*/ 144 h 154"/>
                    <a:gd name="GluePoint19X" fmla="*/ 105 w 128"/>
                    <a:gd name="GluePoint19Y" fmla="*/ 153 h 154"/>
                    <a:gd name="GluePoint20X" fmla="*/ 55 w 128"/>
                    <a:gd name="GluePoint20Y" fmla="*/ 129 h 154"/>
                    <a:gd name="GluePoint21X" fmla="*/ 53 w 128"/>
                    <a:gd name="GluePoint21Y" fmla="*/ 121 h 154"/>
                    <a:gd name="GluePoint22X" fmla="*/ 61 w 128"/>
                    <a:gd name="GluePoint22Y" fmla="*/ 125 h 154"/>
                    <a:gd name="GluePoint23X" fmla="*/ 94 w 128"/>
                    <a:gd name="GluePoint23Y" fmla="*/ 140 h 154"/>
                    <a:gd name="GluePoint24X" fmla="*/ 85 w 128"/>
                    <a:gd name="GluePoint24Y" fmla="*/ 127 h 154"/>
                    <a:gd name="GluePoint25X" fmla="*/ 71 w 128"/>
                    <a:gd name="GluePoint25Y" fmla="*/ 108 h 154"/>
                    <a:gd name="GluePoint26X" fmla="*/ 52 w 128"/>
                    <a:gd name="GluePoint26Y" fmla="*/ 113 h 154"/>
                    <a:gd name="GluePoint27X" fmla="*/ 38 w 128"/>
                    <a:gd name="GluePoint27Y" fmla="*/ 97 h 154"/>
                    <a:gd name="GluePoint28X" fmla="*/ 51 w 128"/>
                    <a:gd name="GluePoint28Y" fmla="*/ 97 h 154"/>
                    <a:gd name="GluePoint29X" fmla="*/ 34 w 128"/>
                    <a:gd name="GluePoint29Y" fmla="*/ 93 h 154"/>
                    <a:gd name="GluePoint30X" fmla="*/ 35 w 128"/>
                    <a:gd name="GluePoint30Y" fmla="*/ 105 h 154"/>
                    <a:gd name="GluePoint31X" fmla="*/ 26 w 128"/>
                    <a:gd name="GluePoint31Y" fmla="*/ 154 h 154"/>
                    <a:gd name="GluePoint32X" fmla="*/ 20 w 128"/>
                    <a:gd name="GluePoint32Y" fmla="*/ 118 h 154"/>
                    <a:gd name="GluePoint33X" fmla="*/ 0 w 128"/>
                    <a:gd name="GluePoint33Y" fmla="*/ 103 h 154"/>
                    <a:gd name="GluePoint34X" fmla="*/ 19 w 128"/>
                    <a:gd name="GluePoint34Y" fmla="*/ 72 h 154"/>
                    <a:gd name="GluePoint35X" fmla="*/ 25 w 128"/>
                    <a:gd name="GluePoint35Y" fmla="*/ 51 h 154"/>
                    <a:gd name="GluePoint36X" fmla="*/ 39 w 128"/>
                    <a:gd name="GluePoint36Y" fmla="*/ 14 h 154"/>
                    <a:gd name="GluePoint37X" fmla="*/ 51 w 128"/>
                    <a:gd name="GluePoint37Y" fmla="*/ 24 h 154"/>
                    <a:gd name="GluePoint38X" fmla="*/ 39 w 128"/>
                    <a:gd name="GluePoint38Y" fmla="*/ 44 h 154"/>
                    <a:gd name="GluePoint39X" fmla="*/ 48 w 128"/>
                    <a:gd name="GluePoint39Y" fmla="*/ 73 h 154"/>
                    <a:gd name="GluePoint40X" fmla="*/ 81 w 128"/>
                    <a:gd name="GluePoint40Y" fmla="*/ 90 h 154"/>
                    <a:gd name="GluePoint41X" fmla="*/ 92 w 128"/>
                    <a:gd name="GluePoint41Y" fmla="*/ 71 h 154"/>
                    <a:gd name="GluePoint42X" fmla="*/ 81 w 128"/>
                    <a:gd name="GluePoint42Y" fmla="*/ 80 h 154"/>
                    <a:gd name="GluePoint43X" fmla="*/ 76 w 128"/>
                    <a:gd name="GluePoint43Y" fmla="*/ 73 h 154"/>
                    <a:gd name="GluePoint44X" fmla="*/ 67 w 128"/>
                    <a:gd name="GluePoint44Y" fmla="*/ 79 h 154"/>
                    <a:gd name="GluePoint45X" fmla="*/ 76 w 128"/>
                    <a:gd name="GluePoint45Y" fmla="*/ 73 h 154"/>
                    <a:gd name="GluePoint46X" fmla="*/ 56 w 128"/>
                    <a:gd name="GluePoint46Y" fmla="*/ 88 h 154"/>
                    <a:gd name="GluePoint47X" fmla="*/ 63 w 128"/>
                    <a:gd name="GluePoint47Y" fmla="*/ 81 h 154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</a:cxnLst>
                  <a:rect l="textAreaLeft" t="textAreaTop" r="textAreaRight" b="textAreaBottom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215" name="Freeform 14"/>
                <p:cNvSpPr/>
                <p:nvPr/>
              </p:nvSpPr>
              <p:spPr>
                <a:xfrm>
                  <a:off x="7495920" y="6257880"/>
                  <a:ext cx="48600" cy="130320"/>
                </a:xfrm>
                <a:custGeom>
                  <a:avLst/>
                  <a:gdLst>
                    <a:gd name="textAreaLeft" fmla="*/ 0 w 48600"/>
                    <a:gd name="textAreaRight" fmla="*/ 48960 w 48600"/>
                    <a:gd name="textAreaTop" fmla="*/ 0 h 130320"/>
                    <a:gd name="textAreaBottom" fmla="*/ 130680 h 130320"/>
                    <a:gd name="GluePoint1X" fmla="*/ 9 w 16"/>
                    <a:gd name="GluePoint1Y" fmla="*/ 0 h 43"/>
                    <a:gd name="GluePoint2X" fmla="*/ 15 w 16"/>
                    <a:gd name="GluePoint2Y" fmla="*/ 11 h 43"/>
                    <a:gd name="GluePoint3X" fmla="*/ 9 w 16"/>
                    <a:gd name="GluePoint3Y" fmla="*/ 43 h 43"/>
                    <a:gd name="GluePoint4X" fmla="*/ 2 w 16"/>
                    <a:gd name="GluePoint4Y" fmla="*/ 39 h 43"/>
                    <a:gd name="GluePoint5X" fmla="*/ 0 w 16"/>
                    <a:gd name="GluePoint5Y" fmla="*/ 35 h 43"/>
                    <a:gd name="GluePoint6X" fmla="*/ 9 w 16"/>
                    <a:gd name="GluePoint6Y" fmla="*/ 0 h 4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34200" rIns="3420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216" name="组合 68"/>
              <p:cNvGrpSpPr/>
              <p:nvPr/>
            </p:nvGrpSpPr>
            <p:grpSpPr>
              <a:xfrm>
                <a:off x="7921080" y="6033600"/>
                <a:ext cx="263520" cy="227160"/>
                <a:chOff x="7921080" y="6033600"/>
                <a:chExt cx="263520" cy="227160"/>
              </a:xfrm>
            </p:grpSpPr>
            <p:sp>
              <p:nvSpPr>
                <p:cNvPr id="217" name="Freeform 18"/>
                <p:cNvSpPr/>
                <p:nvPr/>
              </p:nvSpPr>
              <p:spPr>
                <a:xfrm>
                  <a:off x="8009640" y="6033600"/>
                  <a:ext cx="174960" cy="227160"/>
                </a:xfrm>
                <a:custGeom>
                  <a:avLst/>
                  <a:gdLst>
                    <a:gd name="textAreaLeft" fmla="*/ 0 w 174960"/>
                    <a:gd name="textAreaRight" fmla="*/ 175320 w 174960"/>
                    <a:gd name="textAreaTop" fmla="*/ 0 h 227160"/>
                    <a:gd name="textAreaBottom" fmla="*/ 227520 h 227160"/>
                    <a:gd name="GluePoint1X" fmla="*/ 49 w 57"/>
                    <a:gd name="GluePoint1Y" fmla="*/ 74 h 75"/>
                    <a:gd name="GluePoint2X" fmla="*/ 40 w 57"/>
                    <a:gd name="GluePoint2Y" fmla="*/ 67 h 75"/>
                    <a:gd name="GluePoint3X" fmla="*/ 33 w 57"/>
                    <a:gd name="GluePoint3Y" fmla="*/ 48 h 75"/>
                    <a:gd name="GluePoint4X" fmla="*/ 27 w 57"/>
                    <a:gd name="GluePoint4Y" fmla="*/ 46 h 75"/>
                    <a:gd name="GluePoint5X" fmla="*/ 11 w 57"/>
                    <a:gd name="GluePoint5Y" fmla="*/ 60 h 75"/>
                    <a:gd name="GluePoint6X" fmla="*/ 5 w 57"/>
                    <a:gd name="GluePoint6Y" fmla="*/ 60 h 75"/>
                    <a:gd name="GluePoint7X" fmla="*/ 6 w 57"/>
                    <a:gd name="GluePoint7Y" fmla="*/ 46 h 75"/>
                    <a:gd name="GluePoint8X" fmla="*/ 27 w 57"/>
                    <a:gd name="GluePoint8Y" fmla="*/ 26 h 75"/>
                    <a:gd name="GluePoint9X" fmla="*/ 40 w 57"/>
                    <a:gd name="GluePoint9Y" fmla="*/ 10 h 75"/>
                    <a:gd name="GluePoint10X" fmla="*/ 41 w 57"/>
                    <a:gd name="GluePoint10Y" fmla="*/ 6 h 75"/>
                    <a:gd name="GluePoint11X" fmla="*/ 45 w 57"/>
                    <a:gd name="GluePoint11Y" fmla="*/ 0 h 75"/>
                    <a:gd name="GluePoint12X" fmla="*/ 53 w 57"/>
                    <a:gd name="GluePoint12Y" fmla="*/ 3 h 75"/>
                    <a:gd name="GluePoint13X" fmla="*/ 53 w 57"/>
                    <a:gd name="GluePoint13Y" fmla="*/ 20 h 75"/>
                    <a:gd name="GluePoint14X" fmla="*/ 37 w 57"/>
                    <a:gd name="GluePoint14Y" fmla="*/ 38 h 75"/>
                    <a:gd name="GluePoint15X" fmla="*/ 49 w 57"/>
                    <a:gd name="GluePoint15Y" fmla="*/ 74 h 7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218" name="Freeform 19"/>
                <p:cNvSpPr/>
                <p:nvPr/>
              </p:nvSpPr>
              <p:spPr>
                <a:xfrm>
                  <a:off x="7921080" y="6090480"/>
                  <a:ext cx="88200" cy="168120"/>
                </a:xfrm>
                <a:custGeom>
                  <a:avLst/>
                  <a:gdLst>
                    <a:gd name="textAreaLeft" fmla="*/ 0 w 88200"/>
                    <a:gd name="textAreaRight" fmla="*/ 88560 w 88200"/>
                    <a:gd name="textAreaTop" fmla="*/ 0 h 168120"/>
                    <a:gd name="textAreaBottom" fmla="*/ 168480 h 168120"/>
                    <a:gd name="GluePoint1X" fmla="*/ 12 w 29"/>
                    <a:gd name="GluePoint1Y" fmla="*/ 30 h 55"/>
                    <a:gd name="GluePoint2X" fmla="*/ 20 w 29"/>
                    <a:gd name="GluePoint2Y" fmla="*/ 7 h 55"/>
                    <a:gd name="GluePoint3X" fmla="*/ 25 w 29"/>
                    <a:gd name="GluePoint3Y" fmla="*/ 1 h 55"/>
                    <a:gd name="GluePoint4X" fmla="*/ 26 w 29"/>
                    <a:gd name="GluePoint4Y" fmla="*/ 9 h 55"/>
                    <a:gd name="GluePoint5X" fmla="*/ 16 w 29"/>
                    <a:gd name="GluePoint5Y" fmla="*/ 39 h 55"/>
                    <a:gd name="GluePoint6X" fmla="*/ 13 w 29"/>
                    <a:gd name="GluePoint6Y" fmla="*/ 52 h 55"/>
                    <a:gd name="GluePoint7X" fmla="*/ 7 w 29"/>
                    <a:gd name="GluePoint7Y" fmla="*/ 54 h 55"/>
                    <a:gd name="GluePoint8X" fmla="*/ 2 w 29"/>
                    <a:gd name="GluePoint8Y" fmla="*/ 41 h 55"/>
                    <a:gd name="GluePoint9X" fmla="*/ 3 w 29"/>
                    <a:gd name="GluePoint9Y" fmla="*/ 32 h 55"/>
                    <a:gd name="GluePoint10X" fmla="*/ 2 w 29"/>
                    <a:gd name="GluePoint10Y" fmla="*/ 6 h 55"/>
                    <a:gd name="GluePoint11X" fmla="*/ 6 w 29"/>
                    <a:gd name="GluePoint11Y" fmla="*/ 5 h 55"/>
                    <a:gd name="GluePoint12X" fmla="*/ 10 w 29"/>
                    <a:gd name="GluePoint12Y" fmla="*/ 14 h 55"/>
                    <a:gd name="GluePoint13X" fmla="*/ 11 w 29"/>
                    <a:gd name="GluePoint13Y" fmla="*/ 30 h 55"/>
                    <a:gd name="GluePoint14X" fmla="*/ 12 w 29"/>
                    <a:gd name="GluePoint14Y" fmla="*/ 30 h 5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61920" rIns="619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219" name="Freeform 20"/>
                <p:cNvSpPr/>
                <p:nvPr/>
              </p:nvSpPr>
              <p:spPr>
                <a:xfrm>
                  <a:off x="7973280" y="6035760"/>
                  <a:ext cx="81360" cy="51840"/>
                </a:xfrm>
                <a:custGeom>
                  <a:avLst/>
                  <a:gdLst>
                    <a:gd name="textAreaLeft" fmla="*/ 0 w 81360"/>
                    <a:gd name="textAreaRight" fmla="*/ 81720 w 81360"/>
                    <a:gd name="textAreaTop" fmla="*/ 0 h 51840"/>
                    <a:gd name="textAreaBottom" fmla="*/ 52200 h 51840"/>
                    <a:gd name="GluePoint1X" fmla="*/ 27 w 27"/>
                    <a:gd name="GluePoint1Y" fmla="*/ 1 h 17"/>
                    <a:gd name="GluePoint2X" fmla="*/ 16 w 27"/>
                    <a:gd name="GluePoint2Y" fmla="*/ 14 h 17"/>
                    <a:gd name="GluePoint3X" fmla="*/ 5 w 27"/>
                    <a:gd name="GluePoint3Y" fmla="*/ 13 h 17"/>
                    <a:gd name="GluePoint4X" fmla="*/ 0 w 27"/>
                    <a:gd name="GluePoint4Y" fmla="*/ 4 h 17"/>
                    <a:gd name="GluePoint5X" fmla="*/ 9 w 27"/>
                    <a:gd name="GluePoint5Y" fmla="*/ 2 h 17"/>
                    <a:gd name="GluePoint6X" fmla="*/ 27 w 27"/>
                    <a:gd name="GluePoint6Y" fmla="*/ 0 h 17"/>
                    <a:gd name="GluePoint7X" fmla="*/ 27 w 27"/>
                    <a:gd name="GluePoint7Y" fmla="*/ 1 h 1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</a:cxnLst>
                  <a:rect l="textAreaLeft" t="textAreaTop" r="textAreaRight" b="textAreaBottom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7240" tIns="25920" rIns="57240" bIns="259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220" name="组合 69"/>
              <p:cNvGrpSpPr/>
              <p:nvPr/>
            </p:nvGrpSpPr>
            <p:grpSpPr>
              <a:xfrm>
                <a:off x="8878680" y="5992200"/>
                <a:ext cx="302400" cy="301320"/>
                <a:chOff x="8878680" y="5992200"/>
                <a:chExt cx="302400" cy="301320"/>
              </a:xfrm>
            </p:grpSpPr>
            <p:sp>
              <p:nvSpPr>
                <p:cNvPr id="221" name="Freeform 11"/>
                <p:cNvSpPr/>
                <p:nvPr/>
              </p:nvSpPr>
              <p:spPr>
                <a:xfrm>
                  <a:off x="8969760" y="5992200"/>
                  <a:ext cx="211320" cy="295920"/>
                </a:xfrm>
                <a:custGeom>
                  <a:avLst/>
                  <a:gdLst>
                    <a:gd name="textAreaLeft" fmla="*/ 0 w 211320"/>
                    <a:gd name="textAreaRight" fmla="*/ 211680 w 211320"/>
                    <a:gd name="textAreaTop" fmla="*/ 0 h 295920"/>
                    <a:gd name="textAreaBottom" fmla="*/ 296280 h 295920"/>
                    <a:gd name="GluePoint1X" fmla="*/ 29 w 72"/>
                    <a:gd name="GluePoint1Y" fmla="*/ 49 h 102"/>
                    <a:gd name="GluePoint2X" fmla="*/ 15 w 72"/>
                    <a:gd name="GluePoint2Y" fmla="*/ 43 h 102"/>
                    <a:gd name="GluePoint3X" fmla="*/ 10 w 72"/>
                    <a:gd name="GluePoint3Y" fmla="*/ 21 h 102"/>
                    <a:gd name="GluePoint4X" fmla="*/ 13 w 72"/>
                    <a:gd name="GluePoint4Y" fmla="*/ 15 h 102"/>
                    <a:gd name="GluePoint5X" fmla="*/ 19 w 72"/>
                    <a:gd name="GluePoint5Y" fmla="*/ 18 h 102"/>
                    <a:gd name="GluePoint6X" fmla="*/ 20 w 72"/>
                    <a:gd name="GluePoint6Y" fmla="*/ 26 h 102"/>
                    <a:gd name="GluePoint7X" fmla="*/ 35 w 72"/>
                    <a:gd name="GluePoint7Y" fmla="*/ 22 h 102"/>
                    <a:gd name="GluePoint8X" fmla="*/ 40 w 72"/>
                    <a:gd name="GluePoint8Y" fmla="*/ 16 h 102"/>
                    <a:gd name="GluePoint9X" fmla="*/ 43 w 72"/>
                    <a:gd name="GluePoint9Y" fmla="*/ 14 h 102"/>
                    <a:gd name="GluePoint10X" fmla="*/ 44 w 72"/>
                    <a:gd name="GluePoint10Y" fmla="*/ 19 h 102"/>
                    <a:gd name="GluePoint11X" fmla="*/ 43 w 72"/>
                    <a:gd name="GluePoint11Y" fmla="*/ 28 h 102"/>
                    <a:gd name="GluePoint12X" fmla="*/ 36 w 72"/>
                    <a:gd name="GluePoint12Y" fmla="*/ 40 h 102"/>
                    <a:gd name="GluePoint13X" fmla="*/ 37 w 72"/>
                    <a:gd name="GluePoint13Y" fmla="*/ 42 h 102"/>
                    <a:gd name="GluePoint14X" fmla="*/ 44 w 72"/>
                    <a:gd name="GluePoint14Y" fmla="*/ 38 h 102"/>
                    <a:gd name="GluePoint15X" fmla="*/ 56 w 72"/>
                    <a:gd name="GluePoint15Y" fmla="*/ 20 h 102"/>
                    <a:gd name="GluePoint16X" fmla="*/ 49 w 72"/>
                    <a:gd name="GluePoint16Y" fmla="*/ 9 h 102"/>
                    <a:gd name="GluePoint17X" fmla="*/ 28 w 72"/>
                    <a:gd name="GluePoint17Y" fmla="*/ 14 h 102"/>
                    <a:gd name="GluePoint18X" fmla="*/ 20 w 72"/>
                    <a:gd name="GluePoint18Y" fmla="*/ 13 h 102"/>
                    <a:gd name="GluePoint19X" fmla="*/ 22 w 72"/>
                    <a:gd name="GluePoint19Y" fmla="*/ 6 h 102"/>
                    <a:gd name="GluePoint20X" fmla="*/ 50 w 72"/>
                    <a:gd name="GluePoint20Y" fmla="*/ 1 h 102"/>
                    <a:gd name="GluePoint21X" fmla="*/ 68 w 72"/>
                    <a:gd name="GluePoint21Y" fmla="*/ 12 h 102"/>
                    <a:gd name="GluePoint22X" fmla="*/ 67 w 72"/>
                    <a:gd name="GluePoint22Y" fmla="*/ 24 h 102"/>
                    <a:gd name="GluePoint23X" fmla="*/ 49 w 72"/>
                    <a:gd name="GluePoint23Y" fmla="*/ 48 h 102"/>
                    <a:gd name="GluePoint24X" fmla="*/ 42 w 72"/>
                    <a:gd name="GluePoint24Y" fmla="*/ 49 h 102"/>
                    <a:gd name="GluePoint25X" fmla="*/ 37 w 72"/>
                    <a:gd name="GluePoint25Y" fmla="*/ 47 h 102"/>
                    <a:gd name="GluePoint26X" fmla="*/ 35 w 72"/>
                    <a:gd name="GluePoint26Y" fmla="*/ 52 h 102"/>
                    <a:gd name="GluePoint27X" fmla="*/ 41 w 72"/>
                    <a:gd name="GluePoint27Y" fmla="*/ 58 h 102"/>
                    <a:gd name="GluePoint28X" fmla="*/ 48 w 72"/>
                    <a:gd name="GluePoint28Y" fmla="*/ 57 h 102"/>
                    <a:gd name="GluePoint29X" fmla="*/ 53 w 72"/>
                    <a:gd name="GluePoint29Y" fmla="*/ 59 h 102"/>
                    <a:gd name="GluePoint30X" fmla="*/ 53 w 72"/>
                    <a:gd name="GluePoint30Y" fmla="*/ 66 h 102"/>
                    <a:gd name="GluePoint31X" fmla="*/ 48 w 72"/>
                    <a:gd name="GluePoint31Y" fmla="*/ 70 h 102"/>
                    <a:gd name="GluePoint32X" fmla="*/ 37 w 72"/>
                    <a:gd name="GluePoint32Y" fmla="*/ 81 h 102"/>
                    <a:gd name="GluePoint33X" fmla="*/ 45 w 72"/>
                    <a:gd name="GluePoint33Y" fmla="*/ 81 h 102"/>
                    <a:gd name="GluePoint34X" fmla="*/ 57 w 72"/>
                    <a:gd name="GluePoint34Y" fmla="*/ 89 h 102"/>
                    <a:gd name="GluePoint35X" fmla="*/ 51 w 72"/>
                    <a:gd name="GluePoint35Y" fmla="*/ 98 h 102"/>
                    <a:gd name="GluePoint36X" fmla="*/ 26 w 72"/>
                    <a:gd name="GluePoint36Y" fmla="*/ 101 h 102"/>
                    <a:gd name="GluePoint37X" fmla="*/ 17 w 72"/>
                    <a:gd name="GluePoint37Y" fmla="*/ 96 h 102"/>
                    <a:gd name="GluePoint38X" fmla="*/ 15 w 72"/>
                    <a:gd name="GluePoint38Y" fmla="*/ 94 h 102"/>
                    <a:gd name="GluePoint39X" fmla="*/ 19 w 72"/>
                    <a:gd name="GluePoint39Y" fmla="*/ 77 h 102"/>
                    <a:gd name="GluePoint40X" fmla="*/ 27 w 72"/>
                    <a:gd name="GluePoint40Y" fmla="*/ 70 h 102"/>
                    <a:gd name="GluePoint41X" fmla="*/ 27 w 72"/>
                    <a:gd name="GluePoint41Y" fmla="*/ 69 h 102"/>
                    <a:gd name="GluePoint42X" fmla="*/ 21 w 72"/>
                    <a:gd name="GluePoint42Y" fmla="*/ 71 h 102"/>
                    <a:gd name="GluePoint43X" fmla="*/ 9 w 72"/>
                    <a:gd name="GluePoint43Y" fmla="*/ 76 h 102"/>
                    <a:gd name="GluePoint44X" fmla="*/ 3 w 72"/>
                    <a:gd name="GluePoint44Y" fmla="*/ 75 h 102"/>
                    <a:gd name="GluePoint45X" fmla="*/ 4 w 72"/>
                    <a:gd name="GluePoint45Y" fmla="*/ 69 h 102"/>
                    <a:gd name="GluePoint46X" fmla="*/ 26 w 72"/>
                    <a:gd name="GluePoint46Y" fmla="*/ 60 h 102"/>
                    <a:gd name="GluePoint47X" fmla="*/ 28 w 72"/>
                    <a:gd name="GluePoint47Y" fmla="*/ 57 h 102"/>
                    <a:gd name="GluePoint48X" fmla="*/ 29 w 72"/>
                    <a:gd name="GluePoint48Y" fmla="*/ 49 h 102"/>
                    <a:gd name="GluePoint49X" fmla="*/ 34 w 72"/>
                    <a:gd name="GluePoint49Y" fmla="*/ 29 h 102"/>
                    <a:gd name="GluePoint50X" fmla="*/ 33 w 72"/>
                    <a:gd name="GluePoint50Y" fmla="*/ 28 h 102"/>
                    <a:gd name="GluePoint51X" fmla="*/ 26 w 72"/>
                    <a:gd name="GluePoint51Y" fmla="*/ 32 h 102"/>
                    <a:gd name="GluePoint52X" fmla="*/ 23 w 72"/>
                    <a:gd name="GluePoint52Y" fmla="*/ 36 h 102"/>
                    <a:gd name="GluePoint53X" fmla="*/ 26 w 72"/>
                    <a:gd name="GluePoint53Y" fmla="*/ 42 h 102"/>
                    <a:gd name="GluePoint54X" fmla="*/ 31 w 72"/>
                    <a:gd name="GluePoint54Y" fmla="*/ 40 h 102"/>
                    <a:gd name="GluePoint55X" fmla="*/ 34 w 72"/>
                    <a:gd name="GluePoint55Y" fmla="*/ 29 h 10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  <a:cxn ang="0">
                      <a:pos x="GluePoint50X" y="GluePoint50Y"/>
                    </a:cxn>
                    <a:cxn ang="0">
                      <a:pos x="GluePoint51X" y="GluePoint51Y"/>
                    </a:cxn>
                    <a:cxn ang="0">
                      <a:pos x="GluePoint52X" y="GluePoint52Y"/>
                    </a:cxn>
                    <a:cxn ang="0">
                      <a:pos x="GluePoint53X" y="GluePoint53Y"/>
                    </a:cxn>
                    <a:cxn ang="0">
                      <a:pos x="GluePoint54X" y="GluePoint54Y"/>
                    </a:cxn>
                    <a:cxn ang="0">
                      <a:pos x="GluePoint55X" y="GluePoint55Y"/>
                    </a:cxn>
                  </a:cxnLst>
                  <a:rect l="textAreaLeft" t="textAreaTop" r="textAreaRight" b="textAreaBottom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222" name="Freeform 12"/>
                <p:cNvSpPr/>
                <p:nvPr/>
              </p:nvSpPr>
              <p:spPr>
                <a:xfrm>
                  <a:off x="8878680" y="6008400"/>
                  <a:ext cx="113760" cy="285120"/>
                </a:xfrm>
                <a:custGeom>
                  <a:avLst/>
                  <a:gdLst>
                    <a:gd name="textAreaLeft" fmla="*/ 0 w 113760"/>
                    <a:gd name="textAreaRight" fmla="*/ 114120 w 113760"/>
                    <a:gd name="textAreaTop" fmla="*/ 0 h 285120"/>
                    <a:gd name="textAreaBottom" fmla="*/ 285480 h 285120"/>
                    <a:gd name="GluePoint1X" fmla="*/ 30 w 39"/>
                    <a:gd name="GluePoint1Y" fmla="*/ 44 h 98"/>
                    <a:gd name="GluePoint2X" fmla="*/ 36 w 39"/>
                    <a:gd name="GluePoint2Y" fmla="*/ 34 h 98"/>
                    <a:gd name="GluePoint3X" fmla="*/ 37 w 39"/>
                    <a:gd name="GluePoint3Y" fmla="*/ 51 h 98"/>
                    <a:gd name="GluePoint4X" fmla="*/ 25 w 39"/>
                    <a:gd name="GluePoint4Y" fmla="*/ 82 h 98"/>
                    <a:gd name="GluePoint5X" fmla="*/ 21 w 39"/>
                    <a:gd name="GluePoint5Y" fmla="*/ 98 h 98"/>
                    <a:gd name="GluePoint6X" fmla="*/ 13 w 39"/>
                    <a:gd name="GluePoint6Y" fmla="*/ 96 h 98"/>
                    <a:gd name="GluePoint7X" fmla="*/ 5 w 39"/>
                    <a:gd name="GluePoint7Y" fmla="*/ 83 h 98"/>
                    <a:gd name="GluePoint8X" fmla="*/ 11 w 39"/>
                    <a:gd name="GluePoint8Y" fmla="*/ 62 h 98"/>
                    <a:gd name="GluePoint9X" fmla="*/ 9 w 39"/>
                    <a:gd name="GluePoint9Y" fmla="*/ 43 h 98"/>
                    <a:gd name="GluePoint10X" fmla="*/ 12 w 39"/>
                    <a:gd name="GluePoint10Y" fmla="*/ 38 h 98"/>
                    <a:gd name="GluePoint11X" fmla="*/ 18 w 39"/>
                    <a:gd name="GluePoint11Y" fmla="*/ 33 h 98"/>
                    <a:gd name="GluePoint12X" fmla="*/ 23 w 39"/>
                    <a:gd name="GluePoint12Y" fmla="*/ 12 h 98"/>
                    <a:gd name="GluePoint13X" fmla="*/ 11 w 39"/>
                    <a:gd name="GluePoint13Y" fmla="*/ 16 h 98"/>
                    <a:gd name="GluePoint14X" fmla="*/ 2 w 39"/>
                    <a:gd name="GluePoint14Y" fmla="*/ 16 h 98"/>
                    <a:gd name="GluePoint15X" fmla="*/ 0 w 39"/>
                    <a:gd name="GluePoint15Y" fmla="*/ 12 h 98"/>
                    <a:gd name="GluePoint16X" fmla="*/ 3 w 39"/>
                    <a:gd name="GluePoint16Y" fmla="*/ 10 h 98"/>
                    <a:gd name="GluePoint17X" fmla="*/ 16 w 39"/>
                    <a:gd name="GluePoint17Y" fmla="*/ 7 h 98"/>
                    <a:gd name="GluePoint18X" fmla="*/ 26 w 39"/>
                    <a:gd name="GluePoint18Y" fmla="*/ 2 h 98"/>
                    <a:gd name="GluePoint19X" fmla="*/ 32 w 39"/>
                    <a:gd name="GluePoint19Y" fmla="*/ 1 h 98"/>
                    <a:gd name="GluePoint20X" fmla="*/ 35 w 39"/>
                    <a:gd name="GluePoint20Y" fmla="*/ 9 h 98"/>
                    <a:gd name="GluePoint21X" fmla="*/ 34 w 39"/>
                    <a:gd name="GluePoint21Y" fmla="*/ 11 h 98"/>
                    <a:gd name="GluePoint22X" fmla="*/ 27 w 39"/>
                    <a:gd name="GluePoint22Y" fmla="*/ 38 h 98"/>
                    <a:gd name="GluePoint23X" fmla="*/ 28 w 39"/>
                    <a:gd name="GluePoint23Y" fmla="*/ 44 h 98"/>
                    <a:gd name="GluePoint24X" fmla="*/ 30 w 39"/>
                    <a:gd name="GluePoint24Y" fmla="*/ 44 h 9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</a:cxnLst>
                  <a:rect l="textAreaLeft" t="textAreaTop" r="textAreaRight" b="textAreaBottom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1840" rIns="5184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</p:grp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封面样式4-首页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图片 38"/>
          <p:cNvPicPr/>
          <p:nvPr/>
        </p:nvPicPr>
        <p:blipFill>
          <a:blip r:embed="rId2"/>
          <a:stretch/>
        </p:blipFill>
        <p:spPr>
          <a:xfrm>
            <a:off x="4768920" y="7560"/>
            <a:ext cx="7422840" cy="685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矩形 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006C39"/>
              </a:gs>
              <a:gs pos="50000">
                <a:srgbClr val="006C39"/>
              </a:gs>
              <a:gs pos="100000">
                <a:srgbClr val="006C39">
                  <a:alpha val="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pic>
        <p:nvPicPr>
          <p:cNvPr id="225" name="图片 39"/>
          <p:cNvPicPr/>
          <p:nvPr/>
        </p:nvPicPr>
        <p:blipFill>
          <a:blip r:embed="rId3"/>
          <a:stretch/>
        </p:blipFill>
        <p:spPr>
          <a:xfrm>
            <a:off x="540360" y="479520"/>
            <a:ext cx="2202840" cy="616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26" name="组合 40"/>
          <p:cNvGrpSpPr/>
          <p:nvPr/>
        </p:nvGrpSpPr>
        <p:grpSpPr>
          <a:xfrm>
            <a:off x="691920" y="5891400"/>
            <a:ext cx="4041000" cy="496800"/>
            <a:chOff x="691920" y="5891400"/>
            <a:chExt cx="4041000" cy="496800"/>
          </a:xfrm>
        </p:grpSpPr>
        <p:grpSp>
          <p:nvGrpSpPr>
            <p:cNvPr id="227" name="组合 41"/>
            <p:cNvGrpSpPr/>
            <p:nvPr/>
          </p:nvGrpSpPr>
          <p:grpSpPr>
            <a:xfrm>
              <a:off x="3017880" y="5897160"/>
              <a:ext cx="1715040" cy="486360"/>
              <a:chOff x="3017880" y="5897160"/>
              <a:chExt cx="1715040" cy="486360"/>
            </a:xfrm>
          </p:grpSpPr>
          <p:sp>
            <p:nvSpPr>
              <p:cNvPr id="228" name="Freeform 5"/>
              <p:cNvSpPr/>
              <p:nvPr/>
            </p:nvSpPr>
            <p:spPr>
              <a:xfrm>
                <a:off x="3965400" y="5928120"/>
                <a:ext cx="383040" cy="432000"/>
              </a:xfrm>
              <a:custGeom>
                <a:avLst/>
                <a:gdLst>
                  <a:gd name="textAreaLeft" fmla="*/ 0 w 383040"/>
                  <a:gd name="textAreaRight" fmla="*/ 383400 w 383040"/>
                  <a:gd name="textAreaTop" fmla="*/ 0 h 432000"/>
                  <a:gd name="textAreaBottom" fmla="*/ 432360 h 432000"/>
                  <a:gd name="GluePoint1X" fmla="*/ 41 w 125"/>
                  <a:gd name="GluePoint1Y" fmla="*/ 16 h 142"/>
                  <a:gd name="GluePoint2X" fmla="*/ 49 w 125"/>
                  <a:gd name="GluePoint2Y" fmla="*/ 3 h 142"/>
                  <a:gd name="GluePoint3X" fmla="*/ 62 w 125"/>
                  <a:gd name="GluePoint3Y" fmla="*/ 20 h 142"/>
                  <a:gd name="GluePoint4X" fmla="*/ 64 w 125"/>
                  <a:gd name="GluePoint4Y" fmla="*/ 33 h 142"/>
                  <a:gd name="GluePoint5X" fmla="*/ 50 w 125"/>
                  <a:gd name="GluePoint5Y" fmla="*/ 34 h 142"/>
                  <a:gd name="GluePoint6X" fmla="*/ 58 w 125"/>
                  <a:gd name="GluePoint6Y" fmla="*/ 58 h 142"/>
                  <a:gd name="GluePoint7X" fmla="*/ 75 w 125"/>
                  <a:gd name="GluePoint7Y" fmla="*/ 59 h 142"/>
                  <a:gd name="GluePoint8X" fmla="*/ 71 w 125"/>
                  <a:gd name="GluePoint8Y" fmla="*/ 50 h 142"/>
                  <a:gd name="GluePoint9X" fmla="*/ 81 w 125"/>
                  <a:gd name="GluePoint9Y" fmla="*/ 47 h 142"/>
                  <a:gd name="GluePoint10X" fmla="*/ 65 w 125"/>
                  <a:gd name="GluePoint10Y" fmla="*/ 42 h 142"/>
                  <a:gd name="GluePoint11X" fmla="*/ 63 w 125"/>
                  <a:gd name="GluePoint11Y" fmla="*/ 37 h 142"/>
                  <a:gd name="GluePoint12X" fmla="*/ 85 w 125"/>
                  <a:gd name="GluePoint12Y" fmla="*/ 27 h 142"/>
                  <a:gd name="GluePoint13X" fmla="*/ 93 w 125"/>
                  <a:gd name="GluePoint13Y" fmla="*/ 2 h 142"/>
                  <a:gd name="GluePoint14X" fmla="*/ 99 w 125"/>
                  <a:gd name="GluePoint14Y" fmla="*/ 5 h 142"/>
                  <a:gd name="GluePoint15X" fmla="*/ 111 w 125"/>
                  <a:gd name="GluePoint15Y" fmla="*/ 30 h 142"/>
                  <a:gd name="GluePoint16X" fmla="*/ 102 w 125"/>
                  <a:gd name="GluePoint16Y" fmla="*/ 34 h 142"/>
                  <a:gd name="GluePoint17X" fmla="*/ 95 w 125"/>
                  <a:gd name="GluePoint17Y" fmla="*/ 59 h 142"/>
                  <a:gd name="GluePoint18X" fmla="*/ 123 w 125"/>
                  <a:gd name="GluePoint18Y" fmla="*/ 61 h 142"/>
                  <a:gd name="GluePoint19X" fmla="*/ 110 w 125"/>
                  <a:gd name="GluePoint19Y" fmla="*/ 71 h 142"/>
                  <a:gd name="GluePoint20X" fmla="*/ 104 w 125"/>
                  <a:gd name="GluePoint20Y" fmla="*/ 82 h 142"/>
                  <a:gd name="GluePoint21X" fmla="*/ 112 w 125"/>
                  <a:gd name="GluePoint21Y" fmla="*/ 134 h 142"/>
                  <a:gd name="GluePoint22X" fmla="*/ 102 w 125"/>
                  <a:gd name="GluePoint22Y" fmla="*/ 140 h 142"/>
                  <a:gd name="GluePoint23X" fmla="*/ 89 w 125"/>
                  <a:gd name="GluePoint23Y" fmla="*/ 123 h 142"/>
                  <a:gd name="GluePoint24X" fmla="*/ 101 w 125"/>
                  <a:gd name="GluePoint24Y" fmla="*/ 128 h 142"/>
                  <a:gd name="GluePoint25X" fmla="*/ 101 w 125"/>
                  <a:gd name="GluePoint25Y" fmla="*/ 92 h 142"/>
                  <a:gd name="GluePoint26X" fmla="*/ 97 w 125"/>
                  <a:gd name="GluePoint26Y" fmla="*/ 99 h 142"/>
                  <a:gd name="GluePoint27X" fmla="*/ 90 w 125"/>
                  <a:gd name="GluePoint27Y" fmla="*/ 103 h 142"/>
                  <a:gd name="GluePoint28X" fmla="*/ 86 w 125"/>
                  <a:gd name="GluePoint28Y" fmla="*/ 110 h 142"/>
                  <a:gd name="GluePoint29X" fmla="*/ 81 w 125"/>
                  <a:gd name="GluePoint29Y" fmla="*/ 120 h 142"/>
                  <a:gd name="GluePoint30X" fmla="*/ 88 w 125"/>
                  <a:gd name="GluePoint30Y" fmla="*/ 71 h 142"/>
                  <a:gd name="GluePoint31X" fmla="*/ 60 w 125"/>
                  <a:gd name="GluePoint31Y" fmla="*/ 87 h 142"/>
                  <a:gd name="GluePoint32X" fmla="*/ 53 w 125"/>
                  <a:gd name="GluePoint32Y" fmla="*/ 89 h 142"/>
                  <a:gd name="GluePoint33X" fmla="*/ 51 w 125"/>
                  <a:gd name="GluePoint33Y" fmla="*/ 128 h 142"/>
                  <a:gd name="GluePoint34X" fmla="*/ 43 w 125"/>
                  <a:gd name="GluePoint34Y" fmla="*/ 134 h 142"/>
                  <a:gd name="GluePoint35X" fmla="*/ 39 w 125"/>
                  <a:gd name="GluePoint35Y" fmla="*/ 107 h 142"/>
                  <a:gd name="GluePoint36X" fmla="*/ 33 w 125"/>
                  <a:gd name="GluePoint36Y" fmla="*/ 114 h 142"/>
                  <a:gd name="GluePoint37X" fmla="*/ 17 w 125"/>
                  <a:gd name="GluePoint37Y" fmla="*/ 108 h 142"/>
                  <a:gd name="GluePoint38X" fmla="*/ 5 w 125"/>
                  <a:gd name="GluePoint38Y" fmla="*/ 81 h 142"/>
                  <a:gd name="GluePoint39X" fmla="*/ 34 w 125"/>
                  <a:gd name="GluePoint39Y" fmla="*/ 56 h 142"/>
                  <a:gd name="GluePoint40X" fmla="*/ 38 w 125"/>
                  <a:gd name="GluePoint40Y" fmla="*/ 33 h 142"/>
                  <a:gd name="GluePoint41X" fmla="*/ 22 w 125"/>
                  <a:gd name="GluePoint41Y" fmla="*/ 55 h 142"/>
                  <a:gd name="GluePoint42X" fmla="*/ 14 w 125"/>
                  <a:gd name="GluePoint42Y" fmla="*/ 55 h 142"/>
                  <a:gd name="GluePoint43X" fmla="*/ 11 w 125"/>
                  <a:gd name="GluePoint43Y" fmla="*/ 36 h 142"/>
                  <a:gd name="GluePoint44X" fmla="*/ 32 w 125"/>
                  <a:gd name="GluePoint44Y" fmla="*/ 22 h 142"/>
                  <a:gd name="GluePoint45X" fmla="*/ 28 w 125"/>
                  <a:gd name="GluePoint45Y" fmla="*/ 33 h 1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</a:cxnLst>
                <a:rect l="textAreaLeft" t="textAreaTop" r="textAreaRight" b="textAreaBottom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FFF6">
                      <a:alpha val="4000"/>
                    </a:srgbClr>
                  </a:gs>
                  <a:gs pos="100000">
                    <a:srgbClr val="FFFFFF">
                      <a:alpha val="1200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entury Gothic"/>
                </a:endParaRPr>
              </a:p>
            </p:txBody>
          </p:sp>
          <p:sp>
            <p:nvSpPr>
              <p:cNvPr id="229" name="Freeform 6"/>
              <p:cNvSpPr/>
              <p:nvPr/>
            </p:nvSpPr>
            <p:spPr>
              <a:xfrm>
                <a:off x="4512600" y="5983200"/>
                <a:ext cx="220320" cy="331920"/>
              </a:xfrm>
              <a:custGeom>
                <a:avLst/>
                <a:gdLst>
                  <a:gd name="textAreaLeft" fmla="*/ 0 w 220320"/>
                  <a:gd name="textAreaRight" fmla="*/ 220680 w 220320"/>
                  <a:gd name="textAreaTop" fmla="*/ 0 h 331920"/>
                  <a:gd name="textAreaBottom" fmla="*/ 332280 h 331920"/>
                  <a:gd name="GluePoint1X" fmla="*/ 33 w 72"/>
                  <a:gd name="GluePoint1Y" fmla="*/ 76 h 109"/>
                  <a:gd name="GluePoint2X" fmla="*/ 44 w 72"/>
                  <a:gd name="GluePoint2Y" fmla="*/ 73 h 109"/>
                  <a:gd name="GluePoint3X" fmla="*/ 59 w 72"/>
                  <a:gd name="GluePoint3Y" fmla="*/ 71 h 109"/>
                  <a:gd name="GluePoint4X" fmla="*/ 69 w 72"/>
                  <a:gd name="GluePoint4Y" fmla="*/ 92 h 109"/>
                  <a:gd name="GluePoint5X" fmla="*/ 66 w 72"/>
                  <a:gd name="GluePoint5Y" fmla="*/ 94 h 109"/>
                  <a:gd name="GluePoint6X" fmla="*/ 49 w 72"/>
                  <a:gd name="GluePoint6Y" fmla="*/ 96 h 109"/>
                  <a:gd name="GluePoint7X" fmla="*/ 28 w 72"/>
                  <a:gd name="GluePoint7Y" fmla="*/ 106 h 109"/>
                  <a:gd name="GluePoint8X" fmla="*/ 16 w 72"/>
                  <a:gd name="GluePoint8Y" fmla="*/ 106 h 109"/>
                  <a:gd name="GluePoint9X" fmla="*/ 1 w 72"/>
                  <a:gd name="GluePoint9Y" fmla="*/ 80 h 109"/>
                  <a:gd name="GluePoint10X" fmla="*/ 2 w 72"/>
                  <a:gd name="GluePoint10Y" fmla="*/ 74 h 109"/>
                  <a:gd name="GluePoint11X" fmla="*/ 23 w 72"/>
                  <a:gd name="GluePoint11Y" fmla="*/ 31 h 109"/>
                  <a:gd name="GluePoint12X" fmla="*/ 22 w 72"/>
                  <a:gd name="GluePoint12Y" fmla="*/ 26 h 109"/>
                  <a:gd name="GluePoint13X" fmla="*/ 12 w 72"/>
                  <a:gd name="GluePoint13Y" fmla="*/ 16 h 109"/>
                  <a:gd name="GluePoint14X" fmla="*/ 15 w 72"/>
                  <a:gd name="GluePoint14Y" fmla="*/ 10 h 109"/>
                  <a:gd name="GluePoint15X" fmla="*/ 32 w 72"/>
                  <a:gd name="GluePoint15Y" fmla="*/ 5 h 109"/>
                  <a:gd name="GluePoint16X" fmla="*/ 60 w 72"/>
                  <a:gd name="GluePoint16Y" fmla="*/ 18 h 109"/>
                  <a:gd name="GluePoint17X" fmla="*/ 59 w 72"/>
                  <a:gd name="GluePoint17Y" fmla="*/ 26 h 109"/>
                  <a:gd name="GluePoint18X" fmla="*/ 52 w 72"/>
                  <a:gd name="GluePoint18Y" fmla="*/ 36 h 109"/>
                  <a:gd name="GluePoint19X" fmla="*/ 34 w 72"/>
                  <a:gd name="GluePoint19Y" fmla="*/ 72 h 109"/>
                  <a:gd name="GluePoint20X" fmla="*/ 33 w 72"/>
                  <a:gd name="GluePoint20Y" fmla="*/ 76 h 10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</a:cxnLst>
                <a:rect l="textAreaLeft" t="textAreaTop" r="textAreaRight" b="textAreaBottom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FFF6">
                      <a:alpha val="4000"/>
                    </a:srgbClr>
                  </a:gs>
                  <a:gs pos="100000">
                    <a:srgbClr val="FFFFFF">
                      <a:alpha val="1200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entury Gothic"/>
                </a:endParaRPr>
              </a:p>
            </p:txBody>
          </p:sp>
          <p:grpSp>
            <p:nvGrpSpPr>
              <p:cNvPr id="230" name="组合 58"/>
              <p:cNvGrpSpPr/>
              <p:nvPr/>
            </p:nvGrpSpPr>
            <p:grpSpPr>
              <a:xfrm>
                <a:off x="3017880" y="5897160"/>
                <a:ext cx="392040" cy="486360"/>
                <a:chOff x="3017880" y="5897160"/>
                <a:chExt cx="392040" cy="486360"/>
              </a:xfrm>
            </p:grpSpPr>
            <p:sp>
              <p:nvSpPr>
                <p:cNvPr id="231" name="Freeform 7"/>
                <p:cNvSpPr/>
                <p:nvPr/>
              </p:nvSpPr>
              <p:spPr>
                <a:xfrm>
                  <a:off x="3017880" y="5897160"/>
                  <a:ext cx="392040" cy="319320"/>
                </a:xfrm>
                <a:custGeom>
                  <a:avLst/>
                  <a:gdLst>
                    <a:gd name="textAreaLeft" fmla="*/ 0 w 392040"/>
                    <a:gd name="textAreaRight" fmla="*/ 392400 w 392040"/>
                    <a:gd name="textAreaTop" fmla="*/ 0 h 319320"/>
                    <a:gd name="textAreaBottom" fmla="*/ 319680 h 319320"/>
                    <a:gd name="GluePoint1X" fmla="*/ 101 w 128"/>
                    <a:gd name="GluePoint1Y" fmla="*/ 58 h 105"/>
                    <a:gd name="GluePoint2X" fmla="*/ 74 w 128"/>
                    <a:gd name="GluePoint2Y" fmla="*/ 56 h 105"/>
                    <a:gd name="GluePoint3X" fmla="*/ 68 w 128"/>
                    <a:gd name="GluePoint3Y" fmla="*/ 57 h 105"/>
                    <a:gd name="GluePoint4X" fmla="*/ 51 w 128"/>
                    <a:gd name="GluePoint4Y" fmla="*/ 59 h 105"/>
                    <a:gd name="GluePoint5X" fmla="*/ 36 w 128"/>
                    <a:gd name="GluePoint5Y" fmla="*/ 65 h 105"/>
                    <a:gd name="GluePoint6X" fmla="*/ 28 w 128"/>
                    <a:gd name="GluePoint6Y" fmla="*/ 73 h 105"/>
                    <a:gd name="GluePoint7X" fmla="*/ 16 w 128"/>
                    <a:gd name="GluePoint7Y" fmla="*/ 102 h 105"/>
                    <a:gd name="GluePoint8X" fmla="*/ 13 w 128"/>
                    <a:gd name="GluePoint8Y" fmla="*/ 104 h 105"/>
                    <a:gd name="GluePoint9X" fmla="*/ 1 w 128"/>
                    <a:gd name="GluePoint9Y" fmla="*/ 98 h 105"/>
                    <a:gd name="GluePoint10X" fmla="*/ 0 w 128"/>
                    <a:gd name="GluePoint10Y" fmla="*/ 93 h 105"/>
                    <a:gd name="GluePoint11X" fmla="*/ 15 w 128"/>
                    <a:gd name="GluePoint11Y" fmla="*/ 60 h 105"/>
                    <a:gd name="GluePoint12X" fmla="*/ 16 w 128"/>
                    <a:gd name="GluePoint12Y" fmla="*/ 58 h 105"/>
                    <a:gd name="GluePoint13X" fmla="*/ 20 w 128"/>
                    <a:gd name="GluePoint13Y" fmla="*/ 52 h 105"/>
                    <a:gd name="GluePoint14X" fmla="*/ 32 w 128"/>
                    <a:gd name="GluePoint14Y" fmla="*/ 54 h 105"/>
                    <a:gd name="GluePoint15X" fmla="*/ 39 w 128"/>
                    <a:gd name="GluePoint15Y" fmla="*/ 55 h 105"/>
                    <a:gd name="GluePoint16X" fmla="*/ 72 w 128"/>
                    <a:gd name="GluePoint16Y" fmla="*/ 21 h 105"/>
                    <a:gd name="GluePoint17X" fmla="*/ 74 w 128"/>
                    <a:gd name="GluePoint17Y" fmla="*/ 16 h 105"/>
                    <a:gd name="GluePoint18X" fmla="*/ 74 w 128"/>
                    <a:gd name="GluePoint18Y" fmla="*/ 11 h 105"/>
                    <a:gd name="GluePoint19X" fmla="*/ 71 w 128"/>
                    <a:gd name="GluePoint19Y" fmla="*/ 11 h 105"/>
                    <a:gd name="GluePoint20X" fmla="*/ 68 w 128"/>
                    <a:gd name="GluePoint20Y" fmla="*/ 15 h 105"/>
                    <a:gd name="GluePoint21X" fmla="*/ 68 w 128"/>
                    <a:gd name="GluePoint21Y" fmla="*/ 21 h 105"/>
                    <a:gd name="GluePoint22X" fmla="*/ 59 w 128"/>
                    <a:gd name="GluePoint22Y" fmla="*/ 29 h 105"/>
                    <a:gd name="GluePoint23X" fmla="*/ 53 w 128"/>
                    <a:gd name="GluePoint23Y" fmla="*/ 27 h 105"/>
                    <a:gd name="GluePoint24X" fmla="*/ 47 w 128"/>
                    <a:gd name="GluePoint24Y" fmla="*/ 24 h 105"/>
                    <a:gd name="GluePoint25X" fmla="*/ 47 w 128"/>
                    <a:gd name="GluePoint25Y" fmla="*/ 32 h 105"/>
                    <a:gd name="GluePoint26X" fmla="*/ 47 w 128"/>
                    <a:gd name="GluePoint26Y" fmla="*/ 34 h 105"/>
                    <a:gd name="GluePoint27X" fmla="*/ 43 w 128"/>
                    <a:gd name="GluePoint27Y" fmla="*/ 45 h 105"/>
                    <a:gd name="GluePoint28X" fmla="*/ 31 w 128"/>
                    <a:gd name="GluePoint28Y" fmla="*/ 39 h 105"/>
                    <a:gd name="GluePoint29X" fmla="*/ 29 w 128"/>
                    <a:gd name="GluePoint29Y" fmla="*/ 23 h 105"/>
                    <a:gd name="GluePoint30X" fmla="*/ 33 w 128"/>
                    <a:gd name="GluePoint30Y" fmla="*/ 14 h 105"/>
                    <a:gd name="GluePoint31X" fmla="*/ 36 w 128"/>
                    <a:gd name="GluePoint31Y" fmla="*/ 9 h 105"/>
                    <a:gd name="GluePoint32X" fmla="*/ 42 w 128"/>
                    <a:gd name="GluePoint32Y" fmla="*/ 13 h 105"/>
                    <a:gd name="GluePoint33X" fmla="*/ 44 w 128"/>
                    <a:gd name="GluePoint33Y" fmla="*/ 16 h 105"/>
                    <a:gd name="GluePoint34X" fmla="*/ 57 w 128"/>
                    <a:gd name="GluePoint34Y" fmla="*/ 14 h 105"/>
                    <a:gd name="GluePoint35X" fmla="*/ 62 w 128"/>
                    <a:gd name="GluePoint35Y" fmla="*/ 11 h 105"/>
                    <a:gd name="GluePoint36X" fmla="*/ 84 w 128"/>
                    <a:gd name="GluePoint36Y" fmla="*/ 0 h 105"/>
                    <a:gd name="GluePoint37X" fmla="*/ 96 w 128"/>
                    <a:gd name="GluePoint37Y" fmla="*/ 7 h 105"/>
                    <a:gd name="GluePoint38X" fmla="*/ 96 w 128"/>
                    <a:gd name="GluePoint38Y" fmla="*/ 20 h 105"/>
                    <a:gd name="GluePoint39X" fmla="*/ 83 w 128"/>
                    <a:gd name="GluePoint39Y" fmla="*/ 43 h 105"/>
                    <a:gd name="GluePoint40X" fmla="*/ 94 w 128"/>
                    <a:gd name="GluePoint40Y" fmla="*/ 44 h 105"/>
                    <a:gd name="GluePoint41X" fmla="*/ 122 w 128"/>
                    <a:gd name="GluePoint41Y" fmla="*/ 59 h 105"/>
                    <a:gd name="GluePoint42X" fmla="*/ 120 w 128"/>
                    <a:gd name="GluePoint42Y" fmla="*/ 73 h 105"/>
                    <a:gd name="GluePoint43X" fmla="*/ 98 w 128"/>
                    <a:gd name="GluePoint43Y" fmla="*/ 73 h 105"/>
                    <a:gd name="GluePoint44X" fmla="*/ 97 w 128"/>
                    <a:gd name="GluePoint44Y" fmla="*/ 66 h 105"/>
                    <a:gd name="GluePoint45X" fmla="*/ 101 w 128"/>
                    <a:gd name="GluePoint45Y" fmla="*/ 58 h 10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</a:cxnLst>
                  <a:rect l="textAreaLeft" t="textAreaTop" r="textAreaRight" b="textAreaBottom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232" name="Freeform 8"/>
                <p:cNvSpPr/>
                <p:nvPr/>
              </p:nvSpPr>
              <p:spPr>
                <a:xfrm>
                  <a:off x="3101040" y="6091560"/>
                  <a:ext cx="244080" cy="291960"/>
                </a:xfrm>
                <a:custGeom>
                  <a:avLst/>
                  <a:gdLst>
                    <a:gd name="textAreaLeft" fmla="*/ 0 w 244080"/>
                    <a:gd name="textAreaRight" fmla="*/ 244440 w 244080"/>
                    <a:gd name="textAreaTop" fmla="*/ 0 h 291960"/>
                    <a:gd name="textAreaBottom" fmla="*/ 292320 h 291960"/>
                    <a:gd name="GluePoint1X" fmla="*/ 46 w 80"/>
                    <a:gd name="GluePoint1Y" fmla="*/ 29 h 96"/>
                    <a:gd name="GluePoint2X" fmla="*/ 65 w 80"/>
                    <a:gd name="GluePoint2Y" fmla="*/ 29 h 96"/>
                    <a:gd name="GluePoint3X" fmla="*/ 79 w 80"/>
                    <a:gd name="GluePoint3Y" fmla="*/ 41 h 96"/>
                    <a:gd name="GluePoint4X" fmla="*/ 74 w 80"/>
                    <a:gd name="GluePoint4Y" fmla="*/ 43 h 96"/>
                    <a:gd name="GluePoint5X" fmla="*/ 60 w 80"/>
                    <a:gd name="GluePoint5Y" fmla="*/ 43 h 96"/>
                    <a:gd name="GluePoint6X" fmla="*/ 52 w 80"/>
                    <a:gd name="GluePoint6Y" fmla="*/ 50 h 96"/>
                    <a:gd name="GluePoint7X" fmla="*/ 49 w 80"/>
                    <a:gd name="GluePoint7Y" fmla="*/ 87 h 96"/>
                    <a:gd name="GluePoint8X" fmla="*/ 37 w 80"/>
                    <a:gd name="GluePoint8Y" fmla="*/ 95 h 96"/>
                    <a:gd name="GluePoint9X" fmla="*/ 21 w 80"/>
                    <a:gd name="GluePoint9Y" fmla="*/ 68 h 96"/>
                    <a:gd name="GluePoint10X" fmla="*/ 22 w 80"/>
                    <a:gd name="GluePoint10Y" fmla="*/ 62 h 96"/>
                    <a:gd name="GluePoint11X" fmla="*/ 30 w 80"/>
                    <a:gd name="GluePoint11Y" fmla="*/ 72 h 96"/>
                    <a:gd name="GluePoint12X" fmla="*/ 40 w 80"/>
                    <a:gd name="GluePoint12Y" fmla="*/ 70 h 96"/>
                    <a:gd name="GluePoint13X" fmla="*/ 43 w 80"/>
                    <a:gd name="GluePoint13Y" fmla="*/ 46 h 96"/>
                    <a:gd name="GluePoint14X" fmla="*/ 24 w 80"/>
                    <a:gd name="GluePoint14Y" fmla="*/ 52 h 96"/>
                    <a:gd name="GluePoint15X" fmla="*/ 19 w 80"/>
                    <a:gd name="GluePoint15Y" fmla="*/ 54 h 96"/>
                    <a:gd name="GluePoint16X" fmla="*/ 6 w 80"/>
                    <a:gd name="GluePoint16Y" fmla="*/ 54 h 96"/>
                    <a:gd name="GluePoint17X" fmla="*/ 2 w 80"/>
                    <a:gd name="GluePoint17Y" fmla="*/ 40 h 96"/>
                    <a:gd name="GluePoint18X" fmla="*/ 6 w 80"/>
                    <a:gd name="GluePoint18Y" fmla="*/ 37 h 96"/>
                    <a:gd name="GluePoint19X" fmla="*/ 28 w 80"/>
                    <a:gd name="GluePoint19Y" fmla="*/ 33 h 96"/>
                    <a:gd name="GluePoint20X" fmla="*/ 33 w 80"/>
                    <a:gd name="GluePoint20Y" fmla="*/ 32 h 96"/>
                    <a:gd name="GluePoint21X" fmla="*/ 36 w 80"/>
                    <a:gd name="GluePoint21Y" fmla="*/ 22 h 96"/>
                    <a:gd name="GluePoint22X" fmla="*/ 46 w 80"/>
                    <a:gd name="GluePoint22Y" fmla="*/ 12 h 96"/>
                    <a:gd name="GluePoint23X" fmla="*/ 45 w 80"/>
                    <a:gd name="GluePoint23Y" fmla="*/ 10 h 96"/>
                    <a:gd name="GluePoint24X" fmla="*/ 26 w 80"/>
                    <a:gd name="GluePoint24Y" fmla="*/ 17 h 96"/>
                    <a:gd name="GluePoint25X" fmla="*/ 15 w 80"/>
                    <a:gd name="GluePoint25Y" fmla="*/ 24 h 96"/>
                    <a:gd name="GluePoint26X" fmla="*/ 5 w 80"/>
                    <a:gd name="GluePoint26Y" fmla="*/ 22 h 96"/>
                    <a:gd name="GluePoint27X" fmla="*/ 1 w 80"/>
                    <a:gd name="GluePoint27Y" fmla="*/ 17 h 96"/>
                    <a:gd name="GluePoint28X" fmla="*/ 36 w 80"/>
                    <a:gd name="GluePoint28Y" fmla="*/ 2 h 96"/>
                    <a:gd name="GluePoint29X" fmla="*/ 55 w 80"/>
                    <a:gd name="GluePoint29Y" fmla="*/ 0 h 96"/>
                    <a:gd name="GluePoint30X" fmla="*/ 61 w 80"/>
                    <a:gd name="GluePoint30Y" fmla="*/ 6 h 96"/>
                    <a:gd name="GluePoint31X" fmla="*/ 59 w 80"/>
                    <a:gd name="GluePoint31Y" fmla="*/ 13 h 96"/>
                    <a:gd name="GluePoint32X" fmla="*/ 46 w 80"/>
                    <a:gd name="GluePoint32Y" fmla="*/ 29 h 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</a:cxnLst>
                  <a:rect l="textAreaLeft" t="textAreaTop" r="textAreaRight" b="textAreaBottom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233" name="组合 59"/>
              <p:cNvGrpSpPr/>
              <p:nvPr/>
            </p:nvGrpSpPr>
            <p:grpSpPr>
              <a:xfrm>
                <a:off x="3564360" y="6030360"/>
                <a:ext cx="236880" cy="253800"/>
                <a:chOff x="3564360" y="6030360"/>
                <a:chExt cx="236880" cy="253800"/>
              </a:xfrm>
            </p:grpSpPr>
            <p:sp>
              <p:nvSpPr>
                <p:cNvPr id="234" name="Freeform 15"/>
                <p:cNvSpPr/>
                <p:nvPr/>
              </p:nvSpPr>
              <p:spPr>
                <a:xfrm>
                  <a:off x="3564360" y="6086880"/>
                  <a:ext cx="109080" cy="176040"/>
                </a:xfrm>
                <a:custGeom>
                  <a:avLst/>
                  <a:gdLst>
                    <a:gd name="textAreaLeft" fmla="*/ 0 w 109080"/>
                    <a:gd name="textAreaRight" fmla="*/ 109440 w 109080"/>
                    <a:gd name="textAreaTop" fmla="*/ 0 h 176040"/>
                    <a:gd name="textAreaBottom" fmla="*/ 176400 h 176040"/>
                    <a:gd name="GluePoint1X" fmla="*/ 16 w 39"/>
                    <a:gd name="GluePoint1Y" fmla="*/ 29 h 58"/>
                    <a:gd name="GluePoint2X" fmla="*/ 27 w 39"/>
                    <a:gd name="GluePoint2Y" fmla="*/ 7 h 58"/>
                    <a:gd name="GluePoint3X" fmla="*/ 31 w 39"/>
                    <a:gd name="GluePoint3Y" fmla="*/ 1 h 58"/>
                    <a:gd name="GluePoint4X" fmla="*/ 34 w 39"/>
                    <a:gd name="GluePoint4Y" fmla="*/ 6 h 58"/>
                    <a:gd name="GluePoint5X" fmla="*/ 35 w 39"/>
                    <a:gd name="GluePoint5Y" fmla="*/ 26 h 58"/>
                    <a:gd name="GluePoint6X" fmla="*/ 20 w 39"/>
                    <a:gd name="GluePoint6Y" fmla="*/ 52 h 58"/>
                    <a:gd name="GluePoint7X" fmla="*/ 9 w 39"/>
                    <a:gd name="GluePoint7Y" fmla="*/ 57 h 58"/>
                    <a:gd name="GluePoint8X" fmla="*/ 1 w 39"/>
                    <a:gd name="GluePoint8Y" fmla="*/ 43 h 58"/>
                    <a:gd name="GluePoint9X" fmla="*/ 4 w 39"/>
                    <a:gd name="GluePoint9Y" fmla="*/ 6 h 58"/>
                    <a:gd name="GluePoint10X" fmla="*/ 8 w 39"/>
                    <a:gd name="GluePoint10Y" fmla="*/ 0 h 58"/>
                    <a:gd name="GluePoint11X" fmla="*/ 15 w 39"/>
                    <a:gd name="GluePoint11Y" fmla="*/ 6 h 58"/>
                    <a:gd name="GluePoint12X" fmla="*/ 14 w 39"/>
                    <a:gd name="GluePoint12Y" fmla="*/ 20 h 58"/>
                    <a:gd name="GluePoint13X" fmla="*/ 14 w 39"/>
                    <a:gd name="GluePoint13Y" fmla="*/ 28 h 58"/>
                    <a:gd name="GluePoint14X" fmla="*/ 16 w 39"/>
                    <a:gd name="GluePoint14Y" fmla="*/ 29 h 5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76320" rIns="763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235" name="Freeform 16"/>
                <p:cNvSpPr/>
                <p:nvPr/>
              </p:nvSpPr>
              <p:spPr>
                <a:xfrm>
                  <a:off x="3682080" y="6036120"/>
                  <a:ext cx="119160" cy="248040"/>
                </a:xfrm>
                <a:custGeom>
                  <a:avLst/>
                  <a:gdLst>
                    <a:gd name="textAreaLeft" fmla="*/ 0 w 119160"/>
                    <a:gd name="textAreaRight" fmla="*/ 119520 w 119160"/>
                    <a:gd name="textAreaTop" fmla="*/ 0 h 248040"/>
                    <a:gd name="textAreaBottom" fmla="*/ 248400 h 248040"/>
                    <a:gd name="GluePoint1X" fmla="*/ 9 w 47"/>
                    <a:gd name="GluePoint1Y" fmla="*/ 73 h 88"/>
                    <a:gd name="GluePoint2X" fmla="*/ 3 w 47"/>
                    <a:gd name="GluePoint2Y" fmla="*/ 67 h 88"/>
                    <a:gd name="GluePoint3X" fmla="*/ 3 w 47"/>
                    <a:gd name="GluePoint3Y" fmla="*/ 57 h 88"/>
                    <a:gd name="GluePoint4X" fmla="*/ 20 w 47"/>
                    <a:gd name="GluePoint4Y" fmla="*/ 38 h 88"/>
                    <a:gd name="GluePoint5X" fmla="*/ 33 w 47"/>
                    <a:gd name="GluePoint5Y" fmla="*/ 20 h 88"/>
                    <a:gd name="GluePoint6X" fmla="*/ 33 w 47"/>
                    <a:gd name="GluePoint6Y" fmla="*/ 4 h 88"/>
                    <a:gd name="GluePoint7X" fmla="*/ 32 w 47"/>
                    <a:gd name="GluePoint7Y" fmla="*/ 1 h 88"/>
                    <a:gd name="GluePoint8X" fmla="*/ 33 w 47"/>
                    <a:gd name="GluePoint8Y" fmla="*/ 0 h 88"/>
                    <a:gd name="GluePoint9X" fmla="*/ 41 w 47"/>
                    <a:gd name="GluePoint9Y" fmla="*/ 6 h 88"/>
                    <a:gd name="GluePoint10X" fmla="*/ 43 w 47"/>
                    <a:gd name="GluePoint10Y" fmla="*/ 26 h 88"/>
                    <a:gd name="GluePoint11X" fmla="*/ 29 w 47"/>
                    <a:gd name="GluePoint11Y" fmla="*/ 48 h 88"/>
                    <a:gd name="GluePoint12X" fmla="*/ 30 w 47"/>
                    <a:gd name="GluePoint12Y" fmla="*/ 52 h 88"/>
                    <a:gd name="GluePoint13X" fmla="*/ 40 w 47"/>
                    <a:gd name="GluePoint13Y" fmla="*/ 73 h 88"/>
                    <a:gd name="GluePoint14X" fmla="*/ 41 w 47"/>
                    <a:gd name="GluePoint14Y" fmla="*/ 84 h 88"/>
                    <a:gd name="GluePoint15X" fmla="*/ 37 w 47"/>
                    <a:gd name="GluePoint15Y" fmla="*/ 86 h 88"/>
                    <a:gd name="GluePoint16X" fmla="*/ 31 w 47"/>
                    <a:gd name="GluePoint16Y" fmla="*/ 75 h 88"/>
                    <a:gd name="GluePoint17X" fmla="*/ 28 w 47"/>
                    <a:gd name="GluePoint17Y" fmla="*/ 60 h 88"/>
                    <a:gd name="GluePoint18X" fmla="*/ 22 w 47"/>
                    <a:gd name="GluePoint18Y" fmla="*/ 59 h 88"/>
                    <a:gd name="GluePoint19X" fmla="*/ 9 w 47"/>
                    <a:gd name="GluePoint19Y" fmla="*/ 73 h 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</a:cxnLst>
                  <a:rect l="textAreaLeft" t="textAreaTop" r="textAreaRight" b="textAreaBottom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83160" rIns="8316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236" name="Freeform 17"/>
                <p:cNvSpPr/>
                <p:nvPr/>
              </p:nvSpPr>
              <p:spPr>
                <a:xfrm>
                  <a:off x="3626280" y="6030360"/>
                  <a:ext cx="78120" cy="45360"/>
                </a:xfrm>
                <a:custGeom>
                  <a:avLst/>
                  <a:gdLst>
                    <a:gd name="textAreaLeft" fmla="*/ 0 w 78120"/>
                    <a:gd name="textAreaRight" fmla="*/ 78480 w 78120"/>
                    <a:gd name="textAreaTop" fmla="*/ 0 h 45360"/>
                    <a:gd name="textAreaBottom" fmla="*/ 45720 h 45360"/>
                    <a:gd name="GluePoint1X" fmla="*/ 0 w 26"/>
                    <a:gd name="GluePoint1Y" fmla="*/ 0 h 19"/>
                    <a:gd name="GluePoint2X" fmla="*/ 20 w 26"/>
                    <a:gd name="GluePoint2Y" fmla="*/ 1 h 19"/>
                    <a:gd name="GluePoint3X" fmla="*/ 23 w 26"/>
                    <a:gd name="GluePoint3Y" fmla="*/ 12 h 19"/>
                    <a:gd name="GluePoint4X" fmla="*/ 12 w 26"/>
                    <a:gd name="GluePoint4Y" fmla="*/ 18 h 19"/>
                    <a:gd name="GluePoint5X" fmla="*/ 3 w 26"/>
                    <a:gd name="GluePoint5Y" fmla="*/ 11 h 19"/>
                    <a:gd name="GluePoint6X" fmla="*/ 0 w 26"/>
                    <a:gd name="GluePoint6Y" fmla="*/ 0 h 1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4720" tIns="22680" rIns="54720" bIns="2268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  <p:grpSp>
          <p:nvGrpSpPr>
            <p:cNvPr id="237" name="组合 42"/>
            <p:cNvGrpSpPr/>
            <p:nvPr/>
          </p:nvGrpSpPr>
          <p:grpSpPr>
            <a:xfrm>
              <a:off x="691920" y="5891400"/>
              <a:ext cx="1793160" cy="496800"/>
              <a:chOff x="691920" y="5891400"/>
              <a:chExt cx="1793160" cy="496800"/>
            </a:xfrm>
          </p:grpSpPr>
          <p:grpSp>
            <p:nvGrpSpPr>
              <p:cNvPr id="238" name="组合 43"/>
              <p:cNvGrpSpPr/>
              <p:nvPr/>
            </p:nvGrpSpPr>
            <p:grpSpPr>
              <a:xfrm>
                <a:off x="1644840" y="5972400"/>
                <a:ext cx="346680" cy="364680"/>
                <a:chOff x="1644840" y="5972400"/>
                <a:chExt cx="346680" cy="364680"/>
              </a:xfrm>
            </p:grpSpPr>
            <p:sp>
              <p:nvSpPr>
                <p:cNvPr id="239" name="Freeform 9"/>
                <p:cNvSpPr/>
                <p:nvPr/>
              </p:nvSpPr>
              <p:spPr>
                <a:xfrm>
                  <a:off x="1644840" y="5999760"/>
                  <a:ext cx="180360" cy="306720"/>
                </a:xfrm>
                <a:custGeom>
                  <a:avLst/>
                  <a:gdLst>
                    <a:gd name="textAreaLeft" fmla="*/ 0 w 180360"/>
                    <a:gd name="textAreaRight" fmla="*/ 180720 w 180360"/>
                    <a:gd name="textAreaTop" fmla="*/ 0 h 306720"/>
                    <a:gd name="textAreaBottom" fmla="*/ 307080 h 306720"/>
                    <a:gd name="GluePoint1X" fmla="*/ 39 w 59"/>
                    <a:gd name="GluePoint1Y" fmla="*/ 78 h 101"/>
                    <a:gd name="GluePoint2X" fmla="*/ 17 w 59"/>
                    <a:gd name="GluePoint2Y" fmla="*/ 94 h 101"/>
                    <a:gd name="GluePoint3X" fmla="*/ 8 w 59"/>
                    <a:gd name="GluePoint3Y" fmla="*/ 94 h 101"/>
                    <a:gd name="GluePoint4X" fmla="*/ 0 w 59"/>
                    <a:gd name="GluePoint4Y" fmla="*/ 79 h 101"/>
                    <a:gd name="GluePoint5X" fmla="*/ 17 w 59"/>
                    <a:gd name="GluePoint5Y" fmla="*/ 73 h 101"/>
                    <a:gd name="GluePoint6X" fmla="*/ 10 w 59"/>
                    <a:gd name="GluePoint6Y" fmla="*/ 68 h 101"/>
                    <a:gd name="GluePoint7X" fmla="*/ 8 w 59"/>
                    <a:gd name="GluePoint7Y" fmla="*/ 60 h 101"/>
                    <a:gd name="GluePoint8X" fmla="*/ 18 w 59"/>
                    <a:gd name="GluePoint8Y" fmla="*/ 23 h 101"/>
                    <a:gd name="GluePoint9X" fmla="*/ 26 w 59"/>
                    <a:gd name="GluePoint9Y" fmla="*/ 17 h 101"/>
                    <a:gd name="GluePoint10X" fmla="*/ 36 w 59"/>
                    <a:gd name="GluePoint10Y" fmla="*/ 26 h 101"/>
                    <a:gd name="GluePoint11X" fmla="*/ 36 w 59"/>
                    <a:gd name="GluePoint11Y" fmla="*/ 27 h 101"/>
                    <a:gd name="GluePoint12X" fmla="*/ 43 w 59"/>
                    <a:gd name="GluePoint12Y" fmla="*/ 40 h 101"/>
                    <a:gd name="GluePoint13X" fmla="*/ 42 w 59"/>
                    <a:gd name="GluePoint13Y" fmla="*/ 12 h 101"/>
                    <a:gd name="GluePoint14X" fmla="*/ 21 w 59"/>
                    <a:gd name="GluePoint14Y" fmla="*/ 5 h 101"/>
                    <a:gd name="GluePoint15X" fmla="*/ 44 w 59"/>
                    <a:gd name="GluePoint15Y" fmla="*/ 1 h 101"/>
                    <a:gd name="GluePoint16X" fmla="*/ 57 w 59"/>
                    <a:gd name="GluePoint16Y" fmla="*/ 17 h 101"/>
                    <a:gd name="GluePoint17X" fmla="*/ 56 w 59"/>
                    <a:gd name="GluePoint17Y" fmla="*/ 48 h 101"/>
                    <a:gd name="GluePoint18X" fmla="*/ 57 w 59"/>
                    <a:gd name="GluePoint18Y" fmla="*/ 55 h 101"/>
                    <a:gd name="GluePoint19X" fmla="*/ 55 w 59"/>
                    <a:gd name="GluePoint19Y" fmla="*/ 64 h 101"/>
                    <a:gd name="GluePoint20X" fmla="*/ 54 w 59"/>
                    <a:gd name="GluePoint20Y" fmla="*/ 71 h 101"/>
                    <a:gd name="GluePoint21X" fmla="*/ 52 w 59"/>
                    <a:gd name="GluePoint21Y" fmla="*/ 95 h 101"/>
                    <a:gd name="GluePoint22X" fmla="*/ 49 w 59"/>
                    <a:gd name="GluePoint22Y" fmla="*/ 101 h 101"/>
                    <a:gd name="GluePoint23X" fmla="*/ 43 w 59"/>
                    <a:gd name="GluePoint23Y" fmla="*/ 98 h 101"/>
                    <a:gd name="GluePoint24X" fmla="*/ 38 w 59"/>
                    <a:gd name="GluePoint24Y" fmla="*/ 86 h 101"/>
                    <a:gd name="GluePoint25X" fmla="*/ 39 w 59"/>
                    <a:gd name="GluePoint25Y" fmla="*/ 78 h 101"/>
                    <a:gd name="GluePoint26X" fmla="*/ 42 w 59"/>
                    <a:gd name="GluePoint26Y" fmla="*/ 47 h 101"/>
                    <a:gd name="GluePoint27X" fmla="*/ 32 w 59"/>
                    <a:gd name="GluePoint27Y" fmla="*/ 44 h 101"/>
                    <a:gd name="GluePoint28X" fmla="*/ 29 w 59"/>
                    <a:gd name="GluePoint28Y" fmla="*/ 64 h 101"/>
                    <a:gd name="GluePoint29X" fmla="*/ 42 w 59"/>
                    <a:gd name="GluePoint29Y" fmla="*/ 47 h 10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</a:cxnLst>
                  <a:rect l="textAreaLeft" t="textAreaTop" r="textAreaRight" b="textAreaBottom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240" name="Freeform 10"/>
                <p:cNvSpPr/>
                <p:nvPr/>
              </p:nvSpPr>
              <p:spPr>
                <a:xfrm>
                  <a:off x="1822320" y="5972400"/>
                  <a:ext cx="169200" cy="364680"/>
                </a:xfrm>
                <a:custGeom>
                  <a:avLst/>
                  <a:gdLst>
                    <a:gd name="textAreaLeft" fmla="*/ 0 w 169200"/>
                    <a:gd name="textAreaRight" fmla="*/ 169560 w 169200"/>
                    <a:gd name="textAreaTop" fmla="*/ 0 h 364680"/>
                    <a:gd name="textAreaBottom" fmla="*/ 365040 h 364680"/>
                    <a:gd name="GluePoint1X" fmla="*/ 11 w 55"/>
                    <a:gd name="GluePoint1Y" fmla="*/ 89 h 120"/>
                    <a:gd name="GluePoint2X" fmla="*/ 10 w 55"/>
                    <a:gd name="GluePoint2Y" fmla="*/ 100 h 120"/>
                    <a:gd name="GluePoint3X" fmla="*/ 6 w 55"/>
                    <a:gd name="GluePoint3Y" fmla="*/ 104 h 120"/>
                    <a:gd name="GluePoint4X" fmla="*/ 1 w 55"/>
                    <a:gd name="GluePoint4Y" fmla="*/ 99 h 120"/>
                    <a:gd name="GluePoint5X" fmla="*/ 3 w 55"/>
                    <a:gd name="GluePoint5Y" fmla="*/ 84 h 120"/>
                    <a:gd name="GluePoint6X" fmla="*/ 14 w 55"/>
                    <a:gd name="GluePoint6Y" fmla="*/ 37 h 120"/>
                    <a:gd name="GluePoint7X" fmla="*/ 22 w 55"/>
                    <a:gd name="GluePoint7Y" fmla="*/ 11 h 120"/>
                    <a:gd name="GluePoint8X" fmla="*/ 26 w 55"/>
                    <a:gd name="GluePoint8Y" fmla="*/ 19 h 120"/>
                    <a:gd name="GluePoint9X" fmla="*/ 20 w 55"/>
                    <a:gd name="GluePoint9Y" fmla="*/ 40 h 120"/>
                    <a:gd name="GluePoint10X" fmla="*/ 27 w 55"/>
                    <a:gd name="GluePoint10Y" fmla="*/ 35 h 120"/>
                    <a:gd name="GluePoint11X" fmla="*/ 35 w 55"/>
                    <a:gd name="GluePoint11Y" fmla="*/ 30 h 120"/>
                    <a:gd name="GluePoint12X" fmla="*/ 33 w 55"/>
                    <a:gd name="GluePoint12Y" fmla="*/ 9 h 120"/>
                    <a:gd name="GluePoint13X" fmla="*/ 28 w 55"/>
                    <a:gd name="GluePoint13Y" fmla="*/ 8 h 120"/>
                    <a:gd name="GluePoint14X" fmla="*/ 19 w 55"/>
                    <a:gd name="GluePoint14Y" fmla="*/ 12 h 120"/>
                    <a:gd name="GluePoint15X" fmla="*/ 12 w 55"/>
                    <a:gd name="GluePoint15Y" fmla="*/ 15 h 120"/>
                    <a:gd name="GluePoint16X" fmla="*/ 9 w 55"/>
                    <a:gd name="GluePoint16Y" fmla="*/ 11 h 120"/>
                    <a:gd name="GluePoint17X" fmla="*/ 11 w 55"/>
                    <a:gd name="GluePoint17Y" fmla="*/ 8 h 120"/>
                    <a:gd name="GluePoint18X" fmla="*/ 31 w 55"/>
                    <a:gd name="GluePoint18Y" fmla="*/ 0 h 120"/>
                    <a:gd name="GluePoint19X" fmla="*/ 45 w 55"/>
                    <a:gd name="GluePoint19Y" fmla="*/ 15 h 120"/>
                    <a:gd name="GluePoint20X" fmla="*/ 44 w 55"/>
                    <a:gd name="GluePoint20Y" fmla="*/ 46 h 120"/>
                    <a:gd name="GluePoint21X" fmla="*/ 48 w 55"/>
                    <a:gd name="GluePoint21Y" fmla="*/ 54 h 120"/>
                    <a:gd name="GluePoint22X" fmla="*/ 48 w 55"/>
                    <a:gd name="GluePoint22Y" fmla="*/ 71 h 120"/>
                    <a:gd name="GluePoint23X" fmla="*/ 44 w 55"/>
                    <a:gd name="GluePoint23Y" fmla="*/ 77 h 120"/>
                    <a:gd name="GluePoint24X" fmla="*/ 44 w 55"/>
                    <a:gd name="GluePoint24Y" fmla="*/ 110 h 120"/>
                    <a:gd name="GluePoint25X" fmla="*/ 44 w 55"/>
                    <a:gd name="GluePoint25Y" fmla="*/ 114 h 120"/>
                    <a:gd name="GluePoint26X" fmla="*/ 41 w 55"/>
                    <a:gd name="GluePoint26Y" fmla="*/ 120 h 120"/>
                    <a:gd name="GluePoint27X" fmla="*/ 32 w 55"/>
                    <a:gd name="GluePoint27Y" fmla="*/ 118 h 120"/>
                    <a:gd name="GluePoint28X" fmla="*/ 13 w 55"/>
                    <a:gd name="GluePoint28Y" fmla="*/ 91 h 120"/>
                    <a:gd name="GluePoint29X" fmla="*/ 12 w 55"/>
                    <a:gd name="GluePoint29Y" fmla="*/ 89 h 120"/>
                    <a:gd name="GluePoint30X" fmla="*/ 11 w 55"/>
                    <a:gd name="GluePoint30Y" fmla="*/ 89 h 120"/>
                    <a:gd name="GluePoint31X" fmla="*/ 24 w 55"/>
                    <a:gd name="GluePoint31Y" fmla="*/ 76 h 120"/>
                    <a:gd name="GluePoint32X" fmla="*/ 23 w 55"/>
                    <a:gd name="GluePoint32Y" fmla="*/ 74 h 120"/>
                    <a:gd name="GluePoint33X" fmla="*/ 27 w 55"/>
                    <a:gd name="GluePoint33Y" fmla="*/ 71 h 120"/>
                    <a:gd name="GluePoint34X" fmla="*/ 33 w 55"/>
                    <a:gd name="GluePoint34Y" fmla="*/ 67 h 120"/>
                    <a:gd name="GluePoint35X" fmla="*/ 32 w 55"/>
                    <a:gd name="GluePoint35Y" fmla="*/ 63 h 120"/>
                    <a:gd name="GluePoint36X" fmla="*/ 22 w 55"/>
                    <a:gd name="GluePoint36Y" fmla="*/ 52 h 120"/>
                    <a:gd name="GluePoint37X" fmla="*/ 18 w 55"/>
                    <a:gd name="GluePoint37Y" fmla="*/ 89 h 120"/>
                    <a:gd name="GluePoint38X" fmla="*/ 33 w 55"/>
                    <a:gd name="GluePoint38Y" fmla="*/ 107 h 120"/>
                    <a:gd name="GluePoint39X" fmla="*/ 35 w 55"/>
                    <a:gd name="GluePoint39Y" fmla="*/ 77 h 120"/>
                    <a:gd name="GluePoint40X" fmla="*/ 31 w 55"/>
                    <a:gd name="GluePoint40Y" fmla="*/ 75 h 120"/>
                    <a:gd name="GluePoint41X" fmla="*/ 24 w 55"/>
                    <a:gd name="GluePoint41Y" fmla="*/ 76 h 12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</a:cxnLst>
                  <a:rect l="textAreaLeft" t="textAreaTop" r="textAreaRight" b="textAreaBottom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241" name="组合 44"/>
              <p:cNvGrpSpPr/>
              <p:nvPr/>
            </p:nvGrpSpPr>
            <p:grpSpPr>
              <a:xfrm>
                <a:off x="691920" y="5891400"/>
                <a:ext cx="393120" cy="496800"/>
                <a:chOff x="691920" y="5891400"/>
                <a:chExt cx="393120" cy="496800"/>
              </a:xfrm>
            </p:grpSpPr>
            <p:sp>
              <p:nvSpPr>
                <p:cNvPr id="242" name="Freeform 13"/>
                <p:cNvSpPr/>
                <p:nvPr/>
              </p:nvSpPr>
              <p:spPr>
                <a:xfrm>
                  <a:off x="691920" y="5891400"/>
                  <a:ext cx="393120" cy="469440"/>
                </a:xfrm>
                <a:custGeom>
                  <a:avLst/>
                  <a:gdLst>
                    <a:gd name="textAreaLeft" fmla="*/ 0 w 393120"/>
                    <a:gd name="textAreaRight" fmla="*/ 393480 w 393120"/>
                    <a:gd name="textAreaTop" fmla="*/ 0 h 469440"/>
                    <a:gd name="textAreaBottom" fmla="*/ 469800 h 469440"/>
                    <a:gd name="GluePoint1X" fmla="*/ 54 w 128"/>
                    <a:gd name="GluePoint1Y" fmla="*/ 76 h 154"/>
                    <a:gd name="GluePoint2X" fmla="*/ 66 w 128"/>
                    <a:gd name="GluePoint2Y" fmla="*/ 53 h 154"/>
                    <a:gd name="GluePoint3X" fmla="*/ 49 w 128"/>
                    <a:gd name="GluePoint3Y" fmla="*/ 47 h 154"/>
                    <a:gd name="GluePoint4X" fmla="*/ 64 w 128"/>
                    <a:gd name="GluePoint4Y" fmla="*/ 44 h 154"/>
                    <a:gd name="GluePoint5X" fmla="*/ 83 w 128"/>
                    <a:gd name="GluePoint5Y" fmla="*/ 6 h 154"/>
                    <a:gd name="GluePoint6X" fmla="*/ 91 w 128"/>
                    <a:gd name="GluePoint6Y" fmla="*/ 11 h 154"/>
                    <a:gd name="GluePoint7X" fmla="*/ 96 w 128"/>
                    <a:gd name="GluePoint7Y" fmla="*/ 36 h 154"/>
                    <a:gd name="GluePoint8X" fmla="*/ 106 w 128"/>
                    <a:gd name="GluePoint8Y" fmla="*/ 41 h 154"/>
                    <a:gd name="GluePoint9X" fmla="*/ 82 w 128"/>
                    <a:gd name="GluePoint9Y" fmla="*/ 50 h 154"/>
                    <a:gd name="GluePoint10X" fmla="*/ 71 w 128"/>
                    <a:gd name="GluePoint10Y" fmla="*/ 65 h 154"/>
                    <a:gd name="GluePoint11X" fmla="*/ 110 w 128"/>
                    <a:gd name="GluePoint11Y" fmla="*/ 74 h 154"/>
                    <a:gd name="GluePoint12X" fmla="*/ 101 w 128"/>
                    <a:gd name="GluePoint12Y" fmla="*/ 87 h 154"/>
                    <a:gd name="GluePoint13X" fmla="*/ 111 w 128"/>
                    <a:gd name="GluePoint13Y" fmla="*/ 98 h 154"/>
                    <a:gd name="GluePoint14X" fmla="*/ 92 w 128"/>
                    <a:gd name="GluePoint14Y" fmla="*/ 104 h 154"/>
                    <a:gd name="GluePoint15X" fmla="*/ 86 w 128"/>
                    <a:gd name="GluePoint15Y" fmla="*/ 116 h 154"/>
                    <a:gd name="GluePoint16X" fmla="*/ 124 w 128"/>
                    <a:gd name="GluePoint16Y" fmla="*/ 112 h 154"/>
                    <a:gd name="GluePoint17X" fmla="*/ 120 w 128"/>
                    <a:gd name="GluePoint17Y" fmla="*/ 122 h 154"/>
                    <a:gd name="GluePoint18X" fmla="*/ 111 w 128"/>
                    <a:gd name="GluePoint18Y" fmla="*/ 144 h 154"/>
                    <a:gd name="GluePoint19X" fmla="*/ 105 w 128"/>
                    <a:gd name="GluePoint19Y" fmla="*/ 153 h 154"/>
                    <a:gd name="GluePoint20X" fmla="*/ 55 w 128"/>
                    <a:gd name="GluePoint20Y" fmla="*/ 129 h 154"/>
                    <a:gd name="GluePoint21X" fmla="*/ 53 w 128"/>
                    <a:gd name="GluePoint21Y" fmla="*/ 121 h 154"/>
                    <a:gd name="GluePoint22X" fmla="*/ 61 w 128"/>
                    <a:gd name="GluePoint22Y" fmla="*/ 125 h 154"/>
                    <a:gd name="GluePoint23X" fmla="*/ 94 w 128"/>
                    <a:gd name="GluePoint23Y" fmla="*/ 140 h 154"/>
                    <a:gd name="GluePoint24X" fmla="*/ 85 w 128"/>
                    <a:gd name="GluePoint24Y" fmla="*/ 127 h 154"/>
                    <a:gd name="GluePoint25X" fmla="*/ 71 w 128"/>
                    <a:gd name="GluePoint25Y" fmla="*/ 108 h 154"/>
                    <a:gd name="GluePoint26X" fmla="*/ 52 w 128"/>
                    <a:gd name="GluePoint26Y" fmla="*/ 113 h 154"/>
                    <a:gd name="GluePoint27X" fmla="*/ 38 w 128"/>
                    <a:gd name="GluePoint27Y" fmla="*/ 97 h 154"/>
                    <a:gd name="GluePoint28X" fmla="*/ 51 w 128"/>
                    <a:gd name="GluePoint28Y" fmla="*/ 97 h 154"/>
                    <a:gd name="GluePoint29X" fmla="*/ 34 w 128"/>
                    <a:gd name="GluePoint29Y" fmla="*/ 93 h 154"/>
                    <a:gd name="GluePoint30X" fmla="*/ 35 w 128"/>
                    <a:gd name="GluePoint30Y" fmla="*/ 105 h 154"/>
                    <a:gd name="GluePoint31X" fmla="*/ 26 w 128"/>
                    <a:gd name="GluePoint31Y" fmla="*/ 154 h 154"/>
                    <a:gd name="GluePoint32X" fmla="*/ 20 w 128"/>
                    <a:gd name="GluePoint32Y" fmla="*/ 118 h 154"/>
                    <a:gd name="GluePoint33X" fmla="*/ 0 w 128"/>
                    <a:gd name="GluePoint33Y" fmla="*/ 103 h 154"/>
                    <a:gd name="GluePoint34X" fmla="*/ 19 w 128"/>
                    <a:gd name="GluePoint34Y" fmla="*/ 72 h 154"/>
                    <a:gd name="GluePoint35X" fmla="*/ 25 w 128"/>
                    <a:gd name="GluePoint35Y" fmla="*/ 51 h 154"/>
                    <a:gd name="GluePoint36X" fmla="*/ 39 w 128"/>
                    <a:gd name="GluePoint36Y" fmla="*/ 14 h 154"/>
                    <a:gd name="GluePoint37X" fmla="*/ 51 w 128"/>
                    <a:gd name="GluePoint37Y" fmla="*/ 24 h 154"/>
                    <a:gd name="GluePoint38X" fmla="*/ 39 w 128"/>
                    <a:gd name="GluePoint38Y" fmla="*/ 44 h 154"/>
                    <a:gd name="GluePoint39X" fmla="*/ 48 w 128"/>
                    <a:gd name="GluePoint39Y" fmla="*/ 73 h 154"/>
                    <a:gd name="GluePoint40X" fmla="*/ 81 w 128"/>
                    <a:gd name="GluePoint40Y" fmla="*/ 90 h 154"/>
                    <a:gd name="GluePoint41X" fmla="*/ 92 w 128"/>
                    <a:gd name="GluePoint41Y" fmla="*/ 71 h 154"/>
                    <a:gd name="GluePoint42X" fmla="*/ 81 w 128"/>
                    <a:gd name="GluePoint42Y" fmla="*/ 80 h 154"/>
                    <a:gd name="GluePoint43X" fmla="*/ 76 w 128"/>
                    <a:gd name="GluePoint43Y" fmla="*/ 73 h 154"/>
                    <a:gd name="GluePoint44X" fmla="*/ 67 w 128"/>
                    <a:gd name="GluePoint44Y" fmla="*/ 79 h 154"/>
                    <a:gd name="GluePoint45X" fmla="*/ 76 w 128"/>
                    <a:gd name="GluePoint45Y" fmla="*/ 73 h 154"/>
                    <a:gd name="GluePoint46X" fmla="*/ 56 w 128"/>
                    <a:gd name="GluePoint46Y" fmla="*/ 88 h 154"/>
                    <a:gd name="GluePoint47X" fmla="*/ 63 w 128"/>
                    <a:gd name="GluePoint47Y" fmla="*/ 81 h 154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</a:cxnLst>
                  <a:rect l="textAreaLeft" t="textAreaTop" r="textAreaRight" b="textAreaBottom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243" name="Freeform 14"/>
                <p:cNvSpPr/>
                <p:nvPr/>
              </p:nvSpPr>
              <p:spPr>
                <a:xfrm>
                  <a:off x="799920" y="6257880"/>
                  <a:ext cx="48600" cy="130320"/>
                </a:xfrm>
                <a:custGeom>
                  <a:avLst/>
                  <a:gdLst>
                    <a:gd name="textAreaLeft" fmla="*/ 0 w 48600"/>
                    <a:gd name="textAreaRight" fmla="*/ 48960 w 48600"/>
                    <a:gd name="textAreaTop" fmla="*/ 0 h 130320"/>
                    <a:gd name="textAreaBottom" fmla="*/ 130680 h 130320"/>
                    <a:gd name="GluePoint1X" fmla="*/ 9 w 16"/>
                    <a:gd name="GluePoint1Y" fmla="*/ 0 h 43"/>
                    <a:gd name="GluePoint2X" fmla="*/ 15 w 16"/>
                    <a:gd name="GluePoint2Y" fmla="*/ 11 h 43"/>
                    <a:gd name="GluePoint3X" fmla="*/ 9 w 16"/>
                    <a:gd name="GluePoint3Y" fmla="*/ 43 h 43"/>
                    <a:gd name="GluePoint4X" fmla="*/ 2 w 16"/>
                    <a:gd name="GluePoint4Y" fmla="*/ 39 h 43"/>
                    <a:gd name="GluePoint5X" fmla="*/ 0 w 16"/>
                    <a:gd name="GluePoint5Y" fmla="*/ 35 h 43"/>
                    <a:gd name="GluePoint6X" fmla="*/ 9 w 16"/>
                    <a:gd name="GluePoint6Y" fmla="*/ 0 h 4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34200" rIns="3420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244" name="组合 45"/>
              <p:cNvGrpSpPr/>
              <p:nvPr/>
            </p:nvGrpSpPr>
            <p:grpSpPr>
              <a:xfrm>
                <a:off x="1225080" y="6033600"/>
                <a:ext cx="263520" cy="227160"/>
                <a:chOff x="1225080" y="6033600"/>
                <a:chExt cx="263520" cy="227160"/>
              </a:xfrm>
            </p:grpSpPr>
            <p:sp>
              <p:nvSpPr>
                <p:cNvPr id="245" name="Freeform 18"/>
                <p:cNvSpPr/>
                <p:nvPr/>
              </p:nvSpPr>
              <p:spPr>
                <a:xfrm>
                  <a:off x="1313640" y="6033600"/>
                  <a:ext cx="174960" cy="227160"/>
                </a:xfrm>
                <a:custGeom>
                  <a:avLst/>
                  <a:gdLst>
                    <a:gd name="textAreaLeft" fmla="*/ 0 w 174960"/>
                    <a:gd name="textAreaRight" fmla="*/ 175320 w 174960"/>
                    <a:gd name="textAreaTop" fmla="*/ 0 h 227160"/>
                    <a:gd name="textAreaBottom" fmla="*/ 227520 h 227160"/>
                    <a:gd name="GluePoint1X" fmla="*/ 49 w 57"/>
                    <a:gd name="GluePoint1Y" fmla="*/ 74 h 75"/>
                    <a:gd name="GluePoint2X" fmla="*/ 40 w 57"/>
                    <a:gd name="GluePoint2Y" fmla="*/ 67 h 75"/>
                    <a:gd name="GluePoint3X" fmla="*/ 33 w 57"/>
                    <a:gd name="GluePoint3Y" fmla="*/ 48 h 75"/>
                    <a:gd name="GluePoint4X" fmla="*/ 27 w 57"/>
                    <a:gd name="GluePoint4Y" fmla="*/ 46 h 75"/>
                    <a:gd name="GluePoint5X" fmla="*/ 11 w 57"/>
                    <a:gd name="GluePoint5Y" fmla="*/ 60 h 75"/>
                    <a:gd name="GluePoint6X" fmla="*/ 5 w 57"/>
                    <a:gd name="GluePoint6Y" fmla="*/ 60 h 75"/>
                    <a:gd name="GluePoint7X" fmla="*/ 6 w 57"/>
                    <a:gd name="GluePoint7Y" fmla="*/ 46 h 75"/>
                    <a:gd name="GluePoint8X" fmla="*/ 27 w 57"/>
                    <a:gd name="GluePoint8Y" fmla="*/ 26 h 75"/>
                    <a:gd name="GluePoint9X" fmla="*/ 40 w 57"/>
                    <a:gd name="GluePoint9Y" fmla="*/ 10 h 75"/>
                    <a:gd name="GluePoint10X" fmla="*/ 41 w 57"/>
                    <a:gd name="GluePoint10Y" fmla="*/ 6 h 75"/>
                    <a:gd name="GluePoint11X" fmla="*/ 45 w 57"/>
                    <a:gd name="GluePoint11Y" fmla="*/ 0 h 75"/>
                    <a:gd name="GluePoint12X" fmla="*/ 53 w 57"/>
                    <a:gd name="GluePoint12Y" fmla="*/ 3 h 75"/>
                    <a:gd name="GluePoint13X" fmla="*/ 53 w 57"/>
                    <a:gd name="GluePoint13Y" fmla="*/ 20 h 75"/>
                    <a:gd name="GluePoint14X" fmla="*/ 37 w 57"/>
                    <a:gd name="GluePoint14Y" fmla="*/ 38 h 75"/>
                    <a:gd name="GluePoint15X" fmla="*/ 49 w 57"/>
                    <a:gd name="GluePoint15Y" fmla="*/ 74 h 7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246" name="Freeform 19"/>
                <p:cNvSpPr/>
                <p:nvPr/>
              </p:nvSpPr>
              <p:spPr>
                <a:xfrm>
                  <a:off x="1225080" y="6090480"/>
                  <a:ext cx="88200" cy="168120"/>
                </a:xfrm>
                <a:custGeom>
                  <a:avLst/>
                  <a:gdLst>
                    <a:gd name="textAreaLeft" fmla="*/ 0 w 88200"/>
                    <a:gd name="textAreaRight" fmla="*/ 88560 w 88200"/>
                    <a:gd name="textAreaTop" fmla="*/ 0 h 168120"/>
                    <a:gd name="textAreaBottom" fmla="*/ 168480 h 168120"/>
                    <a:gd name="GluePoint1X" fmla="*/ 12 w 29"/>
                    <a:gd name="GluePoint1Y" fmla="*/ 30 h 55"/>
                    <a:gd name="GluePoint2X" fmla="*/ 20 w 29"/>
                    <a:gd name="GluePoint2Y" fmla="*/ 7 h 55"/>
                    <a:gd name="GluePoint3X" fmla="*/ 25 w 29"/>
                    <a:gd name="GluePoint3Y" fmla="*/ 1 h 55"/>
                    <a:gd name="GluePoint4X" fmla="*/ 26 w 29"/>
                    <a:gd name="GluePoint4Y" fmla="*/ 9 h 55"/>
                    <a:gd name="GluePoint5X" fmla="*/ 16 w 29"/>
                    <a:gd name="GluePoint5Y" fmla="*/ 39 h 55"/>
                    <a:gd name="GluePoint6X" fmla="*/ 13 w 29"/>
                    <a:gd name="GluePoint6Y" fmla="*/ 52 h 55"/>
                    <a:gd name="GluePoint7X" fmla="*/ 7 w 29"/>
                    <a:gd name="GluePoint7Y" fmla="*/ 54 h 55"/>
                    <a:gd name="GluePoint8X" fmla="*/ 2 w 29"/>
                    <a:gd name="GluePoint8Y" fmla="*/ 41 h 55"/>
                    <a:gd name="GluePoint9X" fmla="*/ 3 w 29"/>
                    <a:gd name="GluePoint9Y" fmla="*/ 32 h 55"/>
                    <a:gd name="GluePoint10X" fmla="*/ 2 w 29"/>
                    <a:gd name="GluePoint10Y" fmla="*/ 6 h 55"/>
                    <a:gd name="GluePoint11X" fmla="*/ 6 w 29"/>
                    <a:gd name="GluePoint11Y" fmla="*/ 5 h 55"/>
                    <a:gd name="GluePoint12X" fmla="*/ 10 w 29"/>
                    <a:gd name="GluePoint12Y" fmla="*/ 14 h 55"/>
                    <a:gd name="GluePoint13X" fmla="*/ 11 w 29"/>
                    <a:gd name="GluePoint13Y" fmla="*/ 30 h 55"/>
                    <a:gd name="GluePoint14X" fmla="*/ 12 w 29"/>
                    <a:gd name="GluePoint14Y" fmla="*/ 30 h 5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61920" rIns="619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247" name="Freeform 20"/>
                <p:cNvSpPr/>
                <p:nvPr/>
              </p:nvSpPr>
              <p:spPr>
                <a:xfrm>
                  <a:off x="1277280" y="6035760"/>
                  <a:ext cx="81360" cy="51840"/>
                </a:xfrm>
                <a:custGeom>
                  <a:avLst/>
                  <a:gdLst>
                    <a:gd name="textAreaLeft" fmla="*/ 0 w 81360"/>
                    <a:gd name="textAreaRight" fmla="*/ 81720 w 81360"/>
                    <a:gd name="textAreaTop" fmla="*/ 0 h 51840"/>
                    <a:gd name="textAreaBottom" fmla="*/ 52200 h 51840"/>
                    <a:gd name="GluePoint1X" fmla="*/ 27 w 27"/>
                    <a:gd name="GluePoint1Y" fmla="*/ 1 h 17"/>
                    <a:gd name="GluePoint2X" fmla="*/ 16 w 27"/>
                    <a:gd name="GluePoint2Y" fmla="*/ 14 h 17"/>
                    <a:gd name="GluePoint3X" fmla="*/ 5 w 27"/>
                    <a:gd name="GluePoint3Y" fmla="*/ 13 h 17"/>
                    <a:gd name="GluePoint4X" fmla="*/ 0 w 27"/>
                    <a:gd name="GluePoint4Y" fmla="*/ 4 h 17"/>
                    <a:gd name="GluePoint5X" fmla="*/ 9 w 27"/>
                    <a:gd name="GluePoint5Y" fmla="*/ 2 h 17"/>
                    <a:gd name="GluePoint6X" fmla="*/ 27 w 27"/>
                    <a:gd name="GluePoint6Y" fmla="*/ 0 h 17"/>
                    <a:gd name="GluePoint7X" fmla="*/ 27 w 27"/>
                    <a:gd name="GluePoint7Y" fmla="*/ 1 h 1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</a:cxnLst>
                  <a:rect l="textAreaLeft" t="textAreaTop" r="textAreaRight" b="textAreaBottom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7240" tIns="25920" rIns="57240" bIns="259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248" name="组合 46"/>
              <p:cNvGrpSpPr/>
              <p:nvPr/>
            </p:nvGrpSpPr>
            <p:grpSpPr>
              <a:xfrm>
                <a:off x="2182680" y="5992200"/>
                <a:ext cx="302400" cy="301320"/>
                <a:chOff x="2182680" y="5992200"/>
                <a:chExt cx="302400" cy="301320"/>
              </a:xfrm>
            </p:grpSpPr>
            <p:sp>
              <p:nvSpPr>
                <p:cNvPr id="249" name="Freeform 11"/>
                <p:cNvSpPr/>
                <p:nvPr/>
              </p:nvSpPr>
              <p:spPr>
                <a:xfrm>
                  <a:off x="2273760" y="5992200"/>
                  <a:ext cx="211320" cy="295920"/>
                </a:xfrm>
                <a:custGeom>
                  <a:avLst/>
                  <a:gdLst>
                    <a:gd name="textAreaLeft" fmla="*/ 0 w 211320"/>
                    <a:gd name="textAreaRight" fmla="*/ 211680 w 211320"/>
                    <a:gd name="textAreaTop" fmla="*/ 0 h 295920"/>
                    <a:gd name="textAreaBottom" fmla="*/ 296280 h 295920"/>
                    <a:gd name="GluePoint1X" fmla="*/ 29 w 72"/>
                    <a:gd name="GluePoint1Y" fmla="*/ 49 h 102"/>
                    <a:gd name="GluePoint2X" fmla="*/ 15 w 72"/>
                    <a:gd name="GluePoint2Y" fmla="*/ 43 h 102"/>
                    <a:gd name="GluePoint3X" fmla="*/ 10 w 72"/>
                    <a:gd name="GluePoint3Y" fmla="*/ 21 h 102"/>
                    <a:gd name="GluePoint4X" fmla="*/ 13 w 72"/>
                    <a:gd name="GluePoint4Y" fmla="*/ 15 h 102"/>
                    <a:gd name="GluePoint5X" fmla="*/ 19 w 72"/>
                    <a:gd name="GluePoint5Y" fmla="*/ 18 h 102"/>
                    <a:gd name="GluePoint6X" fmla="*/ 20 w 72"/>
                    <a:gd name="GluePoint6Y" fmla="*/ 26 h 102"/>
                    <a:gd name="GluePoint7X" fmla="*/ 35 w 72"/>
                    <a:gd name="GluePoint7Y" fmla="*/ 22 h 102"/>
                    <a:gd name="GluePoint8X" fmla="*/ 40 w 72"/>
                    <a:gd name="GluePoint8Y" fmla="*/ 16 h 102"/>
                    <a:gd name="GluePoint9X" fmla="*/ 43 w 72"/>
                    <a:gd name="GluePoint9Y" fmla="*/ 14 h 102"/>
                    <a:gd name="GluePoint10X" fmla="*/ 44 w 72"/>
                    <a:gd name="GluePoint10Y" fmla="*/ 19 h 102"/>
                    <a:gd name="GluePoint11X" fmla="*/ 43 w 72"/>
                    <a:gd name="GluePoint11Y" fmla="*/ 28 h 102"/>
                    <a:gd name="GluePoint12X" fmla="*/ 36 w 72"/>
                    <a:gd name="GluePoint12Y" fmla="*/ 40 h 102"/>
                    <a:gd name="GluePoint13X" fmla="*/ 37 w 72"/>
                    <a:gd name="GluePoint13Y" fmla="*/ 42 h 102"/>
                    <a:gd name="GluePoint14X" fmla="*/ 44 w 72"/>
                    <a:gd name="GluePoint14Y" fmla="*/ 38 h 102"/>
                    <a:gd name="GluePoint15X" fmla="*/ 56 w 72"/>
                    <a:gd name="GluePoint15Y" fmla="*/ 20 h 102"/>
                    <a:gd name="GluePoint16X" fmla="*/ 49 w 72"/>
                    <a:gd name="GluePoint16Y" fmla="*/ 9 h 102"/>
                    <a:gd name="GluePoint17X" fmla="*/ 28 w 72"/>
                    <a:gd name="GluePoint17Y" fmla="*/ 14 h 102"/>
                    <a:gd name="GluePoint18X" fmla="*/ 20 w 72"/>
                    <a:gd name="GluePoint18Y" fmla="*/ 13 h 102"/>
                    <a:gd name="GluePoint19X" fmla="*/ 22 w 72"/>
                    <a:gd name="GluePoint19Y" fmla="*/ 6 h 102"/>
                    <a:gd name="GluePoint20X" fmla="*/ 50 w 72"/>
                    <a:gd name="GluePoint20Y" fmla="*/ 1 h 102"/>
                    <a:gd name="GluePoint21X" fmla="*/ 68 w 72"/>
                    <a:gd name="GluePoint21Y" fmla="*/ 12 h 102"/>
                    <a:gd name="GluePoint22X" fmla="*/ 67 w 72"/>
                    <a:gd name="GluePoint22Y" fmla="*/ 24 h 102"/>
                    <a:gd name="GluePoint23X" fmla="*/ 49 w 72"/>
                    <a:gd name="GluePoint23Y" fmla="*/ 48 h 102"/>
                    <a:gd name="GluePoint24X" fmla="*/ 42 w 72"/>
                    <a:gd name="GluePoint24Y" fmla="*/ 49 h 102"/>
                    <a:gd name="GluePoint25X" fmla="*/ 37 w 72"/>
                    <a:gd name="GluePoint25Y" fmla="*/ 47 h 102"/>
                    <a:gd name="GluePoint26X" fmla="*/ 35 w 72"/>
                    <a:gd name="GluePoint26Y" fmla="*/ 52 h 102"/>
                    <a:gd name="GluePoint27X" fmla="*/ 41 w 72"/>
                    <a:gd name="GluePoint27Y" fmla="*/ 58 h 102"/>
                    <a:gd name="GluePoint28X" fmla="*/ 48 w 72"/>
                    <a:gd name="GluePoint28Y" fmla="*/ 57 h 102"/>
                    <a:gd name="GluePoint29X" fmla="*/ 53 w 72"/>
                    <a:gd name="GluePoint29Y" fmla="*/ 59 h 102"/>
                    <a:gd name="GluePoint30X" fmla="*/ 53 w 72"/>
                    <a:gd name="GluePoint30Y" fmla="*/ 66 h 102"/>
                    <a:gd name="GluePoint31X" fmla="*/ 48 w 72"/>
                    <a:gd name="GluePoint31Y" fmla="*/ 70 h 102"/>
                    <a:gd name="GluePoint32X" fmla="*/ 37 w 72"/>
                    <a:gd name="GluePoint32Y" fmla="*/ 81 h 102"/>
                    <a:gd name="GluePoint33X" fmla="*/ 45 w 72"/>
                    <a:gd name="GluePoint33Y" fmla="*/ 81 h 102"/>
                    <a:gd name="GluePoint34X" fmla="*/ 57 w 72"/>
                    <a:gd name="GluePoint34Y" fmla="*/ 89 h 102"/>
                    <a:gd name="GluePoint35X" fmla="*/ 51 w 72"/>
                    <a:gd name="GluePoint35Y" fmla="*/ 98 h 102"/>
                    <a:gd name="GluePoint36X" fmla="*/ 26 w 72"/>
                    <a:gd name="GluePoint36Y" fmla="*/ 101 h 102"/>
                    <a:gd name="GluePoint37X" fmla="*/ 17 w 72"/>
                    <a:gd name="GluePoint37Y" fmla="*/ 96 h 102"/>
                    <a:gd name="GluePoint38X" fmla="*/ 15 w 72"/>
                    <a:gd name="GluePoint38Y" fmla="*/ 94 h 102"/>
                    <a:gd name="GluePoint39X" fmla="*/ 19 w 72"/>
                    <a:gd name="GluePoint39Y" fmla="*/ 77 h 102"/>
                    <a:gd name="GluePoint40X" fmla="*/ 27 w 72"/>
                    <a:gd name="GluePoint40Y" fmla="*/ 70 h 102"/>
                    <a:gd name="GluePoint41X" fmla="*/ 27 w 72"/>
                    <a:gd name="GluePoint41Y" fmla="*/ 69 h 102"/>
                    <a:gd name="GluePoint42X" fmla="*/ 21 w 72"/>
                    <a:gd name="GluePoint42Y" fmla="*/ 71 h 102"/>
                    <a:gd name="GluePoint43X" fmla="*/ 9 w 72"/>
                    <a:gd name="GluePoint43Y" fmla="*/ 76 h 102"/>
                    <a:gd name="GluePoint44X" fmla="*/ 3 w 72"/>
                    <a:gd name="GluePoint44Y" fmla="*/ 75 h 102"/>
                    <a:gd name="GluePoint45X" fmla="*/ 4 w 72"/>
                    <a:gd name="GluePoint45Y" fmla="*/ 69 h 102"/>
                    <a:gd name="GluePoint46X" fmla="*/ 26 w 72"/>
                    <a:gd name="GluePoint46Y" fmla="*/ 60 h 102"/>
                    <a:gd name="GluePoint47X" fmla="*/ 28 w 72"/>
                    <a:gd name="GluePoint47Y" fmla="*/ 57 h 102"/>
                    <a:gd name="GluePoint48X" fmla="*/ 29 w 72"/>
                    <a:gd name="GluePoint48Y" fmla="*/ 49 h 102"/>
                    <a:gd name="GluePoint49X" fmla="*/ 34 w 72"/>
                    <a:gd name="GluePoint49Y" fmla="*/ 29 h 102"/>
                    <a:gd name="GluePoint50X" fmla="*/ 33 w 72"/>
                    <a:gd name="GluePoint50Y" fmla="*/ 28 h 102"/>
                    <a:gd name="GluePoint51X" fmla="*/ 26 w 72"/>
                    <a:gd name="GluePoint51Y" fmla="*/ 32 h 102"/>
                    <a:gd name="GluePoint52X" fmla="*/ 23 w 72"/>
                    <a:gd name="GluePoint52Y" fmla="*/ 36 h 102"/>
                    <a:gd name="GluePoint53X" fmla="*/ 26 w 72"/>
                    <a:gd name="GluePoint53Y" fmla="*/ 42 h 102"/>
                    <a:gd name="GluePoint54X" fmla="*/ 31 w 72"/>
                    <a:gd name="GluePoint54Y" fmla="*/ 40 h 102"/>
                    <a:gd name="GluePoint55X" fmla="*/ 34 w 72"/>
                    <a:gd name="GluePoint55Y" fmla="*/ 29 h 10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  <a:cxn ang="0">
                      <a:pos x="GluePoint50X" y="GluePoint50Y"/>
                    </a:cxn>
                    <a:cxn ang="0">
                      <a:pos x="GluePoint51X" y="GluePoint51Y"/>
                    </a:cxn>
                    <a:cxn ang="0">
                      <a:pos x="GluePoint52X" y="GluePoint52Y"/>
                    </a:cxn>
                    <a:cxn ang="0">
                      <a:pos x="GluePoint53X" y="GluePoint53Y"/>
                    </a:cxn>
                    <a:cxn ang="0">
                      <a:pos x="GluePoint54X" y="GluePoint54Y"/>
                    </a:cxn>
                    <a:cxn ang="0">
                      <a:pos x="GluePoint55X" y="GluePoint55Y"/>
                    </a:cxn>
                  </a:cxnLst>
                  <a:rect l="textAreaLeft" t="textAreaTop" r="textAreaRight" b="textAreaBottom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250" name="Freeform 12"/>
                <p:cNvSpPr/>
                <p:nvPr/>
              </p:nvSpPr>
              <p:spPr>
                <a:xfrm>
                  <a:off x="2182680" y="6008400"/>
                  <a:ext cx="113760" cy="285120"/>
                </a:xfrm>
                <a:custGeom>
                  <a:avLst/>
                  <a:gdLst>
                    <a:gd name="textAreaLeft" fmla="*/ 0 w 113760"/>
                    <a:gd name="textAreaRight" fmla="*/ 114120 w 113760"/>
                    <a:gd name="textAreaTop" fmla="*/ 0 h 285120"/>
                    <a:gd name="textAreaBottom" fmla="*/ 285480 h 285120"/>
                    <a:gd name="GluePoint1X" fmla="*/ 30 w 39"/>
                    <a:gd name="GluePoint1Y" fmla="*/ 44 h 98"/>
                    <a:gd name="GluePoint2X" fmla="*/ 36 w 39"/>
                    <a:gd name="GluePoint2Y" fmla="*/ 34 h 98"/>
                    <a:gd name="GluePoint3X" fmla="*/ 37 w 39"/>
                    <a:gd name="GluePoint3Y" fmla="*/ 51 h 98"/>
                    <a:gd name="GluePoint4X" fmla="*/ 25 w 39"/>
                    <a:gd name="GluePoint4Y" fmla="*/ 82 h 98"/>
                    <a:gd name="GluePoint5X" fmla="*/ 21 w 39"/>
                    <a:gd name="GluePoint5Y" fmla="*/ 98 h 98"/>
                    <a:gd name="GluePoint6X" fmla="*/ 13 w 39"/>
                    <a:gd name="GluePoint6Y" fmla="*/ 96 h 98"/>
                    <a:gd name="GluePoint7X" fmla="*/ 5 w 39"/>
                    <a:gd name="GluePoint7Y" fmla="*/ 83 h 98"/>
                    <a:gd name="GluePoint8X" fmla="*/ 11 w 39"/>
                    <a:gd name="GluePoint8Y" fmla="*/ 62 h 98"/>
                    <a:gd name="GluePoint9X" fmla="*/ 9 w 39"/>
                    <a:gd name="GluePoint9Y" fmla="*/ 43 h 98"/>
                    <a:gd name="GluePoint10X" fmla="*/ 12 w 39"/>
                    <a:gd name="GluePoint10Y" fmla="*/ 38 h 98"/>
                    <a:gd name="GluePoint11X" fmla="*/ 18 w 39"/>
                    <a:gd name="GluePoint11Y" fmla="*/ 33 h 98"/>
                    <a:gd name="GluePoint12X" fmla="*/ 23 w 39"/>
                    <a:gd name="GluePoint12Y" fmla="*/ 12 h 98"/>
                    <a:gd name="GluePoint13X" fmla="*/ 11 w 39"/>
                    <a:gd name="GluePoint13Y" fmla="*/ 16 h 98"/>
                    <a:gd name="GluePoint14X" fmla="*/ 2 w 39"/>
                    <a:gd name="GluePoint14Y" fmla="*/ 16 h 98"/>
                    <a:gd name="GluePoint15X" fmla="*/ 0 w 39"/>
                    <a:gd name="GluePoint15Y" fmla="*/ 12 h 98"/>
                    <a:gd name="GluePoint16X" fmla="*/ 3 w 39"/>
                    <a:gd name="GluePoint16Y" fmla="*/ 10 h 98"/>
                    <a:gd name="GluePoint17X" fmla="*/ 16 w 39"/>
                    <a:gd name="GluePoint17Y" fmla="*/ 7 h 98"/>
                    <a:gd name="GluePoint18X" fmla="*/ 26 w 39"/>
                    <a:gd name="GluePoint18Y" fmla="*/ 2 h 98"/>
                    <a:gd name="GluePoint19X" fmla="*/ 32 w 39"/>
                    <a:gd name="GluePoint19Y" fmla="*/ 1 h 98"/>
                    <a:gd name="GluePoint20X" fmla="*/ 35 w 39"/>
                    <a:gd name="GluePoint20Y" fmla="*/ 9 h 98"/>
                    <a:gd name="GluePoint21X" fmla="*/ 34 w 39"/>
                    <a:gd name="GluePoint21Y" fmla="*/ 11 h 98"/>
                    <a:gd name="GluePoint22X" fmla="*/ 27 w 39"/>
                    <a:gd name="GluePoint22Y" fmla="*/ 38 h 98"/>
                    <a:gd name="GluePoint23X" fmla="*/ 28 w 39"/>
                    <a:gd name="GluePoint23Y" fmla="*/ 44 h 98"/>
                    <a:gd name="GluePoint24X" fmla="*/ 30 w 39"/>
                    <a:gd name="GluePoint24Y" fmla="*/ 44 h 9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</a:cxnLst>
                  <a:rect l="textAreaLeft" t="textAreaTop" r="textAreaRight" b="textAreaBottom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1840" rIns="5184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</p:grp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封面样式4-尾页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图片 38"/>
          <p:cNvPicPr/>
          <p:nvPr/>
        </p:nvPicPr>
        <p:blipFill>
          <a:blip r:embed="rId2"/>
          <a:stretch/>
        </p:blipFill>
        <p:spPr>
          <a:xfrm>
            <a:off x="-10440" y="0"/>
            <a:ext cx="8336520" cy="685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矩形 6"/>
          <p:cNvSpPr/>
          <p:nvPr/>
        </p:nvSpPr>
        <p:spPr>
          <a:xfrm>
            <a:off x="-10440" y="0"/>
            <a:ext cx="12202200" cy="6857640"/>
          </a:xfrm>
          <a:prstGeom prst="rect">
            <a:avLst/>
          </a:prstGeom>
          <a:gradFill rotWithShape="0">
            <a:gsLst>
              <a:gs pos="0">
                <a:srgbClr val="006C39">
                  <a:alpha val="0"/>
                </a:srgbClr>
              </a:gs>
              <a:gs pos="50000">
                <a:srgbClr val="006C39"/>
              </a:gs>
              <a:gs pos="100000">
                <a:srgbClr val="006C39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pic>
        <p:nvPicPr>
          <p:cNvPr id="253" name="图片 39"/>
          <p:cNvPicPr/>
          <p:nvPr/>
        </p:nvPicPr>
        <p:blipFill>
          <a:blip r:embed="rId3"/>
          <a:stretch/>
        </p:blipFill>
        <p:spPr>
          <a:xfrm>
            <a:off x="9403560" y="501120"/>
            <a:ext cx="2202840" cy="6163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54" name="组合 40"/>
          <p:cNvGrpSpPr/>
          <p:nvPr/>
        </p:nvGrpSpPr>
        <p:grpSpPr>
          <a:xfrm>
            <a:off x="7387920" y="5891400"/>
            <a:ext cx="4041000" cy="496800"/>
            <a:chOff x="7387920" y="5891400"/>
            <a:chExt cx="4041000" cy="496800"/>
          </a:xfrm>
        </p:grpSpPr>
        <p:grpSp>
          <p:nvGrpSpPr>
            <p:cNvPr id="255" name="组合 41"/>
            <p:cNvGrpSpPr/>
            <p:nvPr/>
          </p:nvGrpSpPr>
          <p:grpSpPr>
            <a:xfrm>
              <a:off x="9713880" y="5897160"/>
              <a:ext cx="1715040" cy="486360"/>
              <a:chOff x="9713880" y="5897160"/>
              <a:chExt cx="1715040" cy="486360"/>
            </a:xfrm>
          </p:grpSpPr>
          <p:sp>
            <p:nvSpPr>
              <p:cNvPr id="256" name="Freeform 5"/>
              <p:cNvSpPr/>
              <p:nvPr/>
            </p:nvSpPr>
            <p:spPr>
              <a:xfrm>
                <a:off x="10661760" y="5928120"/>
                <a:ext cx="383040" cy="432000"/>
              </a:xfrm>
              <a:custGeom>
                <a:avLst/>
                <a:gdLst>
                  <a:gd name="textAreaLeft" fmla="*/ 0 w 383040"/>
                  <a:gd name="textAreaRight" fmla="*/ 383400 w 383040"/>
                  <a:gd name="textAreaTop" fmla="*/ 0 h 432000"/>
                  <a:gd name="textAreaBottom" fmla="*/ 432360 h 432000"/>
                  <a:gd name="GluePoint1X" fmla="*/ 41 w 125"/>
                  <a:gd name="GluePoint1Y" fmla="*/ 16 h 142"/>
                  <a:gd name="GluePoint2X" fmla="*/ 49 w 125"/>
                  <a:gd name="GluePoint2Y" fmla="*/ 3 h 142"/>
                  <a:gd name="GluePoint3X" fmla="*/ 62 w 125"/>
                  <a:gd name="GluePoint3Y" fmla="*/ 20 h 142"/>
                  <a:gd name="GluePoint4X" fmla="*/ 64 w 125"/>
                  <a:gd name="GluePoint4Y" fmla="*/ 33 h 142"/>
                  <a:gd name="GluePoint5X" fmla="*/ 50 w 125"/>
                  <a:gd name="GluePoint5Y" fmla="*/ 34 h 142"/>
                  <a:gd name="GluePoint6X" fmla="*/ 58 w 125"/>
                  <a:gd name="GluePoint6Y" fmla="*/ 58 h 142"/>
                  <a:gd name="GluePoint7X" fmla="*/ 75 w 125"/>
                  <a:gd name="GluePoint7Y" fmla="*/ 59 h 142"/>
                  <a:gd name="GluePoint8X" fmla="*/ 71 w 125"/>
                  <a:gd name="GluePoint8Y" fmla="*/ 50 h 142"/>
                  <a:gd name="GluePoint9X" fmla="*/ 81 w 125"/>
                  <a:gd name="GluePoint9Y" fmla="*/ 47 h 142"/>
                  <a:gd name="GluePoint10X" fmla="*/ 65 w 125"/>
                  <a:gd name="GluePoint10Y" fmla="*/ 42 h 142"/>
                  <a:gd name="GluePoint11X" fmla="*/ 63 w 125"/>
                  <a:gd name="GluePoint11Y" fmla="*/ 37 h 142"/>
                  <a:gd name="GluePoint12X" fmla="*/ 85 w 125"/>
                  <a:gd name="GluePoint12Y" fmla="*/ 27 h 142"/>
                  <a:gd name="GluePoint13X" fmla="*/ 93 w 125"/>
                  <a:gd name="GluePoint13Y" fmla="*/ 2 h 142"/>
                  <a:gd name="GluePoint14X" fmla="*/ 99 w 125"/>
                  <a:gd name="GluePoint14Y" fmla="*/ 5 h 142"/>
                  <a:gd name="GluePoint15X" fmla="*/ 111 w 125"/>
                  <a:gd name="GluePoint15Y" fmla="*/ 30 h 142"/>
                  <a:gd name="GluePoint16X" fmla="*/ 102 w 125"/>
                  <a:gd name="GluePoint16Y" fmla="*/ 34 h 142"/>
                  <a:gd name="GluePoint17X" fmla="*/ 95 w 125"/>
                  <a:gd name="GluePoint17Y" fmla="*/ 59 h 142"/>
                  <a:gd name="GluePoint18X" fmla="*/ 123 w 125"/>
                  <a:gd name="GluePoint18Y" fmla="*/ 61 h 142"/>
                  <a:gd name="GluePoint19X" fmla="*/ 110 w 125"/>
                  <a:gd name="GluePoint19Y" fmla="*/ 71 h 142"/>
                  <a:gd name="GluePoint20X" fmla="*/ 104 w 125"/>
                  <a:gd name="GluePoint20Y" fmla="*/ 82 h 142"/>
                  <a:gd name="GluePoint21X" fmla="*/ 112 w 125"/>
                  <a:gd name="GluePoint21Y" fmla="*/ 134 h 142"/>
                  <a:gd name="GluePoint22X" fmla="*/ 102 w 125"/>
                  <a:gd name="GluePoint22Y" fmla="*/ 140 h 142"/>
                  <a:gd name="GluePoint23X" fmla="*/ 89 w 125"/>
                  <a:gd name="GluePoint23Y" fmla="*/ 123 h 142"/>
                  <a:gd name="GluePoint24X" fmla="*/ 101 w 125"/>
                  <a:gd name="GluePoint24Y" fmla="*/ 128 h 142"/>
                  <a:gd name="GluePoint25X" fmla="*/ 101 w 125"/>
                  <a:gd name="GluePoint25Y" fmla="*/ 92 h 142"/>
                  <a:gd name="GluePoint26X" fmla="*/ 97 w 125"/>
                  <a:gd name="GluePoint26Y" fmla="*/ 99 h 142"/>
                  <a:gd name="GluePoint27X" fmla="*/ 90 w 125"/>
                  <a:gd name="GluePoint27Y" fmla="*/ 103 h 142"/>
                  <a:gd name="GluePoint28X" fmla="*/ 86 w 125"/>
                  <a:gd name="GluePoint28Y" fmla="*/ 110 h 142"/>
                  <a:gd name="GluePoint29X" fmla="*/ 81 w 125"/>
                  <a:gd name="GluePoint29Y" fmla="*/ 120 h 142"/>
                  <a:gd name="GluePoint30X" fmla="*/ 88 w 125"/>
                  <a:gd name="GluePoint30Y" fmla="*/ 71 h 142"/>
                  <a:gd name="GluePoint31X" fmla="*/ 60 w 125"/>
                  <a:gd name="GluePoint31Y" fmla="*/ 87 h 142"/>
                  <a:gd name="GluePoint32X" fmla="*/ 53 w 125"/>
                  <a:gd name="GluePoint32Y" fmla="*/ 89 h 142"/>
                  <a:gd name="GluePoint33X" fmla="*/ 51 w 125"/>
                  <a:gd name="GluePoint33Y" fmla="*/ 128 h 142"/>
                  <a:gd name="GluePoint34X" fmla="*/ 43 w 125"/>
                  <a:gd name="GluePoint34Y" fmla="*/ 134 h 142"/>
                  <a:gd name="GluePoint35X" fmla="*/ 39 w 125"/>
                  <a:gd name="GluePoint35Y" fmla="*/ 107 h 142"/>
                  <a:gd name="GluePoint36X" fmla="*/ 33 w 125"/>
                  <a:gd name="GluePoint36Y" fmla="*/ 114 h 142"/>
                  <a:gd name="GluePoint37X" fmla="*/ 17 w 125"/>
                  <a:gd name="GluePoint37Y" fmla="*/ 108 h 142"/>
                  <a:gd name="GluePoint38X" fmla="*/ 5 w 125"/>
                  <a:gd name="GluePoint38Y" fmla="*/ 81 h 142"/>
                  <a:gd name="GluePoint39X" fmla="*/ 34 w 125"/>
                  <a:gd name="GluePoint39Y" fmla="*/ 56 h 142"/>
                  <a:gd name="GluePoint40X" fmla="*/ 38 w 125"/>
                  <a:gd name="GluePoint40Y" fmla="*/ 33 h 142"/>
                  <a:gd name="GluePoint41X" fmla="*/ 22 w 125"/>
                  <a:gd name="GluePoint41Y" fmla="*/ 55 h 142"/>
                  <a:gd name="GluePoint42X" fmla="*/ 14 w 125"/>
                  <a:gd name="GluePoint42Y" fmla="*/ 55 h 142"/>
                  <a:gd name="GluePoint43X" fmla="*/ 11 w 125"/>
                  <a:gd name="GluePoint43Y" fmla="*/ 36 h 142"/>
                  <a:gd name="GluePoint44X" fmla="*/ 32 w 125"/>
                  <a:gd name="GluePoint44Y" fmla="*/ 22 h 142"/>
                  <a:gd name="GluePoint45X" fmla="*/ 28 w 125"/>
                  <a:gd name="GluePoint45Y" fmla="*/ 33 h 1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</a:cxnLst>
                <a:rect l="textAreaLeft" t="textAreaTop" r="textAreaRight" b="textAreaBottom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FFF6">
                      <a:alpha val="4000"/>
                    </a:srgbClr>
                  </a:gs>
                  <a:gs pos="100000">
                    <a:srgbClr val="FFFFFF">
                      <a:alpha val="1200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entury Gothic"/>
                </a:endParaRPr>
              </a:p>
            </p:txBody>
          </p:sp>
          <p:sp>
            <p:nvSpPr>
              <p:cNvPr id="257" name="Freeform 6"/>
              <p:cNvSpPr/>
              <p:nvPr/>
            </p:nvSpPr>
            <p:spPr>
              <a:xfrm>
                <a:off x="11208600" y="5983200"/>
                <a:ext cx="220320" cy="331920"/>
              </a:xfrm>
              <a:custGeom>
                <a:avLst/>
                <a:gdLst>
                  <a:gd name="textAreaLeft" fmla="*/ 0 w 220320"/>
                  <a:gd name="textAreaRight" fmla="*/ 220680 w 220320"/>
                  <a:gd name="textAreaTop" fmla="*/ 0 h 331920"/>
                  <a:gd name="textAreaBottom" fmla="*/ 332280 h 331920"/>
                  <a:gd name="GluePoint1X" fmla="*/ 33 w 72"/>
                  <a:gd name="GluePoint1Y" fmla="*/ 76 h 109"/>
                  <a:gd name="GluePoint2X" fmla="*/ 44 w 72"/>
                  <a:gd name="GluePoint2Y" fmla="*/ 73 h 109"/>
                  <a:gd name="GluePoint3X" fmla="*/ 59 w 72"/>
                  <a:gd name="GluePoint3Y" fmla="*/ 71 h 109"/>
                  <a:gd name="GluePoint4X" fmla="*/ 69 w 72"/>
                  <a:gd name="GluePoint4Y" fmla="*/ 92 h 109"/>
                  <a:gd name="GluePoint5X" fmla="*/ 66 w 72"/>
                  <a:gd name="GluePoint5Y" fmla="*/ 94 h 109"/>
                  <a:gd name="GluePoint6X" fmla="*/ 49 w 72"/>
                  <a:gd name="GluePoint6Y" fmla="*/ 96 h 109"/>
                  <a:gd name="GluePoint7X" fmla="*/ 28 w 72"/>
                  <a:gd name="GluePoint7Y" fmla="*/ 106 h 109"/>
                  <a:gd name="GluePoint8X" fmla="*/ 16 w 72"/>
                  <a:gd name="GluePoint8Y" fmla="*/ 106 h 109"/>
                  <a:gd name="GluePoint9X" fmla="*/ 1 w 72"/>
                  <a:gd name="GluePoint9Y" fmla="*/ 80 h 109"/>
                  <a:gd name="GluePoint10X" fmla="*/ 2 w 72"/>
                  <a:gd name="GluePoint10Y" fmla="*/ 74 h 109"/>
                  <a:gd name="GluePoint11X" fmla="*/ 23 w 72"/>
                  <a:gd name="GluePoint11Y" fmla="*/ 31 h 109"/>
                  <a:gd name="GluePoint12X" fmla="*/ 22 w 72"/>
                  <a:gd name="GluePoint12Y" fmla="*/ 26 h 109"/>
                  <a:gd name="GluePoint13X" fmla="*/ 12 w 72"/>
                  <a:gd name="GluePoint13Y" fmla="*/ 16 h 109"/>
                  <a:gd name="GluePoint14X" fmla="*/ 15 w 72"/>
                  <a:gd name="GluePoint14Y" fmla="*/ 10 h 109"/>
                  <a:gd name="GluePoint15X" fmla="*/ 32 w 72"/>
                  <a:gd name="GluePoint15Y" fmla="*/ 5 h 109"/>
                  <a:gd name="GluePoint16X" fmla="*/ 60 w 72"/>
                  <a:gd name="GluePoint16Y" fmla="*/ 18 h 109"/>
                  <a:gd name="GluePoint17X" fmla="*/ 59 w 72"/>
                  <a:gd name="GluePoint17Y" fmla="*/ 26 h 109"/>
                  <a:gd name="GluePoint18X" fmla="*/ 52 w 72"/>
                  <a:gd name="GluePoint18Y" fmla="*/ 36 h 109"/>
                  <a:gd name="GluePoint19X" fmla="*/ 34 w 72"/>
                  <a:gd name="GluePoint19Y" fmla="*/ 72 h 109"/>
                  <a:gd name="GluePoint20X" fmla="*/ 33 w 72"/>
                  <a:gd name="GluePoint20Y" fmla="*/ 76 h 10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</a:cxnLst>
                <a:rect l="textAreaLeft" t="textAreaTop" r="textAreaRight" b="textAreaBottom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FFF6">
                      <a:alpha val="4000"/>
                    </a:srgbClr>
                  </a:gs>
                  <a:gs pos="100000">
                    <a:srgbClr val="FFFFFF">
                      <a:alpha val="1200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entury Gothic"/>
                </a:endParaRPr>
              </a:p>
            </p:txBody>
          </p:sp>
          <p:grpSp>
            <p:nvGrpSpPr>
              <p:cNvPr id="258" name="组合 58"/>
              <p:cNvGrpSpPr/>
              <p:nvPr/>
            </p:nvGrpSpPr>
            <p:grpSpPr>
              <a:xfrm>
                <a:off x="9713880" y="5897160"/>
                <a:ext cx="392040" cy="486360"/>
                <a:chOff x="9713880" y="5897160"/>
                <a:chExt cx="392040" cy="486360"/>
              </a:xfrm>
            </p:grpSpPr>
            <p:sp>
              <p:nvSpPr>
                <p:cNvPr id="259" name="Freeform 7"/>
                <p:cNvSpPr/>
                <p:nvPr/>
              </p:nvSpPr>
              <p:spPr>
                <a:xfrm>
                  <a:off x="9713880" y="5897160"/>
                  <a:ext cx="392040" cy="319320"/>
                </a:xfrm>
                <a:custGeom>
                  <a:avLst/>
                  <a:gdLst>
                    <a:gd name="textAreaLeft" fmla="*/ 0 w 392040"/>
                    <a:gd name="textAreaRight" fmla="*/ 392400 w 392040"/>
                    <a:gd name="textAreaTop" fmla="*/ 0 h 319320"/>
                    <a:gd name="textAreaBottom" fmla="*/ 319680 h 319320"/>
                    <a:gd name="GluePoint1X" fmla="*/ 101 w 128"/>
                    <a:gd name="GluePoint1Y" fmla="*/ 58 h 105"/>
                    <a:gd name="GluePoint2X" fmla="*/ 74 w 128"/>
                    <a:gd name="GluePoint2Y" fmla="*/ 56 h 105"/>
                    <a:gd name="GluePoint3X" fmla="*/ 68 w 128"/>
                    <a:gd name="GluePoint3Y" fmla="*/ 57 h 105"/>
                    <a:gd name="GluePoint4X" fmla="*/ 51 w 128"/>
                    <a:gd name="GluePoint4Y" fmla="*/ 59 h 105"/>
                    <a:gd name="GluePoint5X" fmla="*/ 36 w 128"/>
                    <a:gd name="GluePoint5Y" fmla="*/ 65 h 105"/>
                    <a:gd name="GluePoint6X" fmla="*/ 28 w 128"/>
                    <a:gd name="GluePoint6Y" fmla="*/ 73 h 105"/>
                    <a:gd name="GluePoint7X" fmla="*/ 16 w 128"/>
                    <a:gd name="GluePoint7Y" fmla="*/ 102 h 105"/>
                    <a:gd name="GluePoint8X" fmla="*/ 13 w 128"/>
                    <a:gd name="GluePoint8Y" fmla="*/ 104 h 105"/>
                    <a:gd name="GluePoint9X" fmla="*/ 1 w 128"/>
                    <a:gd name="GluePoint9Y" fmla="*/ 98 h 105"/>
                    <a:gd name="GluePoint10X" fmla="*/ 0 w 128"/>
                    <a:gd name="GluePoint10Y" fmla="*/ 93 h 105"/>
                    <a:gd name="GluePoint11X" fmla="*/ 15 w 128"/>
                    <a:gd name="GluePoint11Y" fmla="*/ 60 h 105"/>
                    <a:gd name="GluePoint12X" fmla="*/ 16 w 128"/>
                    <a:gd name="GluePoint12Y" fmla="*/ 58 h 105"/>
                    <a:gd name="GluePoint13X" fmla="*/ 20 w 128"/>
                    <a:gd name="GluePoint13Y" fmla="*/ 52 h 105"/>
                    <a:gd name="GluePoint14X" fmla="*/ 32 w 128"/>
                    <a:gd name="GluePoint14Y" fmla="*/ 54 h 105"/>
                    <a:gd name="GluePoint15X" fmla="*/ 39 w 128"/>
                    <a:gd name="GluePoint15Y" fmla="*/ 55 h 105"/>
                    <a:gd name="GluePoint16X" fmla="*/ 72 w 128"/>
                    <a:gd name="GluePoint16Y" fmla="*/ 21 h 105"/>
                    <a:gd name="GluePoint17X" fmla="*/ 74 w 128"/>
                    <a:gd name="GluePoint17Y" fmla="*/ 16 h 105"/>
                    <a:gd name="GluePoint18X" fmla="*/ 74 w 128"/>
                    <a:gd name="GluePoint18Y" fmla="*/ 11 h 105"/>
                    <a:gd name="GluePoint19X" fmla="*/ 71 w 128"/>
                    <a:gd name="GluePoint19Y" fmla="*/ 11 h 105"/>
                    <a:gd name="GluePoint20X" fmla="*/ 68 w 128"/>
                    <a:gd name="GluePoint20Y" fmla="*/ 15 h 105"/>
                    <a:gd name="GluePoint21X" fmla="*/ 68 w 128"/>
                    <a:gd name="GluePoint21Y" fmla="*/ 21 h 105"/>
                    <a:gd name="GluePoint22X" fmla="*/ 59 w 128"/>
                    <a:gd name="GluePoint22Y" fmla="*/ 29 h 105"/>
                    <a:gd name="GluePoint23X" fmla="*/ 53 w 128"/>
                    <a:gd name="GluePoint23Y" fmla="*/ 27 h 105"/>
                    <a:gd name="GluePoint24X" fmla="*/ 47 w 128"/>
                    <a:gd name="GluePoint24Y" fmla="*/ 24 h 105"/>
                    <a:gd name="GluePoint25X" fmla="*/ 47 w 128"/>
                    <a:gd name="GluePoint25Y" fmla="*/ 32 h 105"/>
                    <a:gd name="GluePoint26X" fmla="*/ 47 w 128"/>
                    <a:gd name="GluePoint26Y" fmla="*/ 34 h 105"/>
                    <a:gd name="GluePoint27X" fmla="*/ 43 w 128"/>
                    <a:gd name="GluePoint27Y" fmla="*/ 45 h 105"/>
                    <a:gd name="GluePoint28X" fmla="*/ 31 w 128"/>
                    <a:gd name="GluePoint28Y" fmla="*/ 39 h 105"/>
                    <a:gd name="GluePoint29X" fmla="*/ 29 w 128"/>
                    <a:gd name="GluePoint29Y" fmla="*/ 23 h 105"/>
                    <a:gd name="GluePoint30X" fmla="*/ 33 w 128"/>
                    <a:gd name="GluePoint30Y" fmla="*/ 14 h 105"/>
                    <a:gd name="GluePoint31X" fmla="*/ 36 w 128"/>
                    <a:gd name="GluePoint31Y" fmla="*/ 9 h 105"/>
                    <a:gd name="GluePoint32X" fmla="*/ 42 w 128"/>
                    <a:gd name="GluePoint32Y" fmla="*/ 13 h 105"/>
                    <a:gd name="GluePoint33X" fmla="*/ 44 w 128"/>
                    <a:gd name="GluePoint33Y" fmla="*/ 16 h 105"/>
                    <a:gd name="GluePoint34X" fmla="*/ 57 w 128"/>
                    <a:gd name="GluePoint34Y" fmla="*/ 14 h 105"/>
                    <a:gd name="GluePoint35X" fmla="*/ 62 w 128"/>
                    <a:gd name="GluePoint35Y" fmla="*/ 11 h 105"/>
                    <a:gd name="GluePoint36X" fmla="*/ 84 w 128"/>
                    <a:gd name="GluePoint36Y" fmla="*/ 0 h 105"/>
                    <a:gd name="GluePoint37X" fmla="*/ 96 w 128"/>
                    <a:gd name="GluePoint37Y" fmla="*/ 7 h 105"/>
                    <a:gd name="GluePoint38X" fmla="*/ 96 w 128"/>
                    <a:gd name="GluePoint38Y" fmla="*/ 20 h 105"/>
                    <a:gd name="GluePoint39X" fmla="*/ 83 w 128"/>
                    <a:gd name="GluePoint39Y" fmla="*/ 43 h 105"/>
                    <a:gd name="GluePoint40X" fmla="*/ 94 w 128"/>
                    <a:gd name="GluePoint40Y" fmla="*/ 44 h 105"/>
                    <a:gd name="GluePoint41X" fmla="*/ 122 w 128"/>
                    <a:gd name="GluePoint41Y" fmla="*/ 59 h 105"/>
                    <a:gd name="GluePoint42X" fmla="*/ 120 w 128"/>
                    <a:gd name="GluePoint42Y" fmla="*/ 73 h 105"/>
                    <a:gd name="GluePoint43X" fmla="*/ 98 w 128"/>
                    <a:gd name="GluePoint43Y" fmla="*/ 73 h 105"/>
                    <a:gd name="GluePoint44X" fmla="*/ 97 w 128"/>
                    <a:gd name="GluePoint44Y" fmla="*/ 66 h 105"/>
                    <a:gd name="GluePoint45X" fmla="*/ 101 w 128"/>
                    <a:gd name="GluePoint45Y" fmla="*/ 58 h 10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</a:cxnLst>
                  <a:rect l="textAreaLeft" t="textAreaTop" r="textAreaRight" b="textAreaBottom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260" name="Freeform 8"/>
                <p:cNvSpPr/>
                <p:nvPr/>
              </p:nvSpPr>
              <p:spPr>
                <a:xfrm>
                  <a:off x="9797040" y="6091560"/>
                  <a:ext cx="244080" cy="291960"/>
                </a:xfrm>
                <a:custGeom>
                  <a:avLst/>
                  <a:gdLst>
                    <a:gd name="textAreaLeft" fmla="*/ 0 w 244080"/>
                    <a:gd name="textAreaRight" fmla="*/ 244440 w 244080"/>
                    <a:gd name="textAreaTop" fmla="*/ 0 h 291960"/>
                    <a:gd name="textAreaBottom" fmla="*/ 292320 h 291960"/>
                    <a:gd name="GluePoint1X" fmla="*/ 46 w 80"/>
                    <a:gd name="GluePoint1Y" fmla="*/ 29 h 96"/>
                    <a:gd name="GluePoint2X" fmla="*/ 65 w 80"/>
                    <a:gd name="GluePoint2Y" fmla="*/ 29 h 96"/>
                    <a:gd name="GluePoint3X" fmla="*/ 79 w 80"/>
                    <a:gd name="GluePoint3Y" fmla="*/ 41 h 96"/>
                    <a:gd name="GluePoint4X" fmla="*/ 74 w 80"/>
                    <a:gd name="GluePoint4Y" fmla="*/ 43 h 96"/>
                    <a:gd name="GluePoint5X" fmla="*/ 60 w 80"/>
                    <a:gd name="GluePoint5Y" fmla="*/ 43 h 96"/>
                    <a:gd name="GluePoint6X" fmla="*/ 52 w 80"/>
                    <a:gd name="GluePoint6Y" fmla="*/ 50 h 96"/>
                    <a:gd name="GluePoint7X" fmla="*/ 49 w 80"/>
                    <a:gd name="GluePoint7Y" fmla="*/ 87 h 96"/>
                    <a:gd name="GluePoint8X" fmla="*/ 37 w 80"/>
                    <a:gd name="GluePoint8Y" fmla="*/ 95 h 96"/>
                    <a:gd name="GluePoint9X" fmla="*/ 21 w 80"/>
                    <a:gd name="GluePoint9Y" fmla="*/ 68 h 96"/>
                    <a:gd name="GluePoint10X" fmla="*/ 22 w 80"/>
                    <a:gd name="GluePoint10Y" fmla="*/ 62 h 96"/>
                    <a:gd name="GluePoint11X" fmla="*/ 30 w 80"/>
                    <a:gd name="GluePoint11Y" fmla="*/ 72 h 96"/>
                    <a:gd name="GluePoint12X" fmla="*/ 40 w 80"/>
                    <a:gd name="GluePoint12Y" fmla="*/ 70 h 96"/>
                    <a:gd name="GluePoint13X" fmla="*/ 43 w 80"/>
                    <a:gd name="GluePoint13Y" fmla="*/ 46 h 96"/>
                    <a:gd name="GluePoint14X" fmla="*/ 24 w 80"/>
                    <a:gd name="GluePoint14Y" fmla="*/ 52 h 96"/>
                    <a:gd name="GluePoint15X" fmla="*/ 19 w 80"/>
                    <a:gd name="GluePoint15Y" fmla="*/ 54 h 96"/>
                    <a:gd name="GluePoint16X" fmla="*/ 6 w 80"/>
                    <a:gd name="GluePoint16Y" fmla="*/ 54 h 96"/>
                    <a:gd name="GluePoint17X" fmla="*/ 2 w 80"/>
                    <a:gd name="GluePoint17Y" fmla="*/ 40 h 96"/>
                    <a:gd name="GluePoint18X" fmla="*/ 6 w 80"/>
                    <a:gd name="GluePoint18Y" fmla="*/ 37 h 96"/>
                    <a:gd name="GluePoint19X" fmla="*/ 28 w 80"/>
                    <a:gd name="GluePoint19Y" fmla="*/ 33 h 96"/>
                    <a:gd name="GluePoint20X" fmla="*/ 33 w 80"/>
                    <a:gd name="GluePoint20Y" fmla="*/ 32 h 96"/>
                    <a:gd name="GluePoint21X" fmla="*/ 36 w 80"/>
                    <a:gd name="GluePoint21Y" fmla="*/ 22 h 96"/>
                    <a:gd name="GluePoint22X" fmla="*/ 46 w 80"/>
                    <a:gd name="GluePoint22Y" fmla="*/ 12 h 96"/>
                    <a:gd name="GluePoint23X" fmla="*/ 45 w 80"/>
                    <a:gd name="GluePoint23Y" fmla="*/ 10 h 96"/>
                    <a:gd name="GluePoint24X" fmla="*/ 26 w 80"/>
                    <a:gd name="GluePoint24Y" fmla="*/ 17 h 96"/>
                    <a:gd name="GluePoint25X" fmla="*/ 15 w 80"/>
                    <a:gd name="GluePoint25Y" fmla="*/ 24 h 96"/>
                    <a:gd name="GluePoint26X" fmla="*/ 5 w 80"/>
                    <a:gd name="GluePoint26Y" fmla="*/ 22 h 96"/>
                    <a:gd name="GluePoint27X" fmla="*/ 1 w 80"/>
                    <a:gd name="GluePoint27Y" fmla="*/ 17 h 96"/>
                    <a:gd name="GluePoint28X" fmla="*/ 36 w 80"/>
                    <a:gd name="GluePoint28Y" fmla="*/ 2 h 96"/>
                    <a:gd name="GluePoint29X" fmla="*/ 55 w 80"/>
                    <a:gd name="GluePoint29Y" fmla="*/ 0 h 96"/>
                    <a:gd name="GluePoint30X" fmla="*/ 61 w 80"/>
                    <a:gd name="GluePoint30Y" fmla="*/ 6 h 96"/>
                    <a:gd name="GluePoint31X" fmla="*/ 59 w 80"/>
                    <a:gd name="GluePoint31Y" fmla="*/ 13 h 96"/>
                    <a:gd name="GluePoint32X" fmla="*/ 46 w 80"/>
                    <a:gd name="GluePoint32Y" fmla="*/ 29 h 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</a:cxnLst>
                  <a:rect l="textAreaLeft" t="textAreaTop" r="textAreaRight" b="textAreaBottom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261" name="组合 59"/>
              <p:cNvGrpSpPr/>
              <p:nvPr/>
            </p:nvGrpSpPr>
            <p:grpSpPr>
              <a:xfrm>
                <a:off x="10260360" y="6030360"/>
                <a:ext cx="237240" cy="253800"/>
                <a:chOff x="10260360" y="6030360"/>
                <a:chExt cx="237240" cy="253800"/>
              </a:xfrm>
            </p:grpSpPr>
            <p:sp>
              <p:nvSpPr>
                <p:cNvPr id="262" name="Freeform 15"/>
                <p:cNvSpPr/>
                <p:nvPr/>
              </p:nvSpPr>
              <p:spPr>
                <a:xfrm>
                  <a:off x="10260360" y="6086880"/>
                  <a:ext cx="109080" cy="176040"/>
                </a:xfrm>
                <a:custGeom>
                  <a:avLst/>
                  <a:gdLst>
                    <a:gd name="textAreaLeft" fmla="*/ 0 w 109080"/>
                    <a:gd name="textAreaRight" fmla="*/ 109440 w 109080"/>
                    <a:gd name="textAreaTop" fmla="*/ 0 h 176040"/>
                    <a:gd name="textAreaBottom" fmla="*/ 176400 h 176040"/>
                    <a:gd name="GluePoint1X" fmla="*/ 16 w 39"/>
                    <a:gd name="GluePoint1Y" fmla="*/ 29 h 58"/>
                    <a:gd name="GluePoint2X" fmla="*/ 27 w 39"/>
                    <a:gd name="GluePoint2Y" fmla="*/ 7 h 58"/>
                    <a:gd name="GluePoint3X" fmla="*/ 31 w 39"/>
                    <a:gd name="GluePoint3Y" fmla="*/ 1 h 58"/>
                    <a:gd name="GluePoint4X" fmla="*/ 34 w 39"/>
                    <a:gd name="GluePoint4Y" fmla="*/ 6 h 58"/>
                    <a:gd name="GluePoint5X" fmla="*/ 35 w 39"/>
                    <a:gd name="GluePoint5Y" fmla="*/ 26 h 58"/>
                    <a:gd name="GluePoint6X" fmla="*/ 20 w 39"/>
                    <a:gd name="GluePoint6Y" fmla="*/ 52 h 58"/>
                    <a:gd name="GluePoint7X" fmla="*/ 9 w 39"/>
                    <a:gd name="GluePoint7Y" fmla="*/ 57 h 58"/>
                    <a:gd name="GluePoint8X" fmla="*/ 1 w 39"/>
                    <a:gd name="GluePoint8Y" fmla="*/ 43 h 58"/>
                    <a:gd name="GluePoint9X" fmla="*/ 4 w 39"/>
                    <a:gd name="GluePoint9Y" fmla="*/ 6 h 58"/>
                    <a:gd name="GluePoint10X" fmla="*/ 8 w 39"/>
                    <a:gd name="GluePoint10Y" fmla="*/ 0 h 58"/>
                    <a:gd name="GluePoint11X" fmla="*/ 15 w 39"/>
                    <a:gd name="GluePoint11Y" fmla="*/ 6 h 58"/>
                    <a:gd name="GluePoint12X" fmla="*/ 14 w 39"/>
                    <a:gd name="GluePoint12Y" fmla="*/ 20 h 58"/>
                    <a:gd name="GluePoint13X" fmla="*/ 14 w 39"/>
                    <a:gd name="GluePoint13Y" fmla="*/ 28 h 58"/>
                    <a:gd name="GluePoint14X" fmla="*/ 16 w 39"/>
                    <a:gd name="GluePoint14Y" fmla="*/ 29 h 5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76320" rIns="763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263" name="Freeform 16"/>
                <p:cNvSpPr/>
                <p:nvPr/>
              </p:nvSpPr>
              <p:spPr>
                <a:xfrm>
                  <a:off x="10378440" y="6036120"/>
                  <a:ext cx="119160" cy="248040"/>
                </a:xfrm>
                <a:custGeom>
                  <a:avLst/>
                  <a:gdLst>
                    <a:gd name="textAreaLeft" fmla="*/ 0 w 119160"/>
                    <a:gd name="textAreaRight" fmla="*/ 119520 w 119160"/>
                    <a:gd name="textAreaTop" fmla="*/ 0 h 248040"/>
                    <a:gd name="textAreaBottom" fmla="*/ 248400 h 248040"/>
                    <a:gd name="GluePoint1X" fmla="*/ 9 w 47"/>
                    <a:gd name="GluePoint1Y" fmla="*/ 73 h 88"/>
                    <a:gd name="GluePoint2X" fmla="*/ 3 w 47"/>
                    <a:gd name="GluePoint2Y" fmla="*/ 67 h 88"/>
                    <a:gd name="GluePoint3X" fmla="*/ 3 w 47"/>
                    <a:gd name="GluePoint3Y" fmla="*/ 57 h 88"/>
                    <a:gd name="GluePoint4X" fmla="*/ 20 w 47"/>
                    <a:gd name="GluePoint4Y" fmla="*/ 38 h 88"/>
                    <a:gd name="GluePoint5X" fmla="*/ 33 w 47"/>
                    <a:gd name="GluePoint5Y" fmla="*/ 20 h 88"/>
                    <a:gd name="GluePoint6X" fmla="*/ 33 w 47"/>
                    <a:gd name="GluePoint6Y" fmla="*/ 4 h 88"/>
                    <a:gd name="GluePoint7X" fmla="*/ 32 w 47"/>
                    <a:gd name="GluePoint7Y" fmla="*/ 1 h 88"/>
                    <a:gd name="GluePoint8X" fmla="*/ 33 w 47"/>
                    <a:gd name="GluePoint8Y" fmla="*/ 0 h 88"/>
                    <a:gd name="GluePoint9X" fmla="*/ 41 w 47"/>
                    <a:gd name="GluePoint9Y" fmla="*/ 6 h 88"/>
                    <a:gd name="GluePoint10X" fmla="*/ 43 w 47"/>
                    <a:gd name="GluePoint10Y" fmla="*/ 26 h 88"/>
                    <a:gd name="GluePoint11X" fmla="*/ 29 w 47"/>
                    <a:gd name="GluePoint11Y" fmla="*/ 48 h 88"/>
                    <a:gd name="GluePoint12X" fmla="*/ 30 w 47"/>
                    <a:gd name="GluePoint12Y" fmla="*/ 52 h 88"/>
                    <a:gd name="GluePoint13X" fmla="*/ 40 w 47"/>
                    <a:gd name="GluePoint13Y" fmla="*/ 73 h 88"/>
                    <a:gd name="GluePoint14X" fmla="*/ 41 w 47"/>
                    <a:gd name="GluePoint14Y" fmla="*/ 84 h 88"/>
                    <a:gd name="GluePoint15X" fmla="*/ 37 w 47"/>
                    <a:gd name="GluePoint15Y" fmla="*/ 86 h 88"/>
                    <a:gd name="GluePoint16X" fmla="*/ 31 w 47"/>
                    <a:gd name="GluePoint16Y" fmla="*/ 75 h 88"/>
                    <a:gd name="GluePoint17X" fmla="*/ 28 w 47"/>
                    <a:gd name="GluePoint17Y" fmla="*/ 60 h 88"/>
                    <a:gd name="GluePoint18X" fmla="*/ 22 w 47"/>
                    <a:gd name="GluePoint18Y" fmla="*/ 59 h 88"/>
                    <a:gd name="GluePoint19X" fmla="*/ 9 w 47"/>
                    <a:gd name="GluePoint19Y" fmla="*/ 73 h 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</a:cxnLst>
                  <a:rect l="textAreaLeft" t="textAreaTop" r="textAreaRight" b="textAreaBottom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83160" rIns="8316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264" name="Freeform 17"/>
                <p:cNvSpPr/>
                <p:nvPr/>
              </p:nvSpPr>
              <p:spPr>
                <a:xfrm>
                  <a:off x="10322640" y="6030360"/>
                  <a:ext cx="78120" cy="45360"/>
                </a:xfrm>
                <a:custGeom>
                  <a:avLst/>
                  <a:gdLst>
                    <a:gd name="textAreaLeft" fmla="*/ 0 w 78120"/>
                    <a:gd name="textAreaRight" fmla="*/ 78480 w 78120"/>
                    <a:gd name="textAreaTop" fmla="*/ 0 h 45360"/>
                    <a:gd name="textAreaBottom" fmla="*/ 45720 h 45360"/>
                    <a:gd name="GluePoint1X" fmla="*/ 0 w 26"/>
                    <a:gd name="GluePoint1Y" fmla="*/ 0 h 19"/>
                    <a:gd name="GluePoint2X" fmla="*/ 20 w 26"/>
                    <a:gd name="GluePoint2Y" fmla="*/ 1 h 19"/>
                    <a:gd name="GluePoint3X" fmla="*/ 23 w 26"/>
                    <a:gd name="GluePoint3Y" fmla="*/ 12 h 19"/>
                    <a:gd name="GluePoint4X" fmla="*/ 12 w 26"/>
                    <a:gd name="GluePoint4Y" fmla="*/ 18 h 19"/>
                    <a:gd name="GluePoint5X" fmla="*/ 3 w 26"/>
                    <a:gd name="GluePoint5Y" fmla="*/ 11 h 19"/>
                    <a:gd name="GluePoint6X" fmla="*/ 0 w 26"/>
                    <a:gd name="GluePoint6Y" fmla="*/ 0 h 1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4720" tIns="22680" rIns="54720" bIns="2268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  <p:grpSp>
          <p:nvGrpSpPr>
            <p:cNvPr id="265" name="组合 42"/>
            <p:cNvGrpSpPr/>
            <p:nvPr/>
          </p:nvGrpSpPr>
          <p:grpSpPr>
            <a:xfrm>
              <a:off x="7387920" y="5891400"/>
              <a:ext cx="1793160" cy="496800"/>
              <a:chOff x="7387920" y="5891400"/>
              <a:chExt cx="1793160" cy="496800"/>
            </a:xfrm>
          </p:grpSpPr>
          <p:grpSp>
            <p:nvGrpSpPr>
              <p:cNvPr id="266" name="组合 43"/>
              <p:cNvGrpSpPr/>
              <p:nvPr/>
            </p:nvGrpSpPr>
            <p:grpSpPr>
              <a:xfrm>
                <a:off x="8340840" y="5972400"/>
                <a:ext cx="346680" cy="364680"/>
                <a:chOff x="8340840" y="5972400"/>
                <a:chExt cx="346680" cy="364680"/>
              </a:xfrm>
            </p:grpSpPr>
            <p:sp>
              <p:nvSpPr>
                <p:cNvPr id="267" name="Freeform 9"/>
                <p:cNvSpPr/>
                <p:nvPr/>
              </p:nvSpPr>
              <p:spPr>
                <a:xfrm>
                  <a:off x="8340840" y="5999760"/>
                  <a:ext cx="180360" cy="306720"/>
                </a:xfrm>
                <a:custGeom>
                  <a:avLst/>
                  <a:gdLst>
                    <a:gd name="textAreaLeft" fmla="*/ 0 w 180360"/>
                    <a:gd name="textAreaRight" fmla="*/ 180720 w 180360"/>
                    <a:gd name="textAreaTop" fmla="*/ 0 h 306720"/>
                    <a:gd name="textAreaBottom" fmla="*/ 307080 h 306720"/>
                    <a:gd name="GluePoint1X" fmla="*/ 39 w 59"/>
                    <a:gd name="GluePoint1Y" fmla="*/ 78 h 101"/>
                    <a:gd name="GluePoint2X" fmla="*/ 17 w 59"/>
                    <a:gd name="GluePoint2Y" fmla="*/ 94 h 101"/>
                    <a:gd name="GluePoint3X" fmla="*/ 8 w 59"/>
                    <a:gd name="GluePoint3Y" fmla="*/ 94 h 101"/>
                    <a:gd name="GluePoint4X" fmla="*/ 0 w 59"/>
                    <a:gd name="GluePoint4Y" fmla="*/ 79 h 101"/>
                    <a:gd name="GluePoint5X" fmla="*/ 17 w 59"/>
                    <a:gd name="GluePoint5Y" fmla="*/ 73 h 101"/>
                    <a:gd name="GluePoint6X" fmla="*/ 10 w 59"/>
                    <a:gd name="GluePoint6Y" fmla="*/ 68 h 101"/>
                    <a:gd name="GluePoint7X" fmla="*/ 8 w 59"/>
                    <a:gd name="GluePoint7Y" fmla="*/ 60 h 101"/>
                    <a:gd name="GluePoint8X" fmla="*/ 18 w 59"/>
                    <a:gd name="GluePoint8Y" fmla="*/ 23 h 101"/>
                    <a:gd name="GluePoint9X" fmla="*/ 26 w 59"/>
                    <a:gd name="GluePoint9Y" fmla="*/ 17 h 101"/>
                    <a:gd name="GluePoint10X" fmla="*/ 36 w 59"/>
                    <a:gd name="GluePoint10Y" fmla="*/ 26 h 101"/>
                    <a:gd name="GluePoint11X" fmla="*/ 36 w 59"/>
                    <a:gd name="GluePoint11Y" fmla="*/ 27 h 101"/>
                    <a:gd name="GluePoint12X" fmla="*/ 43 w 59"/>
                    <a:gd name="GluePoint12Y" fmla="*/ 40 h 101"/>
                    <a:gd name="GluePoint13X" fmla="*/ 42 w 59"/>
                    <a:gd name="GluePoint13Y" fmla="*/ 12 h 101"/>
                    <a:gd name="GluePoint14X" fmla="*/ 21 w 59"/>
                    <a:gd name="GluePoint14Y" fmla="*/ 5 h 101"/>
                    <a:gd name="GluePoint15X" fmla="*/ 44 w 59"/>
                    <a:gd name="GluePoint15Y" fmla="*/ 1 h 101"/>
                    <a:gd name="GluePoint16X" fmla="*/ 57 w 59"/>
                    <a:gd name="GluePoint16Y" fmla="*/ 17 h 101"/>
                    <a:gd name="GluePoint17X" fmla="*/ 56 w 59"/>
                    <a:gd name="GluePoint17Y" fmla="*/ 48 h 101"/>
                    <a:gd name="GluePoint18X" fmla="*/ 57 w 59"/>
                    <a:gd name="GluePoint18Y" fmla="*/ 55 h 101"/>
                    <a:gd name="GluePoint19X" fmla="*/ 55 w 59"/>
                    <a:gd name="GluePoint19Y" fmla="*/ 64 h 101"/>
                    <a:gd name="GluePoint20X" fmla="*/ 54 w 59"/>
                    <a:gd name="GluePoint20Y" fmla="*/ 71 h 101"/>
                    <a:gd name="GluePoint21X" fmla="*/ 52 w 59"/>
                    <a:gd name="GluePoint21Y" fmla="*/ 95 h 101"/>
                    <a:gd name="GluePoint22X" fmla="*/ 49 w 59"/>
                    <a:gd name="GluePoint22Y" fmla="*/ 101 h 101"/>
                    <a:gd name="GluePoint23X" fmla="*/ 43 w 59"/>
                    <a:gd name="GluePoint23Y" fmla="*/ 98 h 101"/>
                    <a:gd name="GluePoint24X" fmla="*/ 38 w 59"/>
                    <a:gd name="GluePoint24Y" fmla="*/ 86 h 101"/>
                    <a:gd name="GluePoint25X" fmla="*/ 39 w 59"/>
                    <a:gd name="GluePoint25Y" fmla="*/ 78 h 101"/>
                    <a:gd name="GluePoint26X" fmla="*/ 42 w 59"/>
                    <a:gd name="GluePoint26Y" fmla="*/ 47 h 101"/>
                    <a:gd name="GluePoint27X" fmla="*/ 32 w 59"/>
                    <a:gd name="GluePoint27Y" fmla="*/ 44 h 101"/>
                    <a:gd name="GluePoint28X" fmla="*/ 29 w 59"/>
                    <a:gd name="GluePoint28Y" fmla="*/ 64 h 101"/>
                    <a:gd name="GluePoint29X" fmla="*/ 42 w 59"/>
                    <a:gd name="GluePoint29Y" fmla="*/ 47 h 10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</a:cxnLst>
                  <a:rect l="textAreaLeft" t="textAreaTop" r="textAreaRight" b="textAreaBottom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268" name="Freeform 10"/>
                <p:cNvSpPr/>
                <p:nvPr/>
              </p:nvSpPr>
              <p:spPr>
                <a:xfrm>
                  <a:off x="8518320" y="5972400"/>
                  <a:ext cx="169200" cy="364680"/>
                </a:xfrm>
                <a:custGeom>
                  <a:avLst/>
                  <a:gdLst>
                    <a:gd name="textAreaLeft" fmla="*/ 0 w 169200"/>
                    <a:gd name="textAreaRight" fmla="*/ 169560 w 169200"/>
                    <a:gd name="textAreaTop" fmla="*/ 0 h 364680"/>
                    <a:gd name="textAreaBottom" fmla="*/ 365040 h 364680"/>
                    <a:gd name="GluePoint1X" fmla="*/ 11 w 55"/>
                    <a:gd name="GluePoint1Y" fmla="*/ 89 h 120"/>
                    <a:gd name="GluePoint2X" fmla="*/ 10 w 55"/>
                    <a:gd name="GluePoint2Y" fmla="*/ 100 h 120"/>
                    <a:gd name="GluePoint3X" fmla="*/ 6 w 55"/>
                    <a:gd name="GluePoint3Y" fmla="*/ 104 h 120"/>
                    <a:gd name="GluePoint4X" fmla="*/ 1 w 55"/>
                    <a:gd name="GluePoint4Y" fmla="*/ 99 h 120"/>
                    <a:gd name="GluePoint5X" fmla="*/ 3 w 55"/>
                    <a:gd name="GluePoint5Y" fmla="*/ 84 h 120"/>
                    <a:gd name="GluePoint6X" fmla="*/ 14 w 55"/>
                    <a:gd name="GluePoint6Y" fmla="*/ 37 h 120"/>
                    <a:gd name="GluePoint7X" fmla="*/ 22 w 55"/>
                    <a:gd name="GluePoint7Y" fmla="*/ 11 h 120"/>
                    <a:gd name="GluePoint8X" fmla="*/ 26 w 55"/>
                    <a:gd name="GluePoint8Y" fmla="*/ 19 h 120"/>
                    <a:gd name="GluePoint9X" fmla="*/ 20 w 55"/>
                    <a:gd name="GluePoint9Y" fmla="*/ 40 h 120"/>
                    <a:gd name="GluePoint10X" fmla="*/ 27 w 55"/>
                    <a:gd name="GluePoint10Y" fmla="*/ 35 h 120"/>
                    <a:gd name="GluePoint11X" fmla="*/ 35 w 55"/>
                    <a:gd name="GluePoint11Y" fmla="*/ 30 h 120"/>
                    <a:gd name="GluePoint12X" fmla="*/ 33 w 55"/>
                    <a:gd name="GluePoint12Y" fmla="*/ 9 h 120"/>
                    <a:gd name="GluePoint13X" fmla="*/ 28 w 55"/>
                    <a:gd name="GluePoint13Y" fmla="*/ 8 h 120"/>
                    <a:gd name="GluePoint14X" fmla="*/ 19 w 55"/>
                    <a:gd name="GluePoint14Y" fmla="*/ 12 h 120"/>
                    <a:gd name="GluePoint15X" fmla="*/ 12 w 55"/>
                    <a:gd name="GluePoint15Y" fmla="*/ 15 h 120"/>
                    <a:gd name="GluePoint16X" fmla="*/ 9 w 55"/>
                    <a:gd name="GluePoint16Y" fmla="*/ 11 h 120"/>
                    <a:gd name="GluePoint17X" fmla="*/ 11 w 55"/>
                    <a:gd name="GluePoint17Y" fmla="*/ 8 h 120"/>
                    <a:gd name="GluePoint18X" fmla="*/ 31 w 55"/>
                    <a:gd name="GluePoint18Y" fmla="*/ 0 h 120"/>
                    <a:gd name="GluePoint19X" fmla="*/ 45 w 55"/>
                    <a:gd name="GluePoint19Y" fmla="*/ 15 h 120"/>
                    <a:gd name="GluePoint20X" fmla="*/ 44 w 55"/>
                    <a:gd name="GluePoint20Y" fmla="*/ 46 h 120"/>
                    <a:gd name="GluePoint21X" fmla="*/ 48 w 55"/>
                    <a:gd name="GluePoint21Y" fmla="*/ 54 h 120"/>
                    <a:gd name="GluePoint22X" fmla="*/ 48 w 55"/>
                    <a:gd name="GluePoint22Y" fmla="*/ 71 h 120"/>
                    <a:gd name="GluePoint23X" fmla="*/ 44 w 55"/>
                    <a:gd name="GluePoint23Y" fmla="*/ 77 h 120"/>
                    <a:gd name="GluePoint24X" fmla="*/ 44 w 55"/>
                    <a:gd name="GluePoint24Y" fmla="*/ 110 h 120"/>
                    <a:gd name="GluePoint25X" fmla="*/ 44 w 55"/>
                    <a:gd name="GluePoint25Y" fmla="*/ 114 h 120"/>
                    <a:gd name="GluePoint26X" fmla="*/ 41 w 55"/>
                    <a:gd name="GluePoint26Y" fmla="*/ 120 h 120"/>
                    <a:gd name="GluePoint27X" fmla="*/ 32 w 55"/>
                    <a:gd name="GluePoint27Y" fmla="*/ 118 h 120"/>
                    <a:gd name="GluePoint28X" fmla="*/ 13 w 55"/>
                    <a:gd name="GluePoint28Y" fmla="*/ 91 h 120"/>
                    <a:gd name="GluePoint29X" fmla="*/ 12 w 55"/>
                    <a:gd name="GluePoint29Y" fmla="*/ 89 h 120"/>
                    <a:gd name="GluePoint30X" fmla="*/ 11 w 55"/>
                    <a:gd name="GluePoint30Y" fmla="*/ 89 h 120"/>
                    <a:gd name="GluePoint31X" fmla="*/ 24 w 55"/>
                    <a:gd name="GluePoint31Y" fmla="*/ 76 h 120"/>
                    <a:gd name="GluePoint32X" fmla="*/ 23 w 55"/>
                    <a:gd name="GluePoint32Y" fmla="*/ 74 h 120"/>
                    <a:gd name="GluePoint33X" fmla="*/ 27 w 55"/>
                    <a:gd name="GluePoint33Y" fmla="*/ 71 h 120"/>
                    <a:gd name="GluePoint34X" fmla="*/ 33 w 55"/>
                    <a:gd name="GluePoint34Y" fmla="*/ 67 h 120"/>
                    <a:gd name="GluePoint35X" fmla="*/ 32 w 55"/>
                    <a:gd name="GluePoint35Y" fmla="*/ 63 h 120"/>
                    <a:gd name="GluePoint36X" fmla="*/ 22 w 55"/>
                    <a:gd name="GluePoint36Y" fmla="*/ 52 h 120"/>
                    <a:gd name="GluePoint37X" fmla="*/ 18 w 55"/>
                    <a:gd name="GluePoint37Y" fmla="*/ 89 h 120"/>
                    <a:gd name="GluePoint38X" fmla="*/ 33 w 55"/>
                    <a:gd name="GluePoint38Y" fmla="*/ 107 h 120"/>
                    <a:gd name="GluePoint39X" fmla="*/ 35 w 55"/>
                    <a:gd name="GluePoint39Y" fmla="*/ 77 h 120"/>
                    <a:gd name="GluePoint40X" fmla="*/ 31 w 55"/>
                    <a:gd name="GluePoint40Y" fmla="*/ 75 h 120"/>
                    <a:gd name="GluePoint41X" fmla="*/ 24 w 55"/>
                    <a:gd name="GluePoint41Y" fmla="*/ 76 h 12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</a:cxnLst>
                  <a:rect l="textAreaLeft" t="textAreaTop" r="textAreaRight" b="textAreaBottom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269" name="组合 44"/>
              <p:cNvGrpSpPr/>
              <p:nvPr/>
            </p:nvGrpSpPr>
            <p:grpSpPr>
              <a:xfrm>
                <a:off x="7387920" y="5891400"/>
                <a:ext cx="393120" cy="496800"/>
                <a:chOff x="7387920" y="5891400"/>
                <a:chExt cx="393120" cy="496800"/>
              </a:xfrm>
            </p:grpSpPr>
            <p:sp>
              <p:nvSpPr>
                <p:cNvPr id="270" name="Freeform 13"/>
                <p:cNvSpPr/>
                <p:nvPr/>
              </p:nvSpPr>
              <p:spPr>
                <a:xfrm>
                  <a:off x="7387920" y="5891400"/>
                  <a:ext cx="393120" cy="469440"/>
                </a:xfrm>
                <a:custGeom>
                  <a:avLst/>
                  <a:gdLst>
                    <a:gd name="textAreaLeft" fmla="*/ 0 w 393120"/>
                    <a:gd name="textAreaRight" fmla="*/ 393480 w 393120"/>
                    <a:gd name="textAreaTop" fmla="*/ 0 h 469440"/>
                    <a:gd name="textAreaBottom" fmla="*/ 469800 h 469440"/>
                    <a:gd name="GluePoint1X" fmla="*/ 54 w 128"/>
                    <a:gd name="GluePoint1Y" fmla="*/ 76 h 154"/>
                    <a:gd name="GluePoint2X" fmla="*/ 66 w 128"/>
                    <a:gd name="GluePoint2Y" fmla="*/ 53 h 154"/>
                    <a:gd name="GluePoint3X" fmla="*/ 49 w 128"/>
                    <a:gd name="GluePoint3Y" fmla="*/ 47 h 154"/>
                    <a:gd name="GluePoint4X" fmla="*/ 64 w 128"/>
                    <a:gd name="GluePoint4Y" fmla="*/ 44 h 154"/>
                    <a:gd name="GluePoint5X" fmla="*/ 83 w 128"/>
                    <a:gd name="GluePoint5Y" fmla="*/ 6 h 154"/>
                    <a:gd name="GluePoint6X" fmla="*/ 91 w 128"/>
                    <a:gd name="GluePoint6Y" fmla="*/ 11 h 154"/>
                    <a:gd name="GluePoint7X" fmla="*/ 96 w 128"/>
                    <a:gd name="GluePoint7Y" fmla="*/ 36 h 154"/>
                    <a:gd name="GluePoint8X" fmla="*/ 106 w 128"/>
                    <a:gd name="GluePoint8Y" fmla="*/ 41 h 154"/>
                    <a:gd name="GluePoint9X" fmla="*/ 82 w 128"/>
                    <a:gd name="GluePoint9Y" fmla="*/ 50 h 154"/>
                    <a:gd name="GluePoint10X" fmla="*/ 71 w 128"/>
                    <a:gd name="GluePoint10Y" fmla="*/ 65 h 154"/>
                    <a:gd name="GluePoint11X" fmla="*/ 110 w 128"/>
                    <a:gd name="GluePoint11Y" fmla="*/ 74 h 154"/>
                    <a:gd name="GluePoint12X" fmla="*/ 101 w 128"/>
                    <a:gd name="GluePoint12Y" fmla="*/ 87 h 154"/>
                    <a:gd name="GluePoint13X" fmla="*/ 111 w 128"/>
                    <a:gd name="GluePoint13Y" fmla="*/ 98 h 154"/>
                    <a:gd name="GluePoint14X" fmla="*/ 92 w 128"/>
                    <a:gd name="GluePoint14Y" fmla="*/ 104 h 154"/>
                    <a:gd name="GluePoint15X" fmla="*/ 86 w 128"/>
                    <a:gd name="GluePoint15Y" fmla="*/ 116 h 154"/>
                    <a:gd name="GluePoint16X" fmla="*/ 124 w 128"/>
                    <a:gd name="GluePoint16Y" fmla="*/ 112 h 154"/>
                    <a:gd name="GluePoint17X" fmla="*/ 120 w 128"/>
                    <a:gd name="GluePoint17Y" fmla="*/ 122 h 154"/>
                    <a:gd name="GluePoint18X" fmla="*/ 111 w 128"/>
                    <a:gd name="GluePoint18Y" fmla="*/ 144 h 154"/>
                    <a:gd name="GluePoint19X" fmla="*/ 105 w 128"/>
                    <a:gd name="GluePoint19Y" fmla="*/ 153 h 154"/>
                    <a:gd name="GluePoint20X" fmla="*/ 55 w 128"/>
                    <a:gd name="GluePoint20Y" fmla="*/ 129 h 154"/>
                    <a:gd name="GluePoint21X" fmla="*/ 53 w 128"/>
                    <a:gd name="GluePoint21Y" fmla="*/ 121 h 154"/>
                    <a:gd name="GluePoint22X" fmla="*/ 61 w 128"/>
                    <a:gd name="GluePoint22Y" fmla="*/ 125 h 154"/>
                    <a:gd name="GluePoint23X" fmla="*/ 94 w 128"/>
                    <a:gd name="GluePoint23Y" fmla="*/ 140 h 154"/>
                    <a:gd name="GluePoint24X" fmla="*/ 85 w 128"/>
                    <a:gd name="GluePoint24Y" fmla="*/ 127 h 154"/>
                    <a:gd name="GluePoint25X" fmla="*/ 71 w 128"/>
                    <a:gd name="GluePoint25Y" fmla="*/ 108 h 154"/>
                    <a:gd name="GluePoint26X" fmla="*/ 52 w 128"/>
                    <a:gd name="GluePoint26Y" fmla="*/ 113 h 154"/>
                    <a:gd name="GluePoint27X" fmla="*/ 38 w 128"/>
                    <a:gd name="GluePoint27Y" fmla="*/ 97 h 154"/>
                    <a:gd name="GluePoint28X" fmla="*/ 51 w 128"/>
                    <a:gd name="GluePoint28Y" fmla="*/ 97 h 154"/>
                    <a:gd name="GluePoint29X" fmla="*/ 34 w 128"/>
                    <a:gd name="GluePoint29Y" fmla="*/ 93 h 154"/>
                    <a:gd name="GluePoint30X" fmla="*/ 35 w 128"/>
                    <a:gd name="GluePoint30Y" fmla="*/ 105 h 154"/>
                    <a:gd name="GluePoint31X" fmla="*/ 26 w 128"/>
                    <a:gd name="GluePoint31Y" fmla="*/ 154 h 154"/>
                    <a:gd name="GluePoint32X" fmla="*/ 20 w 128"/>
                    <a:gd name="GluePoint32Y" fmla="*/ 118 h 154"/>
                    <a:gd name="GluePoint33X" fmla="*/ 0 w 128"/>
                    <a:gd name="GluePoint33Y" fmla="*/ 103 h 154"/>
                    <a:gd name="GluePoint34X" fmla="*/ 19 w 128"/>
                    <a:gd name="GluePoint34Y" fmla="*/ 72 h 154"/>
                    <a:gd name="GluePoint35X" fmla="*/ 25 w 128"/>
                    <a:gd name="GluePoint35Y" fmla="*/ 51 h 154"/>
                    <a:gd name="GluePoint36X" fmla="*/ 39 w 128"/>
                    <a:gd name="GluePoint36Y" fmla="*/ 14 h 154"/>
                    <a:gd name="GluePoint37X" fmla="*/ 51 w 128"/>
                    <a:gd name="GluePoint37Y" fmla="*/ 24 h 154"/>
                    <a:gd name="GluePoint38X" fmla="*/ 39 w 128"/>
                    <a:gd name="GluePoint38Y" fmla="*/ 44 h 154"/>
                    <a:gd name="GluePoint39X" fmla="*/ 48 w 128"/>
                    <a:gd name="GluePoint39Y" fmla="*/ 73 h 154"/>
                    <a:gd name="GluePoint40X" fmla="*/ 81 w 128"/>
                    <a:gd name="GluePoint40Y" fmla="*/ 90 h 154"/>
                    <a:gd name="GluePoint41X" fmla="*/ 92 w 128"/>
                    <a:gd name="GluePoint41Y" fmla="*/ 71 h 154"/>
                    <a:gd name="GluePoint42X" fmla="*/ 81 w 128"/>
                    <a:gd name="GluePoint42Y" fmla="*/ 80 h 154"/>
                    <a:gd name="GluePoint43X" fmla="*/ 76 w 128"/>
                    <a:gd name="GluePoint43Y" fmla="*/ 73 h 154"/>
                    <a:gd name="GluePoint44X" fmla="*/ 67 w 128"/>
                    <a:gd name="GluePoint44Y" fmla="*/ 79 h 154"/>
                    <a:gd name="GluePoint45X" fmla="*/ 76 w 128"/>
                    <a:gd name="GluePoint45Y" fmla="*/ 73 h 154"/>
                    <a:gd name="GluePoint46X" fmla="*/ 56 w 128"/>
                    <a:gd name="GluePoint46Y" fmla="*/ 88 h 154"/>
                    <a:gd name="GluePoint47X" fmla="*/ 63 w 128"/>
                    <a:gd name="GluePoint47Y" fmla="*/ 81 h 154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</a:cxnLst>
                  <a:rect l="textAreaLeft" t="textAreaTop" r="textAreaRight" b="textAreaBottom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271" name="Freeform 14"/>
                <p:cNvSpPr/>
                <p:nvPr/>
              </p:nvSpPr>
              <p:spPr>
                <a:xfrm>
                  <a:off x="7495920" y="6257880"/>
                  <a:ext cx="48600" cy="130320"/>
                </a:xfrm>
                <a:custGeom>
                  <a:avLst/>
                  <a:gdLst>
                    <a:gd name="textAreaLeft" fmla="*/ 0 w 48600"/>
                    <a:gd name="textAreaRight" fmla="*/ 48960 w 48600"/>
                    <a:gd name="textAreaTop" fmla="*/ 0 h 130320"/>
                    <a:gd name="textAreaBottom" fmla="*/ 130680 h 130320"/>
                    <a:gd name="GluePoint1X" fmla="*/ 9 w 16"/>
                    <a:gd name="GluePoint1Y" fmla="*/ 0 h 43"/>
                    <a:gd name="GluePoint2X" fmla="*/ 15 w 16"/>
                    <a:gd name="GluePoint2Y" fmla="*/ 11 h 43"/>
                    <a:gd name="GluePoint3X" fmla="*/ 9 w 16"/>
                    <a:gd name="GluePoint3Y" fmla="*/ 43 h 43"/>
                    <a:gd name="GluePoint4X" fmla="*/ 2 w 16"/>
                    <a:gd name="GluePoint4Y" fmla="*/ 39 h 43"/>
                    <a:gd name="GluePoint5X" fmla="*/ 0 w 16"/>
                    <a:gd name="GluePoint5Y" fmla="*/ 35 h 43"/>
                    <a:gd name="GluePoint6X" fmla="*/ 9 w 16"/>
                    <a:gd name="GluePoint6Y" fmla="*/ 0 h 4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34200" rIns="3420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272" name="组合 45"/>
              <p:cNvGrpSpPr/>
              <p:nvPr/>
            </p:nvGrpSpPr>
            <p:grpSpPr>
              <a:xfrm>
                <a:off x="7921080" y="6033600"/>
                <a:ext cx="263520" cy="227160"/>
                <a:chOff x="7921080" y="6033600"/>
                <a:chExt cx="263520" cy="227160"/>
              </a:xfrm>
            </p:grpSpPr>
            <p:sp>
              <p:nvSpPr>
                <p:cNvPr id="273" name="Freeform 18"/>
                <p:cNvSpPr/>
                <p:nvPr/>
              </p:nvSpPr>
              <p:spPr>
                <a:xfrm>
                  <a:off x="8009640" y="6033600"/>
                  <a:ext cx="174960" cy="227160"/>
                </a:xfrm>
                <a:custGeom>
                  <a:avLst/>
                  <a:gdLst>
                    <a:gd name="textAreaLeft" fmla="*/ 0 w 174960"/>
                    <a:gd name="textAreaRight" fmla="*/ 175320 w 174960"/>
                    <a:gd name="textAreaTop" fmla="*/ 0 h 227160"/>
                    <a:gd name="textAreaBottom" fmla="*/ 227520 h 227160"/>
                    <a:gd name="GluePoint1X" fmla="*/ 49 w 57"/>
                    <a:gd name="GluePoint1Y" fmla="*/ 74 h 75"/>
                    <a:gd name="GluePoint2X" fmla="*/ 40 w 57"/>
                    <a:gd name="GluePoint2Y" fmla="*/ 67 h 75"/>
                    <a:gd name="GluePoint3X" fmla="*/ 33 w 57"/>
                    <a:gd name="GluePoint3Y" fmla="*/ 48 h 75"/>
                    <a:gd name="GluePoint4X" fmla="*/ 27 w 57"/>
                    <a:gd name="GluePoint4Y" fmla="*/ 46 h 75"/>
                    <a:gd name="GluePoint5X" fmla="*/ 11 w 57"/>
                    <a:gd name="GluePoint5Y" fmla="*/ 60 h 75"/>
                    <a:gd name="GluePoint6X" fmla="*/ 5 w 57"/>
                    <a:gd name="GluePoint6Y" fmla="*/ 60 h 75"/>
                    <a:gd name="GluePoint7X" fmla="*/ 6 w 57"/>
                    <a:gd name="GluePoint7Y" fmla="*/ 46 h 75"/>
                    <a:gd name="GluePoint8X" fmla="*/ 27 w 57"/>
                    <a:gd name="GluePoint8Y" fmla="*/ 26 h 75"/>
                    <a:gd name="GluePoint9X" fmla="*/ 40 w 57"/>
                    <a:gd name="GluePoint9Y" fmla="*/ 10 h 75"/>
                    <a:gd name="GluePoint10X" fmla="*/ 41 w 57"/>
                    <a:gd name="GluePoint10Y" fmla="*/ 6 h 75"/>
                    <a:gd name="GluePoint11X" fmla="*/ 45 w 57"/>
                    <a:gd name="GluePoint11Y" fmla="*/ 0 h 75"/>
                    <a:gd name="GluePoint12X" fmla="*/ 53 w 57"/>
                    <a:gd name="GluePoint12Y" fmla="*/ 3 h 75"/>
                    <a:gd name="GluePoint13X" fmla="*/ 53 w 57"/>
                    <a:gd name="GluePoint13Y" fmla="*/ 20 h 75"/>
                    <a:gd name="GluePoint14X" fmla="*/ 37 w 57"/>
                    <a:gd name="GluePoint14Y" fmla="*/ 38 h 75"/>
                    <a:gd name="GluePoint15X" fmla="*/ 49 w 57"/>
                    <a:gd name="GluePoint15Y" fmla="*/ 74 h 7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274" name="Freeform 19"/>
                <p:cNvSpPr/>
                <p:nvPr/>
              </p:nvSpPr>
              <p:spPr>
                <a:xfrm>
                  <a:off x="7921080" y="6090480"/>
                  <a:ext cx="88200" cy="168120"/>
                </a:xfrm>
                <a:custGeom>
                  <a:avLst/>
                  <a:gdLst>
                    <a:gd name="textAreaLeft" fmla="*/ 0 w 88200"/>
                    <a:gd name="textAreaRight" fmla="*/ 88560 w 88200"/>
                    <a:gd name="textAreaTop" fmla="*/ 0 h 168120"/>
                    <a:gd name="textAreaBottom" fmla="*/ 168480 h 168120"/>
                    <a:gd name="GluePoint1X" fmla="*/ 12 w 29"/>
                    <a:gd name="GluePoint1Y" fmla="*/ 30 h 55"/>
                    <a:gd name="GluePoint2X" fmla="*/ 20 w 29"/>
                    <a:gd name="GluePoint2Y" fmla="*/ 7 h 55"/>
                    <a:gd name="GluePoint3X" fmla="*/ 25 w 29"/>
                    <a:gd name="GluePoint3Y" fmla="*/ 1 h 55"/>
                    <a:gd name="GluePoint4X" fmla="*/ 26 w 29"/>
                    <a:gd name="GluePoint4Y" fmla="*/ 9 h 55"/>
                    <a:gd name="GluePoint5X" fmla="*/ 16 w 29"/>
                    <a:gd name="GluePoint5Y" fmla="*/ 39 h 55"/>
                    <a:gd name="GluePoint6X" fmla="*/ 13 w 29"/>
                    <a:gd name="GluePoint6Y" fmla="*/ 52 h 55"/>
                    <a:gd name="GluePoint7X" fmla="*/ 7 w 29"/>
                    <a:gd name="GluePoint7Y" fmla="*/ 54 h 55"/>
                    <a:gd name="GluePoint8X" fmla="*/ 2 w 29"/>
                    <a:gd name="GluePoint8Y" fmla="*/ 41 h 55"/>
                    <a:gd name="GluePoint9X" fmla="*/ 3 w 29"/>
                    <a:gd name="GluePoint9Y" fmla="*/ 32 h 55"/>
                    <a:gd name="GluePoint10X" fmla="*/ 2 w 29"/>
                    <a:gd name="GluePoint10Y" fmla="*/ 6 h 55"/>
                    <a:gd name="GluePoint11X" fmla="*/ 6 w 29"/>
                    <a:gd name="GluePoint11Y" fmla="*/ 5 h 55"/>
                    <a:gd name="GluePoint12X" fmla="*/ 10 w 29"/>
                    <a:gd name="GluePoint12Y" fmla="*/ 14 h 55"/>
                    <a:gd name="GluePoint13X" fmla="*/ 11 w 29"/>
                    <a:gd name="GluePoint13Y" fmla="*/ 30 h 55"/>
                    <a:gd name="GluePoint14X" fmla="*/ 12 w 29"/>
                    <a:gd name="GluePoint14Y" fmla="*/ 30 h 5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61920" rIns="619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275" name="Freeform 20"/>
                <p:cNvSpPr/>
                <p:nvPr/>
              </p:nvSpPr>
              <p:spPr>
                <a:xfrm>
                  <a:off x="7973280" y="6035760"/>
                  <a:ext cx="81360" cy="51840"/>
                </a:xfrm>
                <a:custGeom>
                  <a:avLst/>
                  <a:gdLst>
                    <a:gd name="textAreaLeft" fmla="*/ 0 w 81360"/>
                    <a:gd name="textAreaRight" fmla="*/ 81720 w 81360"/>
                    <a:gd name="textAreaTop" fmla="*/ 0 h 51840"/>
                    <a:gd name="textAreaBottom" fmla="*/ 52200 h 51840"/>
                    <a:gd name="GluePoint1X" fmla="*/ 27 w 27"/>
                    <a:gd name="GluePoint1Y" fmla="*/ 1 h 17"/>
                    <a:gd name="GluePoint2X" fmla="*/ 16 w 27"/>
                    <a:gd name="GluePoint2Y" fmla="*/ 14 h 17"/>
                    <a:gd name="GluePoint3X" fmla="*/ 5 w 27"/>
                    <a:gd name="GluePoint3Y" fmla="*/ 13 h 17"/>
                    <a:gd name="GluePoint4X" fmla="*/ 0 w 27"/>
                    <a:gd name="GluePoint4Y" fmla="*/ 4 h 17"/>
                    <a:gd name="GluePoint5X" fmla="*/ 9 w 27"/>
                    <a:gd name="GluePoint5Y" fmla="*/ 2 h 17"/>
                    <a:gd name="GluePoint6X" fmla="*/ 27 w 27"/>
                    <a:gd name="GluePoint6Y" fmla="*/ 0 h 17"/>
                    <a:gd name="GluePoint7X" fmla="*/ 27 w 27"/>
                    <a:gd name="GluePoint7Y" fmla="*/ 1 h 1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</a:cxnLst>
                  <a:rect l="textAreaLeft" t="textAreaTop" r="textAreaRight" b="textAreaBottom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7240" tIns="25920" rIns="57240" bIns="259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276" name="组合 46"/>
              <p:cNvGrpSpPr/>
              <p:nvPr/>
            </p:nvGrpSpPr>
            <p:grpSpPr>
              <a:xfrm>
                <a:off x="8878680" y="5992200"/>
                <a:ext cx="302400" cy="301320"/>
                <a:chOff x="8878680" y="5992200"/>
                <a:chExt cx="302400" cy="301320"/>
              </a:xfrm>
            </p:grpSpPr>
            <p:sp>
              <p:nvSpPr>
                <p:cNvPr id="277" name="Freeform 11"/>
                <p:cNvSpPr/>
                <p:nvPr/>
              </p:nvSpPr>
              <p:spPr>
                <a:xfrm>
                  <a:off x="8969760" y="5992200"/>
                  <a:ext cx="211320" cy="295920"/>
                </a:xfrm>
                <a:custGeom>
                  <a:avLst/>
                  <a:gdLst>
                    <a:gd name="textAreaLeft" fmla="*/ 0 w 211320"/>
                    <a:gd name="textAreaRight" fmla="*/ 211680 w 211320"/>
                    <a:gd name="textAreaTop" fmla="*/ 0 h 295920"/>
                    <a:gd name="textAreaBottom" fmla="*/ 296280 h 295920"/>
                    <a:gd name="GluePoint1X" fmla="*/ 29 w 72"/>
                    <a:gd name="GluePoint1Y" fmla="*/ 49 h 102"/>
                    <a:gd name="GluePoint2X" fmla="*/ 15 w 72"/>
                    <a:gd name="GluePoint2Y" fmla="*/ 43 h 102"/>
                    <a:gd name="GluePoint3X" fmla="*/ 10 w 72"/>
                    <a:gd name="GluePoint3Y" fmla="*/ 21 h 102"/>
                    <a:gd name="GluePoint4X" fmla="*/ 13 w 72"/>
                    <a:gd name="GluePoint4Y" fmla="*/ 15 h 102"/>
                    <a:gd name="GluePoint5X" fmla="*/ 19 w 72"/>
                    <a:gd name="GluePoint5Y" fmla="*/ 18 h 102"/>
                    <a:gd name="GluePoint6X" fmla="*/ 20 w 72"/>
                    <a:gd name="GluePoint6Y" fmla="*/ 26 h 102"/>
                    <a:gd name="GluePoint7X" fmla="*/ 35 w 72"/>
                    <a:gd name="GluePoint7Y" fmla="*/ 22 h 102"/>
                    <a:gd name="GluePoint8X" fmla="*/ 40 w 72"/>
                    <a:gd name="GluePoint8Y" fmla="*/ 16 h 102"/>
                    <a:gd name="GluePoint9X" fmla="*/ 43 w 72"/>
                    <a:gd name="GluePoint9Y" fmla="*/ 14 h 102"/>
                    <a:gd name="GluePoint10X" fmla="*/ 44 w 72"/>
                    <a:gd name="GluePoint10Y" fmla="*/ 19 h 102"/>
                    <a:gd name="GluePoint11X" fmla="*/ 43 w 72"/>
                    <a:gd name="GluePoint11Y" fmla="*/ 28 h 102"/>
                    <a:gd name="GluePoint12X" fmla="*/ 36 w 72"/>
                    <a:gd name="GluePoint12Y" fmla="*/ 40 h 102"/>
                    <a:gd name="GluePoint13X" fmla="*/ 37 w 72"/>
                    <a:gd name="GluePoint13Y" fmla="*/ 42 h 102"/>
                    <a:gd name="GluePoint14X" fmla="*/ 44 w 72"/>
                    <a:gd name="GluePoint14Y" fmla="*/ 38 h 102"/>
                    <a:gd name="GluePoint15X" fmla="*/ 56 w 72"/>
                    <a:gd name="GluePoint15Y" fmla="*/ 20 h 102"/>
                    <a:gd name="GluePoint16X" fmla="*/ 49 w 72"/>
                    <a:gd name="GluePoint16Y" fmla="*/ 9 h 102"/>
                    <a:gd name="GluePoint17X" fmla="*/ 28 w 72"/>
                    <a:gd name="GluePoint17Y" fmla="*/ 14 h 102"/>
                    <a:gd name="GluePoint18X" fmla="*/ 20 w 72"/>
                    <a:gd name="GluePoint18Y" fmla="*/ 13 h 102"/>
                    <a:gd name="GluePoint19X" fmla="*/ 22 w 72"/>
                    <a:gd name="GluePoint19Y" fmla="*/ 6 h 102"/>
                    <a:gd name="GluePoint20X" fmla="*/ 50 w 72"/>
                    <a:gd name="GluePoint20Y" fmla="*/ 1 h 102"/>
                    <a:gd name="GluePoint21X" fmla="*/ 68 w 72"/>
                    <a:gd name="GluePoint21Y" fmla="*/ 12 h 102"/>
                    <a:gd name="GluePoint22X" fmla="*/ 67 w 72"/>
                    <a:gd name="GluePoint22Y" fmla="*/ 24 h 102"/>
                    <a:gd name="GluePoint23X" fmla="*/ 49 w 72"/>
                    <a:gd name="GluePoint23Y" fmla="*/ 48 h 102"/>
                    <a:gd name="GluePoint24X" fmla="*/ 42 w 72"/>
                    <a:gd name="GluePoint24Y" fmla="*/ 49 h 102"/>
                    <a:gd name="GluePoint25X" fmla="*/ 37 w 72"/>
                    <a:gd name="GluePoint25Y" fmla="*/ 47 h 102"/>
                    <a:gd name="GluePoint26X" fmla="*/ 35 w 72"/>
                    <a:gd name="GluePoint26Y" fmla="*/ 52 h 102"/>
                    <a:gd name="GluePoint27X" fmla="*/ 41 w 72"/>
                    <a:gd name="GluePoint27Y" fmla="*/ 58 h 102"/>
                    <a:gd name="GluePoint28X" fmla="*/ 48 w 72"/>
                    <a:gd name="GluePoint28Y" fmla="*/ 57 h 102"/>
                    <a:gd name="GluePoint29X" fmla="*/ 53 w 72"/>
                    <a:gd name="GluePoint29Y" fmla="*/ 59 h 102"/>
                    <a:gd name="GluePoint30X" fmla="*/ 53 w 72"/>
                    <a:gd name="GluePoint30Y" fmla="*/ 66 h 102"/>
                    <a:gd name="GluePoint31X" fmla="*/ 48 w 72"/>
                    <a:gd name="GluePoint31Y" fmla="*/ 70 h 102"/>
                    <a:gd name="GluePoint32X" fmla="*/ 37 w 72"/>
                    <a:gd name="GluePoint32Y" fmla="*/ 81 h 102"/>
                    <a:gd name="GluePoint33X" fmla="*/ 45 w 72"/>
                    <a:gd name="GluePoint33Y" fmla="*/ 81 h 102"/>
                    <a:gd name="GluePoint34X" fmla="*/ 57 w 72"/>
                    <a:gd name="GluePoint34Y" fmla="*/ 89 h 102"/>
                    <a:gd name="GluePoint35X" fmla="*/ 51 w 72"/>
                    <a:gd name="GluePoint35Y" fmla="*/ 98 h 102"/>
                    <a:gd name="GluePoint36X" fmla="*/ 26 w 72"/>
                    <a:gd name="GluePoint36Y" fmla="*/ 101 h 102"/>
                    <a:gd name="GluePoint37X" fmla="*/ 17 w 72"/>
                    <a:gd name="GluePoint37Y" fmla="*/ 96 h 102"/>
                    <a:gd name="GluePoint38X" fmla="*/ 15 w 72"/>
                    <a:gd name="GluePoint38Y" fmla="*/ 94 h 102"/>
                    <a:gd name="GluePoint39X" fmla="*/ 19 w 72"/>
                    <a:gd name="GluePoint39Y" fmla="*/ 77 h 102"/>
                    <a:gd name="GluePoint40X" fmla="*/ 27 w 72"/>
                    <a:gd name="GluePoint40Y" fmla="*/ 70 h 102"/>
                    <a:gd name="GluePoint41X" fmla="*/ 27 w 72"/>
                    <a:gd name="GluePoint41Y" fmla="*/ 69 h 102"/>
                    <a:gd name="GluePoint42X" fmla="*/ 21 w 72"/>
                    <a:gd name="GluePoint42Y" fmla="*/ 71 h 102"/>
                    <a:gd name="GluePoint43X" fmla="*/ 9 w 72"/>
                    <a:gd name="GluePoint43Y" fmla="*/ 76 h 102"/>
                    <a:gd name="GluePoint44X" fmla="*/ 3 w 72"/>
                    <a:gd name="GluePoint44Y" fmla="*/ 75 h 102"/>
                    <a:gd name="GluePoint45X" fmla="*/ 4 w 72"/>
                    <a:gd name="GluePoint45Y" fmla="*/ 69 h 102"/>
                    <a:gd name="GluePoint46X" fmla="*/ 26 w 72"/>
                    <a:gd name="GluePoint46Y" fmla="*/ 60 h 102"/>
                    <a:gd name="GluePoint47X" fmla="*/ 28 w 72"/>
                    <a:gd name="GluePoint47Y" fmla="*/ 57 h 102"/>
                    <a:gd name="GluePoint48X" fmla="*/ 29 w 72"/>
                    <a:gd name="GluePoint48Y" fmla="*/ 49 h 102"/>
                    <a:gd name="GluePoint49X" fmla="*/ 34 w 72"/>
                    <a:gd name="GluePoint49Y" fmla="*/ 29 h 102"/>
                    <a:gd name="GluePoint50X" fmla="*/ 33 w 72"/>
                    <a:gd name="GluePoint50Y" fmla="*/ 28 h 102"/>
                    <a:gd name="GluePoint51X" fmla="*/ 26 w 72"/>
                    <a:gd name="GluePoint51Y" fmla="*/ 32 h 102"/>
                    <a:gd name="GluePoint52X" fmla="*/ 23 w 72"/>
                    <a:gd name="GluePoint52Y" fmla="*/ 36 h 102"/>
                    <a:gd name="GluePoint53X" fmla="*/ 26 w 72"/>
                    <a:gd name="GluePoint53Y" fmla="*/ 42 h 102"/>
                    <a:gd name="GluePoint54X" fmla="*/ 31 w 72"/>
                    <a:gd name="GluePoint54Y" fmla="*/ 40 h 102"/>
                    <a:gd name="GluePoint55X" fmla="*/ 34 w 72"/>
                    <a:gd name="GluePoint55Y" fmla="*/ 29 h 10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  <a:cxn ang="0">
                      <a:pos x="GluePoint50X" y="GluePoint50Y"/>
                    </a:cxn>
                    <a:cxn ang="0">
                      <a:pos x="GluePoint51X" y="GluePoint51Y"/>
                    </a:cxn>
                    <a:cxn ang="0">
                      <a:pos x="GluePoint52X" y="GluePoint52Y"/>
                    </a:cxn>
                    <a:cxn ang="0">
                      <a:pos x="GluePoint53X" y="GluePoint53Y"/>
                    </a:cxn>
                    <a:cxn ang="0">
                      <a:pos x="GluePoint54X" y="GluePoint54Y"/>
                    </a:cxn>
                    <a:cxn ang="0">
                      <a:pos x="GluePoint55X" y="GluePoint55Y"/>
                    </a:cxn>
                  </a:cxnLst>
                  <a:rect l="textAreaLeft" t="textAreaTop" r="textAreaRight" b="textAreaBottom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278" name="Freeform 12"/>
                <p:cNvSpPr/>
                <p:nvPr/>
              </p:nvSpPr>
              <p:spPr>
                <a:xfrm>
                  <a:off x="8878680" y="6008400"/>
                  <a:ext cx="113760" cy="285120"/>
                </a:xfrm>
                <a:custGeom>
                  <a:avLst/>
                  <a:gdLst>
                    <a:gd name="textAreaLeft" fmla="*/ 0 w 113760"/>
                    <a:gd name="textAreaRight" fmla="*/ 114120 w 113760"/>
                    <a:gd name="textAreaTop" fmla="*/ 0 h 285120"/>
                    <a:gd name="textAreaBottom" fmla="*/ 285480 h 285120"/>
                    <a:gd name="GluePoint1X" fmla="*/ 30 w 39"/>
                    <a:gd name="GluePoint1Y" fmla="*/ 44 h 98"/>
                    <a:gd name="GluePoint2X" fmla="*/ 36 w 39"/>
                    <a:gd name="GluePoint2Y" fmla="*/ 34 h 98"/>
                    <a:gd name="GluePoint3X" fmla="*/ 37 w 39"/>
                    <a:gd name="GluePoint3Y" fmla="*/ 51 h 98"/>
                    <a:gd name="GluePoint4X" fmla="*/ 25 w 39"/>
                    <a:gd name="GluePoint4Y" fmla="*/ 82 h 98"/>
                    <a:gd name="GluePoint5X" fmla="*/ 21 w 39"/>
                    <a:gd name="GluePoint5Y" fmla="*/ 98 h 98"/>
                    <a:gd name="GluePoint6X" fmla="*/ 13 w 39"/>
                    <a:gd name="GluePoint6Y" fmla="*/ 96 h 98"/>
                    <a:gd name="GluePoint7X" fmla="*/ 5 w 39"/>
                    <a:gd name="GluePoint7Y" fmla="*/ 83 h 98"/>
                    <a:gd name="GluePoint8X" fmla="*/ 11 w 39"/>
                    <a:gd name="GluePoint8Y" fmla="*/ 62 h 98"/>
                    <a:gd name="GluePoint9X" fmla="*/ 9 w 39"/>
                    <a:gd name="GluePoint9Y" fmla="*/ 43 h 98"/>
                    <a:gd name="GluePoint10X" fmla="*/ 12 w 39"/>
                    <a:gd name="GluePoint10Y" fmla="*/ 38 h 98"/>
                    <a:gd name="GluePoint11X" fmla="*/ 18 w 39"/>
                    <a:gd name="GluePoint11Y" fmla="*/ 33 h 98"/>
                    <a:gd name="GluePoint12X" fmla="*/ 23 w 39"/>
                    <a:gd name="GluePoint12Y" fmla="*/ 12 h 98"/>
                    <a:gd name="GluePoint13X" fmla="*/ 11 w 39"/>
                    <a:gd name="GluePoint13Y" fmla="*/ 16 h 98"/>
                    <a:gd name="GluePoint14X" fmla="*/ 2 w 39"/>
                    <a:gd name="GluePoint14Y" fmla="*/ 16 h 98"/>
                    <a:gd name="GluePoint15X" fmla="*/ 0 w 39"/>
                    <a:gd name="GluePoint15Y" fmla="*/ 12 h 98"/>
                    <a:gd name="GluePoint16X" fmla="*/ 3 w 39"/>
                    <a:gd name="GluePoint16Y" fmla="*/ 10 h 98"/>
                    <a:gd name="GluePoint17X" fmla="*/ 16 w 39"/>
                    <a:gd name="GluePoint17Y" fmla="*/ 7 h 98"/>
                    <a:gd name="GluePoint18X" fmla="*/ 26 w 39"/>
                    <a:gd name="GluePoint18Y" fmla="*/ 2 h 98"/>
                    <a:gd name="GluePoint19X" fmla="*/ 32 w 39"/>
                    <a:gd name="GluePoint19Y" fmla="*/ 1 h 98"/>
                    <a:gd name="GluePoint20X" fmla="*/ 35 w 39"/>
                    <a:gd name="GluePoint20Y" fmla="*/ 9 h 98"/>
                    <a:gd name="GluePoint21X" fmla="*/ 34 w 39"/>
                    <a:gd name="GluePoint21Y" fmla="*/ 11 h 98"/>
                    <a:gd name="GluePoint22X" fmla="*/ 27 w 39"/>
                    <a:gd name="GluePoint22Y" fmla="*/ 38 h 98"/>
                    <a:gd name="GluePoint23X" fmla="*/ 28 w 39"/>
                    <a:gd name="GluePoint23Y" fmla="*/ 44 h 98"/>
                    <a:gd name="GluePoint24X" fmla="*/ 30 w 39"/>
                    <a:gd name="GluePoint24Y" fmla="*/ 44 h 9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</a:cxnLst>
                  <a:rect l="textAreaLeft" t="textAreaTop" r="textAreaRight" b="textAreaBottom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1840" rIns="5184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</p:grp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封面样式5-首页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图片 5"/>
          <p:cNvPicPr/>
          <p:nvPr/>
        </p:nvPicPr>
        <p:blipFill>
          <a:blip r:embed="rId2"/>
          <a:stretch/>
        </p:blipFill>
        <p:spPr>
          <a:xfrm>
            <a:off x="-6480" y="0"/>
            <a:ext cx="12197880" cy="502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0" name="矩形 6"/>
          <p:cNvSpPr/>
          <p:nvPr/>
        </p:nvSpPr>
        <p:spPr>
          <a:xfrm>
            <a:off x="-6480" y="0"/>
            <a:ext cx="12197880" cy="6857640"/>
          </a:xfrm>
          <a:prstGeom prst="rect">
            <a:avLst/>
          </a:prstGeom>
          <a:gradFill rotWithShape="0">
            <a:gsLst>
              <a:gs pos="0">
                <a:srgbClr val="006C39">
                  <a:alpha val="0"/>
                </a:srgbClr>
              </a:gs>
              <a:gs pos="66000">
                <a:srgbClr val="006C39"/>
              </a:gs>
              <a:gs pos="100000">
                <a:srgbClr val="006C39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cxnSp>
        <p:nvCxnSpPr>
          <p:cNvPr id="281" name="直接连接符 8"/>
          <p:cNvCxnSpPr/>
          <p:nvPr/>
        </p:nvCxnSpPr>
        <p:spPr>
          <a:xfrm>
            <a:off x="660240" y="4550400"/>
            <a:ext cx="10858680" cy="360"/>
          </a:xfrm>
          <a:prstGeom prst="straightConnector1">
            <a:avLst/>
          </a:prstGeom>
          <a:ln w="9525">
            <a:solidFill>
              <a:srgbClr val="F3F8FF">
                <a:alpha val="77000"/>
              </a:srgbClr>
            </a:solidFill>
          </a:ln>
        </p:spPr>
      </p:cxnSp>
      <p:pic>
        <p:nvPicPr>
          <p:cNvPr id="282" name="图片 9"/>
          <p:cNvPicPr/>
          <p:nvPr/>
        </p:nvPicPr>
        <p:blipFill>
          <a:blip r:embed="rId3"/>
          <a:stretch/>
        </p:blipFill>
        <p:spPr>
          <a:xfrm>
            <a:off x="7223400" y="2402640"/>
            <a:ext cx="4784760" cy="4774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3" name="图片 10"/>
          <p:cNvPicPr/>
          <p:nvPr/>
        </p:nvPicPr>
        <p:blipFill>
          <a:blip r:embed="rId4"/>
          <a:srcRect l="6608" t="0" r="0" b="12297"/>
          <a:stretch/>
        </p:blipFill>
        <p:spPr>
          <a:xfrm>
            <a:off x="14760" y="5340600"/>
            <a:ext cx="6017760" cy="1518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4" name="图片 11"/>
          <p:cNvPicPr/>
          <p:nvPr/>
        </p:nvPicPr>
        <p:blipFill>
          <a:blip r:embed="rId5"/>
          <a:srcRect l="6608" t="0" r="0" b="12297"/>
          <a:stretch/>
        </p:blipFill>
        <p:spPr>
          <a:xfrm flipH="1">
            <a:off x="6155280" y="5340600"/>
            <a:ext cx="6017760" cy="1518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5" name="图片 17"/>
          <p:cNvPicPr/>
          <p:nvPr/>
        </p:nvPicPr>
        <p:blipFill>
          <a:blip r:embed="rId6"/>
          <a:stretch/>
        </p:blipFill>
        <p:spPr>
          <a:xfrm>
            <a:off x="5018040" y="2568960"/>
            <a:ext cx="2143080" cy="5994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封面样式5-尾页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图片 5"/>
          <p:cNvPicPr/>
          <p:nvPr/>
        </p:nvPicPr>
        <p:blipFill>
          <a:blip r:embed="rId2"/>
          <a:stretch/>
        </p:blipFill>
        <p:spPr>
          <a:xfrm>
            <a:off x="0" y="0"/>
            <a:ext cx="12191760" cy="590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7" name="矩形 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FFFFFF">
                  <a:alpha val="30000"/>
                </a:srgbClr>
              </a:gs>
              <a:gs pos="60000">
                <a:srgbClr val="006C39"/>
              </a:gs>
              <a:gs pos="100000">
                <a:srgbClr val="006C39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cxnSp>
        <p:nvCxnSpPr>
          <p:cNvPr id="288" name="直接连接符 8"/>
          <p:cNvCxnSpPr/>
          <p:nvPr/>
        </p:nvCxnSpPr>
        <p:spPr>
          <a:xfrm>
            <a:off x="660240" y="4626000"/>
            <a:ext cx="10858680" cy="360"/>
          </a:xfrm>
          <a:prstGeom prst="straightConnector1">
            <a:avLst/>
          </a:prstGeom>
          <a:ln w="9525">
            <a:solidFill>
              <a:srgbClr val="F3F8FF">
                <a:alpha val="77000"/>
              </a:srgbClr>
            </a:solidFill>
          </a:ln>
        </p:spPr>
      </p:cxnSp>
      <p:pic>
        <p:nvPicPr>
          <p:cNvPr id="289" name="图片 13"/>
          <p:cNvPicPr/>
          <p:nvPr/>
        </p:nvPicPr>
        <p:blipFill>
          <a:blip r:embed="rId3"/>
          <a:srcRect l="6608" t="0" r="0" b="12297"/>
          <a:stretch/>
        </p:blipFill>
        <p:spPr>
          <a:xfrm flipH="1" rot="10800000">
            <a:off x="14760" y="-15120"/>
            <a:ext cx="6017760" cy="1518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0" name="图片 14"/>
          <p:cNvPicPr/>
          <p:nvPr/>
        </p:nvPicPr>
        <p:blipFill>
          <a:blip r:embed="rId4"/>
          <a:srcRect l="6608" t="0" r="0" b="12297"/>
          <a:stretch/>
        </p:blipFill>
        <p:spPr>
          <a:xfrm rot="10800000">
            <a:off x="6155280" y="-15120"/>
            <a:ext cx="6017760" cy="1518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1" name="图片 15"/>
          <p:cNvPicPr/>
          <p:nvPr/>
        </p:nvPicPr>
        <p:blipFill>
          <a:blip r:embed="rId5"/>
          <a:stretch/>
        </p:blipFill>
        <p:spPr>
          <a:xfrm>
            <a:off x="5018040" y="2577600"/>
            <a:ext cx="2143080" cy="5994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92" name="组合 65"/>
          <p:cNvGrpSpPr/>
          <p:nvPr/>
        </p:nvGrpSpPr>
        <p:grpSpPr>
          <a:xfrm>
            <a:off x="3040920" y="5672520"/>
            <a:ext cx="6136200" cy="754560"/>
            <a:chOff x="3040920" y="5672520"/>
            <a:chExt cx="6136200" cy="754560"/>
          </a:xfrm>
        </p:grpSpPr>
        <p:grpSp>
          <p:nvGrpSpPr>
            <p:cNvPr id="293" name="组合 66"/>
            <p:cNvGrpSpPr/>
            <p:nvPr/>
          </p:nvGrpSpPr>
          <p:grpSpPr>
            <a:xfrm>
              <a:off x="6572520" y="5681160"/>
              <a:ext cx="2604600" cy="738720"/>
              <a:chOff x="6572520" y="5681160"/>
              <a:chExt cx="2604600" cy="738720"/>
            </a:xfrm>
          </p:grpSpPr>
          <p:sp>
            <p:nvSpPr>
              <p:cNvPr id="294" name="Freeform 5"/>
              <p:cNvSpPr/>
              <p:nvPr/>
            </p:nvSpPr>
            <p:spPr>
              <a:xfrm>
                <a:off x="8011440" y="5727960"/>
                <a:ext cx="581760" cy="655920"/>
              </a:xfrm>
              <a:custGeom>
                <a:avLst/>
                <a:gdLst>
                  <a:gd name="textAreaLeft" fmla="*/ 0 w 581760"/>
                  <a:gd name="textAreaRight" fmla="*/ 582120 w 581760"/>
                  <a:gd name="textAreaTop" fmla="*/ 0 h 655920"/>
                  <a:gd name="textAreaBottom" fmla="*/ 656280 h 655920"/>
                  <a:gd name="GluePoint1X" fmla="*/ 41 w 125"/>
                  <a:gd name="GluePoint1Y" fmla="*/ 16 h 142"/>
                  <a:gd name="GluePoint2X" fmla="*/ 49 w 125"/>
                  <a:gd name="GluePoint2Y" fmla="*/ 3 h 142"/>
                  <a:gd name="GluePoint3X" fmla="*/ 62 w 125"/>
                  <a:gd name="GluePoint3Y" fmla="*/ 20 h 142"/>
                  <a:gd name="GluePoint4X" fmla="*/ 64 w 125"/>
                  <a:gd name="GluePoint4Y" fmla="*/ 33 h 142"/>
                  <a:gd name="GluePoint5X" fmla="*/ 50 w 125"/>
                  <a:gd name="GluePoint5Y" fmla="*/ 34 h 142"/>
                  <a:gd name="GluePoint6X" fmla="*/ 58 w 125"/>
                  <a:gd name="GluePoint6Y" fmla="*/ 58 h 142"/>
                  <a:gd name="GluePoint7X" fmla="*/ 75 w 125"/>
                  <a:gd name="GluePoint7Y" fmla="*/ 59 h 142"/>
                  <a:gd name="GluePoint8X" fmla="*/ 71 w 125"/>
                  <a:gd name="GluePoint8Y" fmla="*/ 50 h 142"/>
                  <a:gd name="GluePoint9X" fmla="*/ 81 w 125"/>
                  <a:gd name="GluePoint9Y" fmla="*/ 47 h 142"/>
                  <a:gd name="GluePoint10X" fmla="*/ 65 w 125"/>
                  <a:gd name="GluePoint10Y" fmla="*/ 42 h 142"/>
                  <a:gd name="GluePoint11X" fmla="*/ 63 w 125"/>
                  <a:gd name="GluePoint11Y" fmla="*/ 37 h 142"/>
                  <a:gd name="GluePoint12X" fmla="*/ 85 w 125"/>
                  <a:gd name="GluePoint12Y" fmla="*/ 27 h 142"/>
                  <a:gd name="GluePoint13X" fmla="*/ 93 w 125"/>
                  <a:gd name="GluePoint13Y" fmla="*/ 2 h 142"/>
                  <a:gd name="GluePoint14X" fmla="*/ 99 w 125"/>
                  <a:gd name="GluePoint14Y" fmla="*/ 5 h 142"/>
                  <a:gd name="GluePoint15X" fmla="*/ 111 w 125"/>
                  <a:gd name="GluePoint15Y" fmla="*/ 30 h 142"/>
                  <a:gd name="GluePoint16X" fmla="*/ 102 w 125"/>
                  <a:gd name="GluePoint16Y" fmla="*/ 34 h 142"/>
                  <a:gd name="GluePoint17X" fmla="*/ 95 w 125"/>
                  <a:gd name="GluePoint17Y" fmla="*/ 59 h 142"/>
                  <a:gd name="GluePoint18X" fmla="*/ 123 w 125"/>
                  <a:gd name="GluePoint18Y" fmla="*/ 61 h 142"/>
                  <a:gd name="GluePoint19X" fmla="*/ 110 w 125"/>
                  <a:gd name="GluePoint19Y" fmla="*/ 71 h 142"/>
                  <a:gd name="GluePoint20X" fmla="*/ 104 w 125"/>
                  <a:gd name="GluePoint20Y" fmla="*/ 82 h 142"/>
                  <a:gd name="GluePoint21X" fmla="*/ 112 w 125"/>
                  <a:gd name="GluePoint21Y" fmla="*/ 134 h 142"/>
                  <a:gd name="GluePoint22X" fmla="*/ 102 w 125"/>
                  <a:gd name="GluePoint22Y" fmla="*/ 140 h 142"/>
                  <a:gd name="GluePoint23X" fmla="*/ 89 w 125"/>
                  <a:gd name="GluePoint23Y" fmla="*/ 123 h 142"/>
                  <a:gd name="GluePoint24X" fmla="*/ 101 w 125"/>
                  <a:gd name="GluePoint24Y" fmla="*/ 128 h 142"/>
                  <a:gd name="GluePoint25X" fmla="*/ 101 w 125"/>
                  <a:gd name="GluePoint25Y" fmla="*/ 92 h 142"/>
                  <a:gd name="GluePoint26X" fmla="*/ 97 w 125"/>
                  <a:gd name="GluePoint26Y" fmla="*/ 99 h 142"/>
                  <a:gd name="GluePoint27X" fmla="*/ 90 w 125"/>
                  <a:gd name="GluePoint27Y" fmla="*/ 103 h 142"/>
                  <a:gd name="GluePoint28X" fmla="*/ 86 w 125"/>
                  <a:gd name="GluePoint28Y" fmla="*/ 110 h 142"/>
                  <a:gd name="GluePoint29X" fmla="*/ 81 w 125"/>
                  <a:gd name="GluePoint29Y" fmla="*/ 120 h 142"/>
                  <a:gd name="GluePoint30X" fmla="*/ 88 w 125"/>
                  <a:gd name="GluePoint30Y" fmla="*/ 71 h 142"/>
                  <a:gd name="GluePoint31X" fmla="*/ 60 w 125"/>
                  <a:gd name="GluePoint31Y" fmla="*/ 87 h 142"/>
                  <a:gd name="GluePoint32X" fmla="*/ 53 w 125"/>
                  <a:gd name="GluePoint32Y" fmla="*/ 89 h 142"/>
                  <a:gd name="GluePoint33X" fmla="*/ 51 w 125"/>
                  <a:gd name="GluePoint33Y" fmla="*/ 128 h 142"/>
                  <a:gd name="GluePoint34X" fmla="*/ 43 w 125"/>
                  <a:gd name="GluePoint34Y" fmla="*/ 134 h 142"/>
                  <a:gd name="GluePoint35X" fmla="*/ 39 w 125"/>
                  <a:gd name="GluePoint35Y" fmla="*/ 107 h 142"/>
                  <a:gd name="GluePoint36X" fmla="*/ 33 w 125"/>
                  <a:gd name="GluePoint36Y" fmla="*/ 114 h 142"/>
                  <a:gd name="GluePoint37X" fmla="*/ 17 w 125"/>
                  <a:gd name="GluePoint37Y" fmla="*/ 108 h 142"/>
                  <a:gd name="GluePoint38X" fmla="*/ 5 w 125"/>
                  <a:gd name="GluePoint38Y" fmla="*/ 81 h 142"/>
                  <a:gd name="GluePoint39X" fmla="*/ 34 w 125"/>
                  <a:gd name="GluePoint39Y" fmla="*/ 56 h 142"/>
                  <a:gd name="GluePoint40X" fmla="*/ 38 w 125"/>
                  <a:gd name="GluePoint40Y" fmla="*/ 33 h 142"/>
                  <a:gd name="GluePoint41X" fmla="*/ 22 w 125"/>
                  <a:gd name="GluePoint41Y" fmla="*/ 55 h 142"/>
                  <a:gd name="GluePoint42X" fmla="*/ 14 w 125"/>
                  <a:gd name="GluePoint42Y" fmla="*/ 55 h 142"/>
                  <a:gd name="GluePoint43X" fmla="*/ 11 w 125"/>
                  <a:gd name="GluePoint43Y" fmla="*/ 36 h 142"/>
                  <a:gd name="GluePoint44X" fmla="*/ 32 w 125"/>
                  <a:gd name="GluePoint44Y" fmla="*/ 22 h 142"/>
                  <a:gd name="GluePoint45X" fmla="*/ 28 w 125"/>
                  <a:gd name="GluePoint45Y" fmla="*/ 33 h 1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</a:cxnLst>
                <a:rect l="textAreaLeft" t="textAreaTop" r="textAreaRight" b="textAreaBottom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FFF6">
                      <a:alpha val="4000"/>
                    </a:srgbClr>
                  </a:gs>
                  <a:gs pos="100000">
                    <a:srgbClr val="FFFFFF">
                      <a:alpha val="1200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entury Gothic"/>
                </a:endParaRPr>
              </a:p>
            </p:txBody>
          </p:sp>
          <p:sp>
            <p:nvSpPr>
              <p:cNvPr id="295" name="Freeform 6"/>
              <p:cNvSpPr/>
              <p:nvPr/>
            </p:nvSpPr>
            <p:spPr>
              <a:xfrm>
                <a:off x="8842320" y="5850720"/>
                <a:ext cx="334800" cy="504000"/>
              </a:xfrm>
              <a:custGeom>
                <a:avLst/>
                <a:gdLst>
                  <a:gd name="textAreaLeft" fmla="*/ 0 w 334800"/>
                  <a:gd name="textAreaRight" fmla="*/ 335160 w 334800"/>
                  <a:gd name="textAreaTop" fmla="*/ 0 h 504000"/>
                  <a:gd name="textAreaBottom" fmla="*/ 504360 h 504000"/>
                  <a:gd name="GluePoint1X" fmla="*/ 33 w 72"/>
                  <a:gd name="GluePoint1Y" fmla="*/ 76 h 109"/>
                  <a:gd name="GluePoint2X" fmla="*/ 44 w 72"/>
                  <a:gd name="GluePoint2Y" fmla="*/ 73 h 109"/>
                  <a:gd name="GluePoint3X" fmla="*/ 59 w 72"/>
                  <a:gd name="GluePoint3Y" fmla="*/ 71 h 109"/>
                  <a:gd name="GluePoint4X" fmla="*/ 69 w 72"/>
                  <a:gd name="GluePoint4Y" fmla="*/ 92 h 109"/>
                  <a:gd name="GluePoint5X" fmla="*/ 66 w 72"/>
                  <a:gd name="GluePoint5Y" fmla="*/ 94 h 109"/>
                  <a:gd name="GluePoint6X" fmla="*/ 49 w 72"/>
                  <a:gd name="GluePoint6Y" fmla="*/ 96 h 109"/>
                  <a:gd name="GluePoint7X" fmla="*/ 28 w 72"/>
                  <a:gd name="GluePoint7Y" fmla="*/ 106 h 109"/>
                  <a:gd name="GluePoint8X" fmla="*/ 16 w 72"/>
                  <a:gd name="GluePoint8Y" fmla="*/ 106 h 109"/>
                  <a:gd name="GluePoint9X" fmla="*/ 1 w 72"/>
                  <a:gd name="GluePoint9Y" fmla="*/ 80 h 109"/>
                  <a:gd name="GluePoint10X" fmla="*/ 2 w 72"/>
                  <a:gd name="GluePoint10Y" fmla="*/ 74 h 109"/>
                  <a:gd name="GluePoint11X" fmla="*/ 23 w 72"/>
                  <a:gd name="GluePoint11Y" fmla="*/ 31 h 109"/>
                  <a:gd name="GluePoint12X" fmla="*/ 22 w 72"/>
                  <a:gd name="GluePoint12Y" fmla="*/ 26 h 109"/>
                  <a:gd name="GluePoint13X" fmla="*/ 12 w 72"/>
                  <a:gd name="GluePoint13Y" fmla="*/ 16 h 109"/>
                  <a:gd name="GluePoint14X" fmla="*/ 15 w 72"/>
                  <a:gd name="GluePoint14Y" fmla="*/ 10 h 109"/>
                  <a:gd name="GluePoint15X" fmla="*/ 32 w 72"/>
                  <a:gd name="GluePoint15Y" fmla="*/ 5 h 109"/>
                  <a:gd name="GluePoint16X" fmla="*/ 60 w 72"/>
                  <a:gd name="GluePoint16Y" fmla="*/ 18 h 109"/>
                  <a:gd name="GluePoint17X" fmla="*/ 59 w 72"/>
                  <a:gd name="GluePoint17Y" fmla="*/ 26 h 109"/>
                  <a:gd name="GluePoint18X" fmla="*/ 52 w 72"/>
                  <a:gd name="GluePoint18Y" fmla="*/ 36 h 109"/>
                  <a:gd name="GluePoint19X" fmla="*/ 34 w 72"/>
                  <a:gd name="GluePoint19Y" fmla="*/ 72 h 109"/>
                  <a:gd name="GluePoint20X" fmla="*/ 33 w 72"/>
                  <a:gd name="GluePoint20Y" fmla="*/ 76 h 10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</a:cxnLst>
                <a:rect l="textAreaLeft" t="textAreaTop" r="textAreaRight" b="textAreaBottom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EBFFF6">
                      <a:alpha val="4000"/>
                    </a:srgbClr>
                  </a:gs>
                  <a:gs pos="100000">
                    <a:srgbClr val="FFFFFF">
                      <a:alpha val="12000"/>
                    </a:srgbClr>
                  </a:gs>
                </a:gsLst>
                <a:lin ang="162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entury Gothic"/>
                </a:endParaRPr>
              </a:p>
            </p:txBody>
          </p:sp>
          <p:grpSp>
            <p:nvGrpSpPr>
              <p:cNvPr id="296" name="组合 83"/>
              <p:cNvGrpSpPr/>
              <p:nvPr/>
            </p:nvGrpSpPr>
            <p:grpSpPr>
              <a:xfrm>
                <a:off x="6572520" y="5681160"/>
                <a:ext cx="595440" cy="738720"/>
                <a:chOff x="6572520" y="5681160"/>
                <a:chExt cx="595440" cy="738720"/>
              </a:xfrm>
            </p:grpSpPr>
            <p:sp>
              <p:nvSpPr>
                <p:cNvPr id="297" name="Freeform 7"/>
                <p:cNvSpPr/>
                <p:nvPr/>
              </p:nvSpPr>
              <p:spPr>
                <a:xfrm>
                  <a:off x="6572520" y="5681160"/>
                  <a:ext cx="595440" cy="484920"/>
                </a:xfrm>
                <a:custGeom>
                  <a:avLst/>
                  <a:gdLst>
                    <a:gd name="textAreaLeft" fmla="*/ 0 w 595440"/>
                    <a:gd name="textAreaRight" fmla="*/ 595800 w 595440"/>
                    <a:gd name="textAreaTop" fmla="*/ 0 h 484920"/>
                    <a:gd name="textAreaBottom" fmla="*/ 485280 h 484920"/>
                    <a:gd name="GluePoint1X" fmla="*/ 101 w 128"/>
                    <a:gd name="GluePoint1Y" fmla="*/ 58 h 105"/>
                    <a:gd name="GluePoint2X" fmla="*/ 74 w 128"/>
                    <a:gd name="GluePoint2Y" fmla="*/ 56 h 105"/>
                    <a:gd name="GluePoint3X" fmla="*/ 68 w 128"/>
                    <a:gd name="GluePoint3Y" fmla="*/ 57 h 105"/>
                    <a:gd name="GluePoint4X" fmla="*/ 51 w 128"/>
                    <a:gd name="GluePoint4Y" fmla="*/ 59 h 105"/>
                    <a:gd name="GluePoint5X" fmla="*/ 36 w 128"/>
                    <a:gd name="GluePoint5Y" fmla="*/ 65 h 105"/>
                    <a:gd name="GluePoint6X" fmla="*/ 28 w 128"/>
                    <a:gd name="GluePoint6Y" fmla="*/ 73 h 105"/>
                    <a:gd name="GluePoint7X" fmla="*/ 16 w 128"/>
                    <a:gd name="GluePoint7Y" fmla="*/ 102 h 105"/>
                    <a:gd name="GluePoint8X" fmla="*/ 13 w 128"/>
                    <a:gd name="GluePoint8Y" fmla="*/ 104 h 105"/>
                    <a:gd name="GluePoint9X" fmla="*/ 1 w 128"/>
                    <a:gd name="GluePoint9Y" fmla="*/ 98 h 105"/>
                    <a:gd name="GluePoint10X" fmla="*/ 0 w 128"/>
                    <a:gd name="GluePoint10Y" fmla="*/ 93 h 105"/>
                    <a:gd name="GluePoint11X" fmla="*/ 15 w 128"/>
                    <a:gd name="GluePoint11Y" fmla="*/ 60 h 105"/>
                    <a:gd name="GluePoint12X" fmla="*/ 16 w 128"/>
                    <a:gd name="GluePoint12Y" fmla="*/ 58 h 105"/>
                    <a:gd name="GluePoint13X" fmla="*/ 20 w 128"/>
                    <a:gd name="GluePoint13Y" fmla="*/ 52 h 105"/>
                    <a:gd name="GluePoint14X" fmla="*/ 32 w 128"/>
                    <a:gd name="GluePoint14Y" fmla="*/ 54 h 105"/>
                    <a:gd name="GluePoint15X" fmla="*/ 39 w 128"/>
                    <a:gd name="GluePoint15Y" fmla="*/ 55 h 105"/>
                    <a:gd name="GluePoint16X" fmla="*/ 72 w 128"/>
                    <a:gd name="GluePoint16Y" fmla="*/ 21 h 105"/>
                    <a:gd name="GluePoint17X" fmla="*/ 74 w 128"/>
                    <a:gd name="GluePoint17Y" fmla="*/ 16 h 105"/>
                    <a:gd name="GluePoint18X" fmla="*/ 74 w 128"/>
                    <a:gd name="GluePoint18Y" fmla="*/ 11 h 105"/>
                    <a:gd name="GluePoint19X" fmla="*/ 71 w 128"/>
                    <a:gd name="GluePoint19Y" fmla="*/ 11 h 105"/>
                    <a:gd name="GluePoint20X" fmla="*/ 68 w 128"/>
                    <a:gd name="GluePoint20Y" fmla="*/ 15 h 105"/>
                    <a:gd name="GluePoint21X" fmla="*/ 68 w 128"/>
                    <a:gd name="GluePoint21Y" fmla="*/ 21 h 105"/>
                    <a:gd name="GluePoint22X" fmla="*/ 59 w 128"/>
                    <a:gd name="GluePoint22Y" fmla="*/ 29 h 105"/>
                    <a:gd name="GluePoint23X" fmla="*/ 53 w 128"/>
                    <a:gd name="GluePoint23Y" fmla="*/ 27 h 105"/>
                    <a:gd name="GluePoint24X" fmla="*/ 47 w 128"/>
                    <a:gd name="GluePoint24Y" fmla="*/ 24 h 105"/>
                    <a:gd name="GluePoint25X" fmla="*/ 47 w 128"/>
                    <a:gd name="GluePoint25Y" fmla="*/ 32 h 105"/>
                    <a:gd name="GluePoint26X" fmla="*/ 47 w 128"/>
                    <a:gd name="GluePoint26Y" fmla="*/ 34 h 105"/>
                    <a:gd name="GluePoint27X" fmla="*/ 43 w 128"/>
                    <a:gd name="GluePoint27Y" fmla="*/ 45 h 105"/>
                    <a:gd name="GluePoint28X" fmla="*/ 31 w 128"/>
                    <a:gd name="GluePoint28Y" fmla="*/ 39 h 105"/>
                    <a:gd name="GluePoint29X" fmla="*/ 29 w 128"/>
                    <a:gd name="GluePoint29Y" fmla="*/ 23 h 105"/>
                    <a:gd name="GluePoint30X" fmla="*/ 33 w 128"/>
                    <a:gd name="GluePoint30Y" fmla="*/ 14 h 105"/>
                    <a:gd name="GluePoint31X" fmla="*/ 36 w 128"/>
                    <a:gd name="GluePoint31Y" fmla="*/ 9 h 105"/>
                    <a:gd name="GluePoint32X" fmla="*/ 42 w 128"/>
                    <a:gd name="GluePoint32Y" fmla="*/ 13 h 105"/>
                    <a:gd name="GluePoint33X" fmla="*/ 44 w 128"/>
                    <a:gd name="GluePoint33Y" fmla="*/ 16 h 105"/>
                    <a:gd name="GluePoint34X" fmla="*/ 57 w 128"/>
                    <a:gd name="GluePoint34Y" fmla="*/ 14 h 105"/>
                    <a:gd name="GluePoint35X" fmla="*/ 62 w 128"/>
                    <a:gd name="GluePoint35Y" fmla="*/ 11 h 105"/>
                    <a:gd name="GluePoint36X" fmla="*/ 84 w 128"/>
                    <a:gd name="GluePoint36Y" fmla="*/ 0 h 105"/>
                    <a:gd name="GluePoint37X" fmla="*/ 96 w 128"/>
                    <a:gd name="GluePoint37Y" fmla="*/ 7 h 105"/>
                    <a:gd name="GluePoint38X" fmla="*/ 96 w 128"/>
                    <a:gd name="GluePoint38Y" fmla="*/ 20 h 105"/>
                    <a:gd name="GluePoint39X" fmla="*/ 83 w 128"/>
                    <a:gd name="GluePoint39Y" fmla="*/ 43 h 105"/>
                    <a:gd name="GluePoint40X" fmla="*/ 94 w 128"/>
                    <a:gd name="GluePoint40Y" fmla="*/ 44 h 105"/>
                    <a:gd name="GluePoint41X" fmla="*/ 122 w 128"/>
                    <a:gd name="GluePoint41Y" fmla="*/ 59 h 105"/>
                    <a:gd name="GluePoint42X" fmla="*/ 120 w 128"/>
                    <a:gd name="GluePoint42Y" fmla="*/ 73 h 105"/>
                    <a:gd name="GluePoint43X" fmla="*/ 98 w 128"/>
                    <a:gd name="GluePoint43Y" fmla="*/ 73 h 105"/>
                    <a:gd name="GluePoint44X" fmla="*/ 97 w 128"/>
                    <a:gd name="GluePoint44Y" fmla="*/ 66 h 105"/>
                    <a:gd name="GluePoint45X" fmla="*/ 101 w 128"/>
                    <a:gd name="GluePoint45Y" fmla="*/ 58 h 10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</a:cxnLst>
                  <a:rect l="textAreaLeft" t="textAreaTop" r="textAreaRight" b="textAreaBottom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298" name="Freeform 8"/>
                <p:cNvSpPr/>
                <p:nvPr/>
              </p:nvSpPr>
              <p:spPr>
                <a:xfrm>
                  <a:off x="6698520" y="5976360"/>
                  <a:ext cx="370800" cy="443520"/>
                </a:xfrm>
                <a:custGeom>
                  <a:avLst/>
                  <a:gdLst>
                    <a:gd name="textAreaLeft" fmla="*/ 0 w 370800"/>
                    <a:gd name="textAreaRight" fmla="*/ 371160 w 370800"/>
                    <a:gd name="textAreaTop" fmla="*/ 0 h 443520"/>
                    <a:gd name="textAreaBottom" fmla="*/ 443880 h 443520"/>
                    <a:gd name="GluePoint1X" fmla="*/ 46 w 80"/>
                    <a:gd name="GluePoint1Y" fmla="*/ 29 h 96"/>
                    <a:gd name="GluePoint2X" fmla="*/ 65 w 80"/>
                    <a:gd name="GluePoint2Y" fmla="*/ 29 h 96"/>
                    <a:gd name="GluePoint3X" fmla="*/ 79 w 80"/>
                    <a:gd name="GluePoint3Y" fmla="*/ 41 h 96"/>
                    <a:gd name="GluePoint4X" fmla="*/ 74 w 80"/>
                    <a:gd name="GluePoint4Y" fmla="*/ 43 h 96"/>
                    <a:gd name="GluePoint5X" fmla="*/ 60 w 80"/>
                    <a:gd name="GluePoint5Y" fmla="*/ 43 h 96"/>
                    <a:gd name="GluePoint6X" fmla="*/ 52 w 80"/>
                    <a:gd name="GluePoint6Y" fmla="*/ 50 h 96"/>
                    <a:gd name="GluePoint7X" fmla="*/ 49 w 80"/>
                    <a:gd name="GluePoint7Y" fmla="*/ 87 h 96"/>
                    <a:gd name="GluePoint8X" fmla="*/ 37 w 80"/>
                    <a:gd name="GluePoint8Y" fmla="*/ 95 h 96"/>
                    <a:gd name="GluePoint9X" fmla="*/ 21 w 80"/>
                    <a:gd name="GluePoint9Y" fmla="*/ 68 h 96"/>
                    <a:gd name="GluePoint10X" fmla="*/ 22 w 80"/>
                    <a:gd name="GluePoint10Y" fmla="*/ 62 h 96"/>
                    <a:gd name="GluePoint11X" fmla="*/ 30 w 80"/>
                    <a:gd name="GluePoint11Y" fmla="*/ 72 h 96"/>
                    <a:gd name="GluePoint12X" fmla="*/ 40 w 80"/>
                    <a:gd name="GluePoint12Y" fmla="*/ 70 h 96"/>
                    <a:gd name="GluePoint13X" fmla="*/ 43 w 80"/>
                    <a:gd name="GluePoint13Y" fmla="*/ 46 h 96"/>
                    <a:gd name="GluePoint14X" fmla="*/ 24 w 80"/>
                    <a:gd name="GluePoint14Y" fmla="*/ 52 h 96"/>
                    <a:gd name="GluePoint15X" fmla="*/ 19 w 80"/>
                    <a:gd name="GluePoint15Y" fmla="*/ 54 h 96"/>
                    <a:gd name="GluePoint16X" fmla="*/ 6 w 80"/>
                    <a:gd name="GluePoint16Y" fmla="*/ 54 h 96"/>
                    <a:gd name="GluePoint17X" fmla="*/ 2 w 80"/>
                    <a:gd name="GluePoint17Y" fmla="*/ 40 h 96"/>
                    <a:gd name="GluePoint18X" fmla="*/ 6 w 80"/>
                    <a:gd name="GluePoint18Y" fmla="*/ 37 h 96"/>
                    <a:gd name="GluePoint19X" fmla="*/ 28 w 80"/>
                    <a:gd name="GluePoint19Y" fmla="*/ 33 h 96"/>
                    <a:gd name="GluePoint20X" fmla="*/ 33 w 80"/>
                    <a:gd name="GluePoint20Y" fmla="*/ 32 h 96"/>
                    <a:gd name="GluePoint21X" fmla="*/ 36 w 80"/>
                    <a:gd name="GluePoint21Y" fmla="*/ 22 h 96"/>
                    <a:gd name="GluePoint22X" fmla="*/ 46 w 80"/>
                    <a:gd name="GluePoint22Y" fmla="*/ 12 h 96"/>
                    <a:gd name="GluePoint23X" fmla="*/ 45 w 80"/>
                    <a:gd name="GluePoint23Y" fmla="*/ 10 h 96"/>
                    <a:gd name="GluePoint24X" fmla="*/ 26 w 80"/>
                    <a:gd name="GluePoint24Y" fmla="*/ 17 h 96"/>
                    <a:gd name="GluePoint25X" fmla="*/ 15 w 80"/>
                    <a:gd name="GluePoint25Y" fmla="*/ 24 h 96"/>
                    <a:gd name="GluePoint26X" fmla="*/ 5 w 80"/>
                    <a:gd name="GluePoint26Y" fmla="*/ 22 h 96"/>
                    <a:gd name="GluePoint27X" fmla="*/ 1 w 80"/>
                    <a:gd name="GluePoint27Y" fmla="*/ 17 h 96"/>
                    <a:gd name="GluePoint28X" fmla="*/ 36 w 80"/>
                    <a:gd name="GluePoint28Y" fmla="*/ 2 h 96"/>
                    <a:gd name="GluePoint29X" fmla="*/ 55 w 80"/>
                    <a:gd name="GluePoint29Y" fmla="*/ 0 h 96"/>
                    <a:gd name="GluePoint30X" fmla="*/ 61 w 80"/>
                    <a:gd name="GluePoint30Y" fmla="*/ 6 h 96"/>
                    <a:gd name="GluePoint31X" fmla="*/ 59 w 80"/>
                    <a:gd name="GluePoint31Y" fmla="*/ 13 h 96"/>
                    <a:gd name="GluePoint32X" fmla="*/ 46 w 80"/>
                    <a:gd name="GluePoint32Y" fmla="*/ 29 h 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</a:cxnLst>
                  <a:rect l="textAreaLeft" t="textAreaTop" r="textAreaRight" b="textAreaBottom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299" name="组合 84"/>
              <p:cNvGrpSpPr/>
              <p:nvPr/>
            </p:nvGrpSpPr>
            <p:grpSpPr>
              <a:xfrm>
                <a:off x="7402320" y="5883120"/>
                <a:ext cx="360000" cy="385920"/>
                <a:chOff x="7402320" y="5883120"/>
                <a:chExt cx="360000" cy="385920"/>
              </a:xfrm>
            </p:grpSpPr>
            <p:sp>
              <p:nvSpPr>
                <p:cNvPr id="300" name="Freeform 15"/>
                <p:cNvSpPr/>
                <p:nvPr/>
              </p:nvSpPr>
              <p:spPr>
                <a:xfrm>
                  <a:off x="7402320" y="5969160"/>
                  <a:ext cx="165960" cy="267480"/>
                </a:xfrm>
                <a:custGeom>
                  <a:avLst/>
                  <a:gdLst>
                    <a:gd name="textAreaLeft" fmla="*/ 0 w 165960"/>
                    <a:gd name="textAreaRight" fmla="*/ 166320 w 165960"/>
                    <a:gd name="textAreaTop" fmla="*/ 0 h 267480"/>
                    <a:gd name="textAreaBottom" fmla="*/ 267840 h 267480"/>
                    <a:gd name="GluePoint1X" fmla="*/ 16 w 39"/>
                    <a:gd name="GluePoint1Y" fmla="*/ 29 h 58"/>
                    <a:gd name="GluePoint2X" fmla="*/ 27 w 39"/>
                    <a:gd name="GluePoint2Y" fmla="*/ 7 h 58"/>
                    <a:gd name="GluePoint3X" fmla="*/ 31 w 39"/>
                    <a:gd name="GluePoint3Y" fmla="*/ 1 h 58"/>
                    <a:gd name="GluePoint4X" fmla="*/ 34 w 39"/>
                    <a:gd name="GluePoint4Y" fmla="*/ 6 h 58"/>
                    <a:gd name="GluePoint5X" fmla="*/ 35 w 39"/>
                    <a:gd name="GluePoint5Y" fmla="*/ 26 h 58"/>
                    <a:gd name="GluePoint6X" fmla="*/ 20 w 39"/>
                    <a:gd name="GluePoint6Y" fmla="*/ 52 h 58"/>
                    <a:gd name="GluePoint7X" fmla="*/ 9 w 39"/>
                    <a:gd name="GluePoint7Y" fmla="*/ 57 h 58"/>
                    <a:gd name="GluePoint8X" fmla="*/ 1 w 39"/>
                    <a:gd name="GluePoint8Y" fmla="*/ 43 h 58"/>
                    <a:gd name="GluePoint9X" fmla="*/ 4 w 39"/>
                    <a:gd name="GluePoint9Y" fmla="*/ 6 h 58"/>
                    <a:gd name="GluePoint10X" fmla="*/ 8 w 39"/>
                    <a:gd name="GluePoint10Y" fmla="*/ 0 h 58"/>
                    <a:gd name="GluePoint11X" fmla="*/ 15 w 39"/>
                    <a:gd name="GluePoint11Y" fmla="*/ 6 h 58"/>
                    <a:gd name="GluePoint12X" fmla="*/ 14 w 39"/>
                    <a:gd name="GluePoint12Y" fmla="*/ 20 h 58"/>
                    <a:gd name="GluePoint13X" fmla="*/ 14 w 39"/>
                    <a:gd name="GluePoint13Y" fmla="*/ 28 h 58"/>
                    <a:gd name="GluePoint14X" fmla="*/ 16 w 39"/>
                    <a:gd name="GluePoint14Y" fmla="*/ 29 h 5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76320" rIns="763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301" name="Freeform 16"/>
                <p:cNvSpPr/>
                <p:nvPr/>
              </p:nvSpPr>
              <p:spPr>
                <a:xfrm>
                  <a:off x="7581240" y="5892120"/>
                  <a:ext cx="181080" cy="376920"/>
                </a:xfrm>
                <a:custGeom>
                  <a:avLst/>
                  <a:gdLst>
                    <a:gd name="textAreaLeft" fmla="*/ 0 w 181080"/>
                    <a:gd name="textAreaRight" fmla="*/ 181440 w 181080"/>
                    <a:gd name="textAreaTop" fmla="*/ 0 h 376920"/>
                    <a:gd name="textAreaBottom" fmla="*/ 377280 h 376920"/>
                    <a:gd name="GluePoint1X" fmla="*/ 9 w 47"/>
                    <a:gd name="GluePoint1Y" fmla="*/ 73 h 88"/>
                    <a:gd name="GluePoint2X" fmla="*/ 3 w 47"/>
                    <a:gd name="GluePoint2Y" fmla="*/ 67 h 88"/>
                    <a:gd name="GluePoint3X" fmla="*/ 3 w 47"/>
                    <a:gd name="GluePoint3Y" fmla="*/ 57 h 88"/>
                    <a:gd name="GluePoint4X" fmla="*/ 20 w 47"/>
                    <a:gd name="GluePoint4Y" fmla="*/ 38 h 88"/>
                    <a:gd name="GluePoint5X" fmla="*/ 33 w 47"/>
                    <a:gd name="GluePoint5Y" fmla="*/ 20 h 88"/>
                    <a:gd name="GluePoint6X" fmla="*/ 33 w 47"/>
                    <a:gd name="GluePoint6Y" fmla="*/ 4 h 88"/>
                    <a:gd name="GluePoint7X" fmla="*/ 32 w 47"/>
                    <a:gd name="GluePoint7Y" fmla="*/ 1 h 88"/>
                    <a:gd name="GluePoint8X" fmla="*/ 33 w 47"/>
                    <a:gd name="GluePoint8Y" fmla="*/ 0 h 88"/>
                    <a:gd name="GluePoint9X" fmla="*/ 41 w 47"/>
                    <a:gd name="GluePoint9Y" fmla="*/ 6 h 88"/>
                    <a:gd name="GluePoint10X" fmla="*/ 43 w 47"/>
                    <a:gd name="GluePoint10Y" fmla="*/ 26 h 88"/>
                    <a:gd name="GluePoint11X" fmla="*/ 29 w 47"/>
                    <a:gd name="GluePoint11Y" fmla="*/ 48 h 88"/>
                    <a:gd name="GluePoint12X" fmla="*/ 30 w 47"/>
                    <a:gd name="GluePoint12Y" fmla="*/ 52 h 88"/>
                    <a:gd name="GluePoint13X" fmla="*/ 40 w 47"/>
                    <a:gd name="GluePoint13Y" fmla="*/ 73 h 88"/>
                    <a:gd name="GluePoint14X" fmla="*/ 41 w 47"/>
                    <a:gd name="GluePoint14Y" fmla="*/ 84 h 88"/>
                    <a:gd name="GluePoint15X" fmla="*/ 37 w 47"/>
                    <a:gd name="GluePoint15Y" fmla="*/ 86 h 88"/>
                    <a:gd name="GluePoint16X" fmla="*/ 31 w 47"/>
                    <a:gd name="GluePoint16Y" fmla="*/ 75 h 88"/>
                    <a:gd name="GluePoint17X" fmla="*/ 28 w 47"/>
                    <a:gd name="GluePoint17Y" fmla="*/ 60 h 88"/>
                    <a:gd name="GluePoint18X" fmla="*/ 22 w 47"/>
                    <a:gd name="GluePoint18Y" fmla="*/ 59 h 88"/>
                    <a:gd name="GluePoint19X" fmla="*/ 9 w 47"/>
                    <a:gd name="GluePoint19Y" fmla="*/ 73 h 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</a:cxnLst>
                  <a:rect l="textAreaLeft" t="textAreaTop" r="textAreaRight" b="textAreaBottom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83160" rIns="8316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302" name="Freeform 17"/>
                <p:cNvSpPr/>
                <p:nvPr/>
              </p:nvSpPr>
              <p:spPr>
                <a:xfrm>
                  <a:off x="7496640" y="5883120"/>
                  <a:ext cx="119160" cy="69120"/>
                </a:xfrm>
                <a:custGeom>
                  <a:avLst/>
                  <a:gdLst>
                    <a:gd name="textAreaLeft" fmla="*/ 0 w 119160"/>
                    <a:gd name="textAreaRight" fmla="*/ 119520 w 119160"/>
                    <a:gd name="textAreaTop" fmla="*/ 0 h 69120"/>
                    <a:gd name="textAreaBottom" fmla="*/ 69480 h 69120"/>
                    <a:gd name="GluePoint1X" fmla="*/ 0 w 26"/>
                    <a:gd name="GluePoint1Y" fmla="*/ 0 h 19"/>
                    <a:gd name="GluePoint2X" fmla="*/ 20 w 26"/>
                    <a:gd name="GluePoint2Y" fmla="*/ 1 h 19"/>
                    <a:gd name="GluePoint3X" fmla="*/ 23 w 26"/>
                    <a:gd name="GluePoint3Y" fmla="*/ 12 h 19"/>
                    <a:gd name="GluePoint4X" fmla="*/ 12 w 26"/>
                    <a:gd name="GluePoint4Y" fmla="*/ 18 h 19"/>
                    <a:gd name="GluePoint5X" fmla="*/ 3 w 26"/>
                    <a:gd name="GluePoint5Y" fmla="*/ 11 h 19"/>
                    <a:gd name="GluePoint6X" fmla="*/ 0 w 26"/>
                    <a:gd name="GluePoint6Y" fmla="*/ 0 h 1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4720" tIns="34560" rIns="54720" bIns="3456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  <p:grpSp>
          <p:nvGrpSpPr>
            <p:cNvPr id="303" name="组合 67"/>
            <p:cNvGrpSpPr/>
            <p:nvPr/>
          </p:nvGrpSpPr>
          <p:grpSpPr>
            <a:xfrm>
              <a:off x="3040920" y="5672520"/>
              <a:ext cx="2722680" cy="754560"/>
              <a:chOff x="3040920" y="5672520"/>
              <a:chExt cx="2722680" cy="754560"/>
            </a:xfrm>
          </p:grpSpPr>
          <p:grpSp>
            <p:nvGrpSpPr>
              <p:cNvPr id="304" name="组合 68"/>
              <p:cNvGrpSpPr/>
              <p:nvPr/>
            </p:nvGrpSpPr>
            <p:grpSpPr>
              <a:xfrm>
                <a:off x="4487400" y="5795280"/>
                <a:ext cx="526680" cy="554040"/>
                <a:chOff x="4487400" y="5795280"/>
                <a:chExt cx="526680" cy="554040"/>
              </a:xfrm>
            </p:grpSpPr>
            <p:sp>
              <p:nvSpPr>
                <p:cNvPr id="305" name="Freeform 9"/>
                <p:cNvSpPr/>
                <p:nvPr/>
              </p:nvSpPr>
              <p:spPr>
                <a:xfrm>
                  <a:off x="4487400" y="5836680"/>
                  <a:ext cx="274320" cy="465840"/>
                </a:xfrm>
                <a:custGeom>
                  <a:avLst/>
                  <a:gdLst>
                    <a:gd name="textAreaLeft" fmla="*/ 0 w 274320"/>
                    <a:gd name="textAreaRight" fmla="*/ 274680 w 274320"/>
                    <a:gd name="textAreaTop" fmla="*/ 0 h 465840"/>
                    <a:gd name="textAreaBottom" fmla="*/ 466200 h 465840"/>
                    <a:gd name="GluePoint1X" fmla="*/ 39 w 59"/>
                    <a:gd name="GluePoint1Y" fmla="*/ 78 h 101"/>
                    <a:gd name="GluePoint2X" fmla="*/ 17 w 59"/>
                    <a:gd name="GluePoint2Y" fmla="*/ 94 h 101"/>
                    <a:gd name="GluePoint3X" fmla="*/ 8 w 59"/>
                    <a:gd name="GluePoint3Y" fmla="*/ 94 h 101"/>
                    <a:gd name="GluePoint4X" fmla="*/ 0 w 59"/>
                    <a:gd name="GluePoint4Y" fmla="*/ 79 h 101"/>
                    <a:gd name="GluePoint5X" fmla="*/ 17 w 59"/>
                    <a:gd name="GluePoint5Y" fmla="*/ 73 h 101"/>
                    <a:gd name="GluePoint6X" fmla="*/ 10 w 59"/>
                    <a:gd name="GluePoint6Y" fmla="*/ 68 h 101"/>
                    <a:gd name="GluePoint7X" fmla="*/ 8 w 59"/>
                    <a:gd name="GluePoint7Y" fmla="*/ 60 h 101"/>
                    <a:gd name="GluePoint8X" fmla="*/ 18 w 59"/>
                    <a:gd name="GluePoint8Y" fmla="*/ 23 h 101"/>
                    <a:gd name="GluePoint9X" fmla="*/ 26 w 59"/>
                    <a:gd name="GluePoint9Y" fmla="*/ 17 h 101"/>
                    <a:gd name="GluePoint10X" fmla="*/ 36 w 59"/>
                    <a:gd name="GluePoint10Y" fmla="*/ 26 h 101"/>
                    <a:gd name="GluePoint11X" fmla="*/ 36 w 59"/>
                    <a:gd name="GluePoint11Y" fmla="*/ 27 h 101"/>
                    <a:gd name="GluePoint12X" fmla="*/ 43 w 59"/>
                    <a:gd name="GluePoint12Y" fmla="*/ 40 h 101"/>
                    <a:gd name="GluePoint13X" fmla="*/ 42 w 59"/>
                    <a:gd name="GluePoint13Y" fmla="*/ 12 h 101"/>
                    <a:gd name="GluePoint14X" fmla="*/ 21 w 59"/>
                    <a:gd name="GluePoint14Y" fmla="*/ 5 h 101"/>
                    <a:gd name="GluePoint15X" fmla="*/ 44 w 59"/>
                    <a:gd name="GluePoint15Y" fmla="*/ 1 h 101"/>
                    <a:gd name="GluePoint16X" fmla="*/ 57 w 59"/>
                    <a:gd name="GluePoint16Y" fmla="*/ 17 h 101"/>
                    <a:gd name="GluePoint17X" fmla="*/ 56 w 59"/>
                    <a:gd name="GluePoint17Y" fmla="*/ 48 h 101"/>
                    <a:gd name="GluePoint18X" fmla="*/ 57 w 59"/>
                    <a:gd name="GluePoint18Y" fmla="*/ 55 h 101"/>
                    <a:gd name="GluePoint19X" fmla="*/ 55 w 59"/>
                    <a:gd name="GluePoint19Y" fmla="*/ 64 h 101"/>
                    <a:gd name="GluePoint20X" fmla="*/ 54 w 59"/>
                    <a:gd name="GluePoint20Y" fmla="*/ 71 h 101"/>
                    <a:gd name="GluePoint21X" fmla="*/ 52 w 59"/>
                    <a:gd name="GluePoint21Y" fmla="*/ 95 h 101"/>
                    <a:gd name="GluePoint22X" fmla="*/ 49 w 59"/>
                    <a:gd name="GluePoint22Y" fmla="*/ 101 h 101"/>
                    <a:gd name="GluePoint23X" fmla="*/ 43 w 59"/>
                    <a:gd name="GluePoint23Y" fmla="*/ 98 h 101"/>
                    <a:gd name="GluePoint24X" fmla="*/ 38 w 59"/>
                    <a:gd name="GluePoint24Y" fmla="*/ 86 h 101"/>
                    <a:gd name="GluePoint25X" fmla="*/ 39 w 59"/>
                    <a:gd name="GluePoint25Y" fmla="*/ 78 h 101"/>
                    <a:gd name="GluePoint26X" fmla="*/ 42 w 59"/>
                    <a:gd name="GluePoint26Y" fmla="*/ 47 h 101"/>
                    <a:gd name="GluePoint27X" fmla="*/ 32 w 59"/>
                    <a:gd name="GluePoint27Y" fmla="*/ 44 h 101"/>
                    <a:gd name="GluePoint28X" fmla="*/ 29 w 59"/>
                    <a:gd name="GluePoint28Y" fmla="*/ 64 h 101"/>
                    <a:gd name="GluePoint29X" fmla="*/ 42 w 59"/>
                    <a:gd name="GluePoint29Y" fmla="*/ 47 h 10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</a:cxnLst>
                  <a:rect l="textAreaLeft" t="textAreaTop" r="textAreaRight" b="textAreaBottom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306" name="Freeform 10"/>
                <p:cNvSpPr/>
                <p:nvPr/>
              </p:nvSpPr>
              <p:spPr>
                <a:xfrm>
                  <a:off x="4757040" y="5795280"/>
                  <a:ext cx="257040" cy="554040"/>
                </a:xfrm>
                <a:custGeom>
                  <a:avLst/>
                  <a:gdLst>
                    <a:gd name="textAreaLeft" fmla="*/ 0 w 257040"/>
                    <a:gd name="textAreaRight" fmla="*/ 257400 w 257040"/>
                    <a:gd name="textAreaTop" fmla="*/ 0 h 554040"/>
                    <a:gd name="textAreaBottom" fmla="*/ 554400 h 554040"/>
                    <a:gd name="GluePoint1X" fmla="*/ 11 w 55"/>
                    <a:gd name="GluePoint1Y" fmla="*/ 89 h 120"/>
                    <a:gd name="GluePoint2X" fmla="*/ 10 w 55"/>
                    <a:gd name="GluePoint2Y" fmla="*/ 100 h 120"/>
                    <a:gd name="GluePoint3X" fmla="*/ 6 w 55"/>
                    <a:gd name="GluePoint3Y" fmla="*/ 104 h 120"/>
                    <a:gd name="GluePoint4X" fmla="*/ 1 w 55"/>
                    <a:gd name="GluePoint4Y" fmla="*/ 99 h 120"/>
                    <a:gd name="GluePoint5X" fmla="*/ 3 w 55"/>
                    <a:gd name="GluePoint5Y" fmla="*/ 84 h 120"/>
                    <a:gd name="GluePoint6X" fmla="*/ 14 w 55"/>
                    <a:gd name="GluePoint6Y" fmla="*/ 37 h 120"/>
                    <a:gd name="GluePoint7X" fmla="*/ 22 w 55"/>
                    <a:gd name="GluePoint7Y" fmla="*/ 11 h 120"/>
                    <a:gd name="GluePoint8X" fmla="*/ 26 w 55"/>
                    <a:gd name="GluePoint8Y" fmla="*/ 19 h 120"/>
                    <a:gd name="GluePoint9X" fmla="*/ 20 w 55"/>
                    <a:gd name="GluePoint9Y" fmla="*/ 40 h 120"/>
                    <a:gd name="GluePoint10X" fmla="*/ 27 w 55"/>
                    <a:gd name="GluePoint10Y" fmla="*/ 35 h 120"/>
                    <a:gd name="GluePoint11X" fmla="*/ 35 w 55"/>
                    <a:gd name="GluePoint11Y" fmla="*/ 30 h 120"/>
                    <a:gd name="GluePoint12X" fmla="*/ 33 w 55"/>
                    <a:gd name="GluePoint12Y" fmla="*/ 9 h 120"/>
                    <a:gd name="GluePoint13X" fmla="*/ 28 w 55"/>
                    <a:gd name="GluePoint13Y" fmla="*/ 8 h 120"/>
                    <a:gd name="GluePoint14X" fmla="*/ 19 w 55"/>
                    <a:gd name="GluePoint14Y" fmla="*/ 12 h 120"/>
                    <a:gd name="GluePoint15X" fmla="*/ 12 w 55"/>
                    <a:gd name="GluePoint15Y" fmla="*/ 15 h 120"/>
                    <a:gd name="GluePoint16X" fmla="*/ 9 w 55"/>
                    <a:gd name="GluePoint16Y" fmla="*/ 11 h 120"/>
                    <a:gd name="GluePoint17X" fmla="*/ 11 w 55"/>
                    <a:gd name="GluePoint17Y" fmla="*/ 8 h 120"/>
                    <a:gd name="GluePoint18X" fmla="*/ 31 w 55"/>
                    <a:gd name="GluePoint18Y" fmla="*/ 0 h 120"/>
                    <a:gd name="GluePoint19X" fmla="*/ 45 w 55"/>
                    <a:gd name="GluePoint19Y" fmla="*/ 15 h 120"/>
                    <a:gd name="GluePoint20X" fmla="*/ 44 w 55"/>
                    <a:gd name="GluePoint20Y" fmla="*/ 46 h 120"/>
                    <a:gd name="GluePoint21X" fmla="*/ 48 w 55"/>
                    <a:gd name="GluePoint21Y" fmla="*/ 54 h 120"/>
                    <a:gd name="GluePoint22X" fmla="*/ 48 w 55"/>
                    <a:gd name="GluePoint22Y" fmla="*/ 71 h 120"/>
                    <a:gd name="GluePoint23X" fmla="*/ 44 w 55"/>
                    <a:gd name="GluePoint23Y" fmla="*/ 77 h 120"/>
                    <a:gd name="GluePoint24X" fmla="*/ 44 w 55"/>
                    <a:gd name="GluePoint24Y" fmla="*/ 110 h 120"/>
                    <a:gd name="GluePoint25X" fmla="*/ 44 w 55"/>
                    <a:gd name="GluePoint25Y" fmla="*/ 114 h 120"/>
                    <a:gd name="GluePoint26X" fmla="*/ 41 w 55"/>
                    <a:gd name="GluePoint26Y" fmla="*/ 120 h 120"/>
                    <a:gd name="GluePoint27X" fmla="*/ 32 w 55"/>
                    <a:gd name="GluePoint27Y" fmla="*/ 118 h 120"/>
                    <a:gd name="GluePoint28X" fmla="*/ 13 w 55"/>
                    <a:gd name="GluePoint28Y" fmla="*/ 91 h 120"/>
                    <a:gd name="GluePoint29X" fmla="*/ 12 w 55"/>
                    <a:gd name="GluePoint29Y" fmla="*/ 89 h 120"/>
                    <a:gd name="GluePoint30X" fmla="*/ 11 w 55"/>
                    <a:gd name="GluePoint30Y" fmla="*/ 89 h 120"/>
                    <a:gd name="GluePoint31X" fmla="*/ 24 w 55"/>
                    <a:gd name="GluePoint31Y" fmla="*/ 76 h 120"/>
                    <a:gd name="GluePoint32X" fmla="*/ 23 w 55"/>
                    <a:gd name="GluePoint32Y" fmla="*/ 74 h 120"/>
                    <a:gd name="GluePoint33X" fmla="*/ 27 w 55"/>
                    <a:gd name="GluePoint33Y" fmla="*/ 71 h 120"/>
                    <a:gd name="GluePoint34X" fmla="*/ 33 w 55"/>
                    <a:gd name="GluePoint34Y" fmla="*/ 67 h 120"/>
                    <a:gd name="GluePoint35X" fmla="*/ 32 w 55"/>
                    <a:gd name="GluePoint35Y" fmla="*/ 63 h 120"/>
                    <a:gd name="GluePoint36X" fmla="*/ 22 w 55"/>
                    <a:gd name="GluePoint36Y" fmla="*/ 52 h 120"/>
                    <a:gd name="GluePoint37X" fmla="*/ 18 w 55"/>
                    <a:gd name="GluePoint37Y" fmla="*/ 89 h 120"/>
                    <a:gd name="GluePoint38X" fmla="*/ 33 w 55"/>
                    <a:gd name="GluePoint38Y" fmla="*/ 107 h 120"/>
                    <a:gd name="GluePoint39X" fmla="*/ 35 w 55"/>
                    <a:gd name="GluePoint39Y" fmla="*/ 77 h 120"/>
                    <a:gd name="GluePoint40X" fmla="*/ 31 w 55"/>
                    <a:gd name="GluePoint40Y" fmla="*/ 75 h 120"/>
                    <a:gd name="GluePoint41X" fmla="*/ 24 w 55"/>
                    <a:gd name="GluePoint41Y" fmla="*/ 76 h 12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</a:cxnLst>
                  <a:rect l="textAreaLeft" t="textAreaTop" r="textAreaRight" b="textAreaBottom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307" name="组合 69"/>
              <p:cNvGrpSpPr/>
              <p:nvPr/>
            </p:nvGrpSpPr>
            <p:grpSpPr>
              <a:xfrm>
                <a:off x="3040920" y="5672520"/>
                <a:ext cx="597240" cy="754560"/>
                <a:chOff x="3040920" y="5672520"/>
                <a:chExt cx="597240" cy="754560"/>
              </a:xfrm>
            </p:grpSpPr>
            <p:sp>
              <p:nvSpPr>
                <p:cNvPr id="308" name="Freeform 13"/>
                <p:cNvSpPr/>
                <p:nvPr/>
              </p:nvSpPr>
              <p:spPr>
                <a:xfrm>
                  <a:off x="3040920" y="5672520"/>
                  <a:ext cx="597240" cy="712800"/>
                </a:xfrm>
                <a:custGeom>
                  <a:avLst/>
                  <a:gdLst>
                    <a:gd name="textAreaLeft" fmla="*/ 0 w 597240"/>
                    <a:gd name="textAreaRight" fmla="*/ 597600 w 597240"/>
                    <a:gd name="textAreaTop" fmla="*/ 0 h 712800"/>
                    <a:gd name="textAreaBottom" fmla="*/ 713160 h 712800"/>
                    <a:gd name="GluePoint1X" fmla="*/ 54 w 128"/>
                    <a:gd name="GluePoint1Y" fmla="*/ 76 h 154"/>
                    <a:gd name="GluePoint2X" fmla="*/ 66 w 128"/>
                    <a:gd name="GluePoint2Y" fmla="*/ 53 h 154"/>
                    <a:gd name="GluePoint3X" fmla="*/ 49 w 128"/>
                    <a:gd name="GluePoint3Y" fmla="*/ 47 h 154"/>
                    <a:gd name="GluePoint4X" fmla="*/ 64 w 128"/>
                    <a:gd name="GluePoint4Y" fmla="*/ 44 h 154"/>
                    <a:gd name="GluePoint5X" fmla="*/ 83 w 128"/>
                    <a:gd name="GluePoint5Y" fmla="*/ 6 h 154"/>
                    <a:gd name="GluePoint6X" fmla="*/ 91 w 128"/>
                    <a:gd name="GluePoint6Y" fmla="*/ 11 h 154"/>
                    <a:gd name="GluePoint7X" fmla="*/ 96 w 128"/>
                    <a:gd name="GluePoint7Y" fmla="*/ 36 h 154"/>
                    <a:gd name="GluePoint8X" fmla="*/ 106 w 128"/>
                    <a:gd name="GluePoint8Y" fmla="*/ 41 h 154"/>
                    <a:gd name="GluePoint9X" fmla="*/ 82 w 128"/>
                    <a:gd name="GluePoint9Y" fmla="*/ 50 h 154"/>
                    <a:gd name="GluePoint10X" fmla="*/ 71 w 128"/>
                    <a:gd name="GluePoint10Y" fmla="*/ 65 h 154"/>
                    <a:gd name="GluePoint11X" fmla="*/ 110 w 128"/>
                    <a:gd name="GluePoint11Y" fmla="*/ 74 h 154"/>
                    <a:gd name="GluePoint12X" fmla="*/ 101 w 128"/>
                    <a:gd name="GluePoint12Y" fmla="*/ 87 h 154"/>
                    <a:gd name="GluePoint13X" fmla="*/ 111 w 128"/>
                    <a:gd name="GluePoint13Y" fmla="*/ 98 h 154"/>
                    <a:gd name="GluePoint14X" fmla="*/ 92 w 128"/>
                    <a:gd name="GluePoint14Y" fmla="*/ 104 h 154"/>
                    <a:gd name="GluePoint15X" fmla="*/ 86 w 128"/>
                    <a:gd name="GluePoint15Y" fmla="*/ 116 h 154"/>
                    <a:gd name="GluePoint16X" fmla="*/ 124 w 128"/>
                    <a:gd name="GluePoint16Y" fmla="*/ 112 h 154"/>
                    <a:gd name="GluePoint17X" fmla="*/ 120 w 128"/>
                    <a:gd name="GluePoint17Y" fmla="*/ 122 h 154"/>
                    <a:gd name="GluePoint18X" fmla="*/ 111 w 128"/>
                    <a:gd name="GluePoint18Y" fmla="*/ 144 h 154"/>
                    <a:gd name="GluePoint19X" fmla="*/ 105 w 128"/>
                    <a:gd name="GluePoint19Y" fmla="*/ 153 h 154"/>
                    <a:gd name="GluePoint20X" fmla="*/ 55 w 128"/>
                    <a:gd name="GluePoint20Y" fmla="*/ 129 h 154"/>
                    <a:gd name="GluePoint21X" fmla="*/ 53 w 128"/>
                    <a:gd name="GluePoint21Y" fmla="*/ 121 h 154"/>
                    <a:gd name="GluePoint22X" fmla="*/ 61 w 128"/>
                    <a:gd name="GluePoint22Y" fmla="*/ 125 h 154"/>
                    <a:gd name="GluePoint23X" fmla="*/ 94 w 128"/>
                    <a:gd name="GluePoint23Y" fmla="*/ 140 h 154"/>
                    <a:gd name="GluePoint24X" fmla="*/ 85 w 128"/>
                    <a:gd name="GluePoint24Y" fmla="*/ 127 h 154"/>
                    <a:gd name="GluePoint25X" fmla="*/ 71 w 128"/>
                    <a:gd name="GluePoint25Y" fmla="*/ 108 h 154"/>
                    <a:gd name="GluePoint26X" fmla="*/ 52 w 128"/>
                    <a:gd name="GluePoint26Y" fmla="*/ 113 h 154"/>
                    <a:gd name="GluePoint27X" fmla="*/ 38 w 128"/>
                    <a:gd name="GluePoint27Y" fmla="*/ 97 h 154"/>
                    <a:gd name="GluePoint28X" fmla="*/ 51 w 128"/>
                    <a:gd name="GluePoint28Y" fmla="*/ 97 h 154"/>
                    <a:gd name="GluePoint29X" fmla="*/ 34 w 128"/>
                    <a:gd name="GluePoint29Y" fmla="*/ 93 h 154"/>
                    <a:gd name="GluePoint30X" fmla="*/ 35 w 128"/>
                    <a:gd name="GluePoint30Y" fmla="*/ 105 h 154"/>
                    <a:gd name="GluePoint31X" fmla="*/ 26 w 128"/>
                    <a:gd name="GluePoint31Y" fmla="*/ 154 h 154"/>
                    <a:gd name="GluePoint32X" fmla="*/ 20 w 128"/>
                    <a:gd name="GluePoint32Y" fmla="*/ 118 h 154"/>
                    <a:gd name="GluePoint33X" fmla="*/ 0 w 128"/>
                    <a:gd name="GluePoint33Y" fmla="*/ 103 h 154"/>
                    <a:gd name="GluePoint34X" fmla="*/ 19 w 128"/>
                    <a:gd name="GluePoint34Y" fmla="*/ 72 h 154"/>
                    <a:gd name="GluePoint35X" fmla="*/ 25 w 128"/>
                    <a:gd name="GluePoint35Y" fmla="*/ 51 h 154"/>
                    <a:gd name="GluePoint36X" fmla="*/ 39 w 128"/>
                    <a:gd name="GluePoint36Y" fmla="*/ 14 h 154"/>
                    <a:gd name="GluePoint37X" fmla="*/ 51 w 128"/>
                    <a:gd name="GluePoint37Y" fmla="*/ 24 h 154"/>
                    <a:gd name="GluePoint38X" fmla="*/ 39 w 128"/>
                    <a:gd name="GluePoint38Y" fmla="*/ 44 h 154"/>
                    <a:gd name="GluePoint39X" fmla="*/ 48 w 128"/>
                    <a:gd name="GluePoint39Y" fmla="*/ 73 h 154"/>
                    <a:gd name="GluePoint40X" fmla="*/ 81 w 128"/>
                    <a:gd name="GluePoint40Y" fmla="*/ 90 h 154"/>
                    <a:gd name="GluePoint41X" fmla="*/ 92 w 128"/>
                    <a:gd name="GluePoint41Y" fmla="*/ 71 h 154"/>
                    <a:gd name="GluePoint42X" fmla="*/ 81 w 128"/>
                    <a:gd name="GluePoint42Y" fmla="*/ 80 h 154"/>
                    <a:gd name="GluePoint43X" fmla="*/ 76 w 128"/>
                    <a:gd name="GluePoint43Y" fmla="*/ 73 h 154"/>
                    <a:gd name="GluePoint44X" fmla="*/ 67 w 128"/>
                    <a:gd name="GluePoint44Y" fmla="*/ 79 h 154"/>
                    <a:gd name="GluePoint45X" fmla="*/ 76 w 128"/>
                    <a:gd name="GluePoint45Y" fmla="*/ 73 h 154"/>
                    <a:gd name="GluePoint46X" fmla="*/ 56 w 128"/>
                    <a:gd name="GluePoint46Y" fmla="*/ 88 h 154"/>
                    <a:gd name="GluePoint47X" fmla="*/ 63 w 128"/>
                    <a:gd name="GluePoint47Y" fmla="*/ 81 h 154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</a:cxnLst>
                  <a:rect l="textAreaLeft" t="textAreaTop" r="textAreaRight" b="textAreaBottom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309" name="Freeform 14"/>
                <p:cNvSpPr/>
                <p:nvPr/>
              </p:nvSpPr>
              <p:spPr>
                <a:xfrm>
                  <a:off x="3205080" y="6228720"/>
                  <a:ext cx="73800" cy="198360"/>
                </a:xfrm>
                <a:custGeom>
                  <a:avLst/>
                  <a:gdLst>
                    <a:gd name="textAreaLeft" fmla="*/ 0 w 73800"/>
                    <a:gd name="textAreaRight" fmla="*/ 74160 w 73800"/>
                    <a:gd name="textAreaTop" fmla="*/ 0 h 198360"/>
                    <a:gd name="textAreaBottom" fmla="*/ 198720 h 198360"/>
                    <a:gd name="GluePoint1X" fmla="*/ 9 w 16"/>
                    <a:gd name="GluePoint1Y" fmla="*/ 0 h 43"/>
                    <a:gd name="GluePoint2X" fmla="*/ 15 w 16"/>
                    <a:gd name="GluePoint2Y" fmla="*/ 11 h 43"/>
                    <a:gd name="GluePoint3X" fmla="*/ 9 w 16"/>
                    <a:gd name="GluePoint3Y" fmla="*/ 43 h 43"/>
                    <a:gd name="GluePoint4X" fmla="*/ 2 w 16"/>
                    <a:gd name="GluePoint4Y" fmla="*/ 39 h 43"/>
                    <a:gd name="GluePoint5X" fmla="*/ 0 w 16"/>
                    <a:gd name="GluePoint5Y" fmla="*/ 35 h 43"/>
                    <a:gd name="GluePoint6X" fmla="*/ 9 w 16"/>
                    <a:gd name="GluePoint6Y" fmla="*/ 0 h 4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34200" rIns="3420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310" name="组合 70"/>
              <p:cNvGrpSpPr/>
              <p:nvPr/>
            </p:nvGrpSpPr>
            <p:grpSpPr>
              <a:xfrm>
                <a:off x="3850200" y="5888160"/>
                <a:ext cx="400320" cy="344880"/>
                <a:chOff x="3850200" y="5888160"/>
                <a:chExt cx="400320" cy="344880"/>
              </a:xfrm>
            </p:grpSpPr>
            <p:sp>
              <p:nvSpPr>
                <p:cNvPr id="311" name="Freeform 18"/>
                <p:cNvSpPr/>
                <p:nvPr/>
              </p:nvSpPr>
              <p:spPr>
                <a:xfrm>
                  <a:off x="3984840" y="5888160"/>
                  <a:ext cx="265680" cy="344880"/>
                </a:xfrm>
                <a:custGeom>
                  <a:avLst/>
                  <a:gdLst>
                    <a:gd name="textAreaLeft" fmla="*/ 0 w 265680"/>
                    <a:gd name="textAreaRight" fmla="*/ 266040 w 265680"/>
                    <a:gd name="textAreaTop" fmla="*/ 0 h 344880"/>
                    <a:gd name="textAreaBottom" fmla="*/ 345240 h 344880"/>
                    <a:gd name="GluePoint1X" fmla="*/ 49 w 57"/>
                    <a:gd name="GluePoint1Y" fmla="*/ 74 h 75"/>
                    <a:gd name="GluePoint2X" fmla="*/ 40 w 57"/>
                    <a:gd name="GluePoint2Y" fmla="*/ 67 h 75"/>
                    <a:gd name="GluePoint3X" fmla="*/ 33 w 57"/>
                    <a:gd name="GluePoint3Y" fmla="*/ 48 h 75"/>
                    <a:gd name="GluePoint4X" fmla="*/ 27 w 57"/>
                    <a:gd name="GluePoint4Y" fmla="*/ 46 h 75"/>
                    <a:gd name="GluePoint5X" fmla="*/ 11 w 57"/>
                    <a:gd name="GluePoint5Y" fmla="*/ 60 h 75"/>
                    <a:gd name="GluePoint6X" fmla="*/ 5 w 57"/>
                    <a:gd name="GluePoint6Y" fmla="*/ 60 h 75"/>
                    <a:gd name="GluePoint7X" fmla="*/ 6 w 57"/>
                    <a:gd name="GluePoint7Y" fmla="*/ 46 h 75"/>
                    <a:gd name="GluePoint8X" fmla="*/ 27 w 57"/>
                    <a:gd name="GluePoint8Y" fmla="*/ 26 h 75"/>
                    <a:gd name="GluePoint9X" fmla="*/ 40 w 57"/>
                    <a:gd name="GluePoint9Y" fmla="*/ 10 h 75"/>
                    <a:gd name="GluePoint10X" fmla="*/ 41 w 57"/>
                    <a:gd name="GluePoint10Y" fmla="*/ 6 h 75"/>
                    <a:gd name="GluePoint11X" fmla="*/ 45 w 57"/>
                    <a:gd name="GluePoint11Y" fmla="*/ 0 h 75"/>
                    <a:gd name="GluePoint12X" fmla="*/ 53 w 57"/>
                    <a:gd name="GluePoint12Y" fmla="*/ 3 h 75"/>
                    <a:gd name="GluePoint13X" fmla="*/ 53 w 57"/>
                    <a:gd name="GluePoint13Y" fmla="*/ 20 h 75"/>
                    <a:gd name="GluePoint14X" fmla="*/ 37 w 57"/>
                    <a:gd name="GluePoint14Y" fmla="*/ 38 h 75"/>
                    <a:gd name="GluePoint15X" fmla="*/ 49 w 57"/>
                    <a:gd name="GluePoint15Y" fmla="*/ 74 h 7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312" name="Freeform 19"/>
                <p:cNvSpPr/>
                <p:nvPr/>
              </p:nvSpPr>
              <p:spPr>
                <a:xfrm>
                  <a:off x="3850200" y="5974560"/>
                  <a:ext cx="134280" cy="255240"/>
                </a:xfrm>
                <a:custGeom>
                  <a:avLst/>
                  <a:gdLst>
                    <a:gd name="textAreaLeft" fmla="*/ 0 w 134280"/>
                    <a:gd name="textAreaRight" fmla="*/ 134640 w 134280"/>
                    <a:gd name="textAreaTop" fmla="*/ 0 h 255240"/>
                    <a:gd name="textAreaBottom" fmla="*/ 255600 h 255240"/>
                    <a:gd name="GluePoint1X" fmla="*/ 12 w 29"/>
                    <a:gd name="GluePoint1Y" fmla="*/ 30 h 55"/>
                    <a:gd name="GluePoint2X" fmla="*/ 20 w 29"/>
                    <a:gd name="GluePoint2Y" fmla="*/ 7 h 55"/>
                    <a:gd name="GluePoint3X" fmla="*/ 25 w 29"/>
                    <a:gd name="GluePoint3Y" fmla="*/ 1 h 55"/>
                    <a:gd name="GluePoint4X" fmla="*/ 26 w 29"/>
                    <a:gd name="GluePoint4Y" fmla="*/ 9 h 55"/>
                    <a:gd name="GluePoint5X" fmla="*/ 16 w 29"/>
                    <a:gd name="GluePoint5Y" fmla="*/ 39 h 55"/>
                    <a:gd name="GluePoint6X" fmla="*/ 13 w 29"/>
                    <a:gd name="GluePoint6Y" fmla="*/ 52 h 55"/>
                    <a:gd name="GluePoint7X" fmla="*/ 7 w 29"/>
                    <a:gd name="GluePoint7Y" fmla="*/ 54 h 55"/>
                    <a:gd name="GluePoint8X" fmla="*/ 2 w 29"/>
                    <a:gd name="GluePoint8Y" fmla="*/ 41 h 55"/>
                    <a:gd name="GluePoint9X" fmla="*/ 3 w 29"/>
                    <a:gd name="GluePoint9Y" fmla="*/ 32 h 55"/>
                    <a:gd name="GluePoint10X" fmla="*/ 2 w 29"/>
                    <a:gd name="GluePoint10Y" fmla="*/ 6 h 55"/>
                    <a:gd name="GluePoint11X" fmla="*/ 6 w 29"/>
                    <a:gd name="GluePoint11Y" fmla="*/ 5 h 55"/>
                    <a:gd name="GluePoint12X" fmla="*/ 10 w 29"/>
                    <a:gd name="GluePoint12Y" fmla="*/ 14 h 55"/>
                    <a:gd name="GluePoint13X" fmla="*/ 11 w 29"/>
                    <a:gd name="GluePoint13Y" fmla="*/ 30 h 55"/>
                    <a:gd name="GluePoint14X" fmla="*/ 12 w 29"/>
                    <a:gd name="GluePoint14Y" fmla="*/ 30 h 5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61920" rIns="619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313" name="Freeform 20"/>
                <p:cNvSpPr/>
                <p:nvPr/>
              </p:nvSpPr>
              <p:spPr>
                <a:xfrm>
                  <a:off x="3929400" y="5891760"/>
                  <a:ext cx="123840" cy="79200"/>
                </a:xfrm>
                <a:custGeom>
                  <a:avLst/>
                  <a:gdLst>
                    <a:gd name="textAreaLeft" fmla="*/ 0 w 123840"/>
                    <a:gd name="textAreaRight" fmla="*/ 124200 w 123840"/>
                    <a:gd name="textAreaTop" fmla="*/ 0 h 79200"/>
                    <a:gd name="textAreaBottom" fmla="*/ 79560 h 79200"/>
                    <a:gd name="GluePoint1X" fmla="*/ 27 w 27"/>
                    <a:gd name="GluePoint1Y" fmla="*/ 1 h 17"/>
                    <a:gd name="GluePoint2X" fmla="*/ 16 w 27"/>
                    <a:gd name="GluePoint2Y" fmla="*/ 14 h 17"/>
                    <a:gd name="GluePoint3X" fmla="*/ 5 w 27"/>
                    <a:gd name="GluePoint3Y" fmla="*/ 13 h 17"/>
                    <a:gd name="GluePoint4X" fmla="*/ 0 w 27"/>
                    <a:gd name="GluePoint4Y" fmla="*/ 4 h 17"/>
                    <a:gd name="GluePoint5X" fmla="*/ 9 w 27"/>
                    <a:gd name="GluePoint5Y" fmla="*/ 2 h 17"/>
                    <a:gd name="GluePoint6X" fmla="*/ 27 w 27"/>
                    <a:gd name="GluePoint6Y" fmla="*/ 0 h 17"/>
                    <a:gd name="GluePoint7X" fmla="*/ 27 w 27"/>
                    <a:gd name="GluePoint7Y" fmla="*/ 1 h 1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</a:cxnLst>
                  <a:rect l="textAreaLeft" t="textAreaTop" r="textAreaRight" b="textAreaBottom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7240" tIns="39600" rIns="57240" bIns="3960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314" name="组合 71"/>
              <p:cNvGrpSpPr/>
              <p:nvPr/>
            </p:nvGrpSpPr>
            <p:grpSpPr>
              <a:xfrm>
                <a:off x="5304240" y="5825520"/>
                <a:ext cx="459360" cy="457560"/>
                <a:chOff x="5304240" y="5825520"/>
                <a:chExt cx="459360" cy="457560"/>
              </a:xfrm>
            </p:grpSpPr>
            <p:sp>
              <p:nvSpPr>
                <p:cNvPr id="315" name="Freeform 11"/>
                <p:cNvSpPr/>
                <p:nvPr/>
              </p:nvSpPr>
              <p:spPr>
                <a:xfrm>
                  <a:off x="5442480" y="5825520"/>
                  <a:ext cx="321120" cy="449640"/>
                </a:xfrm>
                <a:custGeom>
                  <a:avLst/>
                  <a:gdLst>
                    <a:gd name="textAreaLeft" fmla="*/ 0 w 321120"/>
                    <a:gd name="textAreaRight" fmla="*/ 321480 w 321120"/>
                    <a:gd name="textAreaTop" fmla="*/ 0 h 449640"/>
                    <a:gd name="textAreaBottom" fmla="*/ 450000 h 449640"/>
                    <a:gd name="GluePoint1X" fmla="*/ 29 w 72"/>
                    <a:gd name="GluePoint1Y" fmla="*/ 49 h 102"/>
                    <a:gd name="GluePoint2X" fmla="*/ 15 w 72"/>
                    <a:gd name="GluePoint2Y" fmla="*/ 43 h 102"/>
                    <a:gd name="GluePoint3X" fmla="*/ 10 w 72"/>
                    <a:gd name="GluePoint3Y" fmla="*/ 21 h 102"/>
                    <a:gd name="GluePoint4X" fmla="*/ 13 w 72"/>
                    <a:gd name="GluePoint4Y" fmla="*/ 15 h 102"/>
                    <a:gd name="GluePoint5X" fmla="*/ 19 w 72"/>
                    <a:gd name="GluePoint5Y" fmla="*/ 18 h 102"/>
                    <a:gd name="GluePoint6X" fmla="*/ 20 w 72"/>
                    <a:gd name="GluePoint6Y" fmla="*/ 26 h 102"/>
                    <a:gd name="GluePoint7X" fmla="*/ 35 w 72"/>
                    <a:gd name="GluePoint7Y" fmla="*/ 22 h 102"/>
                    <a:gd name="GluePoint8X" fmla="*/ 40 w 72"/>
                    <a:gd name="GluePoint8Y" fmla="*/ 16 h 102"/>
                    <a:gd name="GluePoint9X" fmla="*/ 43 w 72"/>
                    <a:gd name="GluePoint9Y" fmla="*/ 14 h 102"/>
                    <a:gd name="GluePoint10X" fmla="*/ 44 w 72"/>
                    <a:gd name="GluePoint10Y" fmla="*/ 19 h 102"/>
                    <a:gd name="GluePoint11X" fmla="*/ 43 w 72"/>
                    <a:gd name="GluePoint11Y" fmla="*/ 28 h 102"/>
                    <a:gd name="GluePoint12X" fmla="*/ 36 w 72"/>
                    <a:gd name="GluePoint12Y" fmla="*/ 40 h 102"/>
                    <a:gd name="GluePoint13X" fmla="*/ 37 w 72"/>
                    <a:gd name="GluePoint13Y" fmla="*/ 42 h 102"/>
                    <a:gd name="GluePoint14X" fmla="*/ 44 w 72"/>
                    <a:gd name="GluePoint14Y" fmla="*/ 38 h 102"/>
                    <a:gd name="GluePoint15X" fmla="*/ 56 w 72"/>
                    <a:gd name="GluePoint15Y" fmla="*/ 20 h 102"/>
                    <a:gd name="GluePoint16X" fmla="*/ 49 w 72"/>
                    <a:gd name="GluePoint16Y" fmla="*/ 9 h 102"/>
                    <a:gd name="GluePoint17X" fmla="*/ 28 w 72"/>
                    <a:gd name="GluePoint17Y" fmla="*/ 14 h 102"/>
                    <a:gd name="GluePoint18X" fmla="*/ 20 w 72"/>
                    <a:gd name="GluePoint18Y" fmla="*/ 13 h 102"/>
                    <a:gd name="GluePoint19X" fmla="*/ 22 w 72"/>
                    <a:gd name="GluePoint19Y" fmla="*/ 6 h 102"/>
                    <a:gd name="GluePoint20X" fmla="*/ 50 w 72"/>
                    <a:gd name="GluePoint20Y" fmla="*/ 1 h 102"/>
                    <a:gd name="GluePoint21X" fmla="*/ 68 w 72"/>
                    <a:gd name="GluePoint21Y" fmla="*/ 12 h 102"/>
                    <a:gd name="GluePoint22X" fmla="*/ 67 w 72"/>
                    <a:gd name="GluePoint22Y" fmla="*/ 24 h 102"/>
                    <a:gd name="GluePoint23X" fmla="*/ 49 w 72"/>
                    <a:gd name="GluePoint23Y" fmla="*/ 48 h 102"/>
                    <a:gd name="GluePoint24X" fmla="*/ 42 w 72"/>
                    <a:gd name="GluePoint24Y" fmla="*/ 49 h 102"/>
                    <a:gd name="GluePoint25X" fmla="*/ 37 w 72"/>
                    <a:gd name="GluePoint25Y" fmla="*/ 47 h 102"/>
                    <a:gd name="GluePoint26X" fmla="*/ 35 w 72"/>
                    <a:gd name="GluePoint26Y" fmla="*/ 52 h 102"/>
                    <a:gd name="GluePoint27X" fmla="*/ 41 w 72"/>
                    <a:gd name="GluePoint27Y" fmla="*/ 58 h 102"/>
                    <a:gd name="GluePoint28X" fmla="*/ 48 w 72"/>
                    <a:gd name="GluePoint28Y" fmla="*/ 57 h 102"/>
                    <a:gd name="GluePoint29X" fmla="*/ 53 w 72"/>
                    <a:gd name="GluePoint29Y" fmla="*/ 59 h 102"/>
                    <a:gd name="GluePoint30X" fmla="*/ 53 w 72"/>
                    <a:gd name="GluePoint30Y" fmla="*/ 66 h 102"/>
                    <a:gd name="GluePoint31X" fmla="*/ 48 w 72"/>
                    <a:gd name="GluePoint31Y" fmla="*/ 70 h 102"/>
                    <a:gd name="GluePoint32X" fmla="*/ 37 w 72"/>
                    <a:gd name="GluePoint32Y" fmla="*/ 81 h 102"/>
                    <a:gd name="GluePoint33X" fmla="*/ 45 w 72"/>
                    <a:gd name="GluePoint33Y" fmla="*/ 81 h 102"/>
                    <a:gd name="GluePoint34X" fmla="*/ 57 w 72"/>
                    <a:gd name="GluePoint34Y" fmla="*/ 89 h 102"/>
                    <a:gd name="GluePoint35X" fmla="*/ 51 w 72"/>
                    <a:gd name="GluePoint35Y" fmla="*/ 98 h 102"/>
                    <a:gd name="GluePoint36X" fmla="*/ 26 w 72"/>
                    <a:gd name="GluePoint36Y" fmla="*/ 101 h 102"/>
                    <a:gd name="GluePoint37X" fmla="*/ 17 w 72"/>
                    <a:gd name="GluePoint37Y" fmla="*/ 96 h 102"/>
                    <a:gd name="GluePoint38X" fmla="*/ 15 w 72"/>
                    <a:gd name="GluePoint38Y" fmla="*/ 94 h 102"/>
                    <a:gd name="GluePoint39X" fmla="*/ 19 w 72"/>
                    <a:gd name="GluePoint39Y" fmla="*/ 77 h 102"/>
                    <a:gd name="GluePoint40X" fmla="*/ 27 w 72"/>
                    <a:gd name="GluePoint40Y" fmla="*/ 70 h 102"/>
                    <a:gd name="GluePoint41X" fmla="*/ 27 w 72"/>
                    <a:gd name="GluePoint41Y" fmla="*/ 69 h 102"/>
                    <a:gd name="GluePoint42X" fmla="*/ 21 w 72"/>
                    <a:gd name="GluePoint42Y" fmla="*/ 71 h 102"/>
                    <a:gd name="GluePoint43X" fmla="*/ 9 w 72"/>
                    <a:gd name="GluePoint43Y" fmla="*/ 76 h 102"/>
                    <a:gd name="GluePoint44X" fmla="*/ 3 w 72"/>
                    <a:gd name="GluePoint44Y" fmla="*/ 75 h 102"/>
                    <a:gd name="GluePoint45X" fmla="*/ 4 w 72"/>
                    <a:gd name="GluePoint45Y" fmla="*/ 69 h 102"/>
                    <a:gd name="GluePoint46X" fmla="*/ 26 w 72"/>
                    <a:gd name="GluePoint46Y" fmla="*/ 60 h 102"/>
                    <a:gd name="GluePoint47X" fmla="*/ 28 w 72"/>
                    <a:gd name="GluePoint47Y" fmla="*/ 57 h 102"/>
                    <a:gd name="GluePoint48X" fmla="*/ 29 w 72"/>
                    <a:gd name="GluePoint48Y" fmla="*/ 49 h 102"/>
                    <a:gd name="GluePoint49X" fmla="*/ 34 w 72"/>
                    <a:gd name="GluePoint49Y" fmla="*/ 29 h 102"/>
                    <a:gd name="GluePoint50X" fmla="*/ 33 w 72"/>
                    <a:gd name="GluePoint50Y" fmla="*/ 28 h 102"/>
                    <a:gd name="GluePoint51X" fmla="*/ 26 w 72"/>
                    <a:gd name="GluePoint51Y" fmla="*/ 32 h 102"/>
                    <a:gd name="GluePoint52X" fmla="*/ 23 w 72"/>
                    <a:gd name="GluePoint52Y" fmla="*/ 36 h 102"/>
                    <a:gd name="GluePoint53X" fmla="*/ 26 w 72"/>
                    <a:gd name="GluePoint53Y" fmla="*/ 42 h 102"/>
                    <a:gd name="GluePoint54X" fmla="*/ 31 w 72"/>
                    <a:gd name="GluePoint54Y" fmla="*/ 40 h 102"/>
                    <a:gd name="GluePoint55X" fmla="*/ 34 w 72"/>
                    <a:gd name="GluePoint55Y" fmla="*/ 29 h 10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  <a:cxn ang="0">
                      <a:pos x="GluePoint50X" y="GluePoint50Y"/>
                    </a:cxn>
                    <a:cxn ang="0">
                      <a:pos x="GluePoint51X" y="GluePoint51Y"/>
                    </a:cxn>
                    <a:cxn ang="0">
                      <a:pos x="GluePoint52X" y="GluePoint52Y"/>
                    </a:cxn>
                    <a:cxn ang="0">
                      <a:pos x="GluePoint53X" y="GluePoint53Y"/>
                    </a:cxn>
                    <a:cxn ang="0">
                      <a:pos x="GluePoint54X" y="GluePoint54Y"/>
                    </a:cxn>
                    <a:cxn ang="0">
                      <a:pos x="GluePoint55X" y="GluePoint55Y"/>
                    </a:cxn>
                  </a:cxnLst>
                  <a:rect l="textAreaLeft" t="textAreaTop" r="textAreaRight" b="textAreaBottom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316" name="Freeform 12"/>
                <p:cNvSpPr/>
                <p:nvPr/>
              </p:nvSpPr>
              <p:spPr>
                <a:xfrm>
                  <a:off x="5304240" y="5850000"/>
                  <a:ext cx="172800" cy="433080"/>
                </a:xfrm>
                <a:custGeom>
                  <a:avLst/>
                  <a:gdLst>
                    <a:gd name="textAreaLeft" fmla="*/ 0 w 172800"/>
                    <a:gd name="textAreaRight" fmla="*/ 173160 w 172800"/>
                    <a:gd name="textAreaTop" fmla="*/ 0 h 433080"/>
                    <a:gd name="textAreaBottom" fmla="*/ 433440 h 433080"/>
                    <a:gd name="GluePoint1X" fmla="*/ 30 w 39"/>
                    <a:gd name="GluePoint1Y" fmla="*/ 44 h 98"/>
                    <a:gd name="GluePoint2X" fmla="*/ 36 w 39"/>
                    <a:gd name="GluePoint2Y" fmla="*/ 34 h 98"/>
                    <a:gd name="GluePoint3X" fmla="*/ 37 w 39"/>
                    <a:gd name="GluePoint3Y" fmla="*/ 51 h 98"/>
                    <a:gd name="GluePoint4X" fmla="*/ 25 w 39"/>
                    <a:gd name="GluePoint4Y" fmla="*/ 82 h 98"/>
                    <a:gd name="GluePoint5X" fmla="*/ 21 w 39"/>
                    <a:gd name="GluePoint5Y" fmla="*/ 98 h 98"/>
                    <a:gd name="GluePoint6X" fmla="*/ 13 w 39"/>
                    <a:gd name="GluePoint6Y" fmla="*/ 96 h 98"/>
                    <a:gd name="GluePoint7X" fmla="*/ 5 w 39"/>
                    <a:gd name="GluePoint7Y" fmla="*/ 83 h 98"/>
                    <a:gd name="GluePoint8X" fmla="*/ 11 w 39"/>
                    <a:gd name="GluePoint8Y" fmla="*/ 62 h 98"/>
                    <a:gd name="GluePoint9X" fmla="*/ 9 w 39"/>
                    <a:gd name="GluePoint9Y" fmla="*/ 43 h 98"/>
                    <a:gd name="GluePoint10X" fmla="*/ 12 w 39"/>
                    <a:gd name="GluePoint10Y" fmla="*/ 38 h 98"/>
                    <a:gd name="GluePoint11X" fmla="*/ 18 w 39"/>
                    <a:gd name="GluePoint11Y" fmla="*/ 33 h 98"/>
                    <a:gd name="GluePoint12X" fmla="*/ 23 w 39"/>
                    <a:gd name="GluePoint12Y" fmla="*/ 12 h 98"/>
                    <a:gd name="GluePoint13X" fmla="*/ 11 w 39"/>
                    <a:gd name="GluePoint13Y" fmla="*/ 16 h 98"/>
                    <a:gd name="GluePoint14X" fmla="*/ 2 w 39"/>
                    <a:gd name="GluePoint14Y" fmla="*/ 16 h 98"/>
                    <a:gd name="GluePoint15X" fmla="*/ 0 w 39"/>
                    <a:gd name="GluePoint15Y" fmla="*/ 12 h 98"/>
                    <a:gd name="GluePoint16X" fmla="*/ 3 w 39"/>
                    <a:gd name="GluePoint16Y" fmla="*/ 10 h 98"/>
                    <a:gd name="GluePoint17X" fmla="*/ 16 w 39"/>
                    <a:gd name="GluePoint17Y" fmla="*/ 7 h 98"/>
                    <a:gd name="GluePoint18X" fmla="*/ 26 w 39"/>
                    <a:gd name="GluePoint18Y" fmla="*/ 2 h 98"/>
                    <a:gd name="GluePoint19X" fmla="*/ 32 w 39"/>
                    <a:gd name="GluePoint19Y" fmla="*/ 1 h 98"/>
                    <a:gd name="GluePoint20X" fmla="*/ 35 w 39"/>
                    <a:gd name="GluePoint20Y" fmla="*/ 9 h 98"/>
                    <a:gd name="GluePoint21X" fmla="*/ 34 w 39"/>
                    <a:gd name="GluePoint21Y" fmla="*/ 11 h 98"/>
                    <a:gd name="GluePoint22X" fmla="*/ 27 w 39"/>
                    <a:gd name="GluePoint22Y" fmla="*/ 38 h 98"/>
                    <a:gd name="GluePoint23X" fmla="*/ 28 w 39"/>
                    <a:gd name="GluePoint23Y" fmla="*/ 44 h 98"/>
                    <a:gd name="GluePoint24X" fmla="*/ 30 w 39"/>
                    <a:gd name="GluePoint24Y" fmla="*/ 44 h 9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</a:cxnLst>
                  <a:rect l="textAreaLeft" t="textAreaTop" r="textAreaRight" b="textAreaBottom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adFill rotWithShape="0">
                  <a:gsLst>
                    <a:gs pos="0">
                      <a:srgbClr val="EBFFF6">
                        <a:alpha val="4000"/>
                      </a:srgbClr>
                    </a:gs>
                    <a:gs pos="100000">
                      <a:srgbClr val="FFFFFF">
                        <a:alpha val="12000"/>
                      </a:srgbClr>
                    </a:gs>
                  </a:gsLst>
                  <a:lin ang="16200000"/>
                </a:gra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1840" rIns="5184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</p:grp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封面样式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封面样式7-首页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图片 4"/>
          <p:cNvPicPr/>
          <p:nvPr/>
        </p:nvPicPr>
        <p:blipFill>
          <a:blip r:embed="rId2"/>
          <a:stretch/>
        </p:blipFill>
        <p:spPr>
          <a:xfrm>
            <a:off x="0" y="0"/>
            <a:ext cx="12192840" cy="406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8" name="任意多边形: 形状 20"/>
          <p:cNvSpPr/>
          <p:nvPr/>
        </p:nvSpPr>
        <p:spPr>
          <a:xfrm rot="10800000">
            <a:off x="360" y="0"/>
            <a:ext cx="12191760" cy="406656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4066560"/>
              <a:gd name="textAreaBottom" fmla="*/ 4066920 h 4066560"/>
              <a:gd name="GluePoint1X" fmla="*/ 12192000 w 12192001"/>
              <a:gd name="GluePoint1Y" fmla="*/ 4062881 h 4062881"/>
              <a:gd name="GluePoint2X" fmla="*/ 0 w 12192001"/>
              <a:gd name="GluePoint2Y" fmla="*/ 4062881 h 4062881"/>
              <a:gd name="GluePoint3X" fmla="*/ 0 w 12192001"/>
              <a:gd name="GluePoint3Y" fmla="*/ 1441627 h 4062881"/>
              <a:gd name="GluePoint4X" fmla="*/ 7949 w 12192001"/>
              <a:gd name="GluePoint4Y" fmla="*/ 1441627 h 4062881"/>
              <a:gd name="GluePoint5X" fmla="*/ 6105511 w 12192001"/>
              <a:gd name="GluePoint5Y" fmla="*/ 0 h 4062881"/>
              <a:gd name="GluePoint6X" fmla="*/ 12184078 w 12192001"/>
              <a:gd name="GluePoint6Y" fmla="*/ 1441627 h 4062881"/>
              <a:gd name="GluePoint7X" fmla="*/ 12192000 w 12192001"/>
              <a:gd name="GluePoint7Y" fmla="*/ 1441627 h 4062881"/>
              <a:gd name="GluePoint8X" fmla="*/ 12192000 w 12192001"/>
              <a:gd name="GluePoint8Y" fmla="*/ 1443506 h 4062881"/>
              <a:gd name="GluePoint9X" fmla="*/ 12192001 w 12192001"/>
              <a:gd name="GluePoint9Y" fmla="*/ 1443506 h 4062881"/>
              <a:gd name="GluePoint10X" fmla="*/ 12192000 w 12192001"/>
              <a:gd name="GluePoint10Y" fmla="*/ 1443506 h 406288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textAreaLeft" t="textAreaTop" r="textAreaRight" b="textAreaBottom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349" name="任意多边形: 形状 44"/>
          <p:cNvSpPr/>
          <p:nvPr/>
        </p:nvSpPr>
        <p:spPr>
          <a:xfrm>
            <a:off x="0" y="2329200"/>
            <a:ext cx="12191760" cy="18090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1809000"/>
              <a:gd name="textAreaBottom" fmla="*/ 1809360 h 1809000"/>
              <a:gd name="GluePoint1X" fmla="*/ 11511615 w 12185612"/>
              <a:gd name="GluePoint1Y" fmla="*/ 0 h 1809343"/>
              <a:gd name="GluePoint2X" fmla="*/ 12185612 w 12185612"/>
              <a:gd name="GluePoint2Y" fmla="*/ 134799 h 1809343"/>
              <a:gd name="GluePoint3X" fmla="*/ 12185612 w 12185612"/>
              <a:gd name="GluePoint3Y" fmla="*/ 319795 h 1809343"/>
              <a:gd name="GluePoint4X" fmla="*/ 11769269 w 12185612"/>
              <a:gd name="GluePoint4Y" fmla="*/ 431005 h 1809343"/>
              <a:gd name="GluePoint5X" fmla="*/ 6098388 w 12185612"/>
              <a:gd name="GluePoint5Y" fmla="*/ 1809343 h 1809343"/>
              <a:gd name="GluePoint6X" fmla="*/ 1030855 w 12185612"/>
              <a:gd name="GluePoint6Y" fmla="*/ 612528 h 1809343"/>
              <a:gd name="GluePoint7X" fmla="*/ 0 w 12185612"/>
              <a:gd name="GluePoint7Y" fmla="*/ 339538 h 1809343"/>
              <a:gd name="GluePoint8X" fmla="*/ 0 w 12185612"/>
              <a:gd name="GluePoint8Y" fmla="*/ 81678 h 1809343"/>
              <a:gd name="GluePoint9X" fmla="*/ 637104 w 12185612"/>
              <a:gd name="GluePoint9Y" fmla="*/ 607 h 1809343"/>
              <a:gd name="GluePoint10X" fmla="*/ 6098821 w 12185612"/>
              <a:gd name="GluePoint10Y" fmla="*/ 1643974 h 1809343"/>
              <a:gd name="GluePoint11X" fmla="*/ 11511615 w 12185612"/>
              <a:gd name="GluePoint11Y" fmla="*/ 0 h 180934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textAreaLeft" t="textAreaTop" r="textAreaRight" b="textAreaBottom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350" name="任意多边形: 形状 49"/>
          <p:cNvSpPr/>
          <p:nvPr/>
        </p:nvSpPr>
        <p:spPr>
          <a:xfrm>
            <a:off x="450360" y="2315520"/>
            <a:ext cx="11342160" cy="1691280"/>
          </a:xfrm>
          <a:custGeom>
            <a:avLst/>
            <a:gdLst>
              <a:gd name="textAreaLeft" fmla="*/ 0 w 11342160"/>
              <a:gd name="textAreaRight" fmla="*/ 11342520 w 11342160"/>
              <a:gd name="textAreaTop" fmla="*/ 0 h 1691280"/>
              <a:gd name="textAreaBottom" fmla="*/ 1691640 h 1691280"/>
              <a:gd name="GluePoint1X" fmla="*/ 276977 w 11342509"/>
              <a:gd name="GluePoint1Y" fmla="*/ 0 h 1691715"/>
              <a:gd name="GluePoint2X" fmla="*/ 5643806 w 11342509"/>
              <a:gd name="GluePoint2Y" fmla="*/ 1602546 h 1691715"/>
              <a:gd name="GluePoint3X" fmla="*/ 11080494 w 11342509"/>
              <a:gd name="GluePoint3Y" fmla="*/ 17498 h 1691715"/>
              <a:gd name="GluePoint4X" fmla="*/ 11342509 w 11342509"/>
              <a:gd name="GluePoint4Y" fmla="*/ 74608 h 1691715"/>
              <a:gd name="GluePoint5X" fmla="*/ 5643374 w 11342509"/>
              <a:gd name="GluePoint5Y" fmla="*/ 1691715 h 1691715"/>
              <a:gd name="GluePoint6X" fmla="*/ 0 w 11342509"/>
              <a:gd name="GluePoint6Y" fmla="*/ 36855 h 1691715"/>
              <a:gd name="GluePoint7X" fmla="*/ 276977 w 11342509"/>
              <a:gd name="GluePoint7Y" fmla="*/ 0 h 169171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pic>
        <p:nvPicPr>
          <p:cNvPr id="351" name="图片 21"/>
          <p:cNvPicPr/>
          <p:nvPr/>
        </p:nvPicPr>
        <p:blipFill>
          <a:blip r:embed="rId3"/>
          <a:stretch/>
        </p:blipFill>
        <p:spPr>
          <a:xfrm>
            <a:off x="4223160" y="1401480"/>
            <a:ext cx="3745800" cy="10483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封面样式7-尾页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图片 4"/>
          <p:cNvPicPr/>
          <p:nvPr/>
        </p:nvPicPr>
        <p:blipFill>
          <a:blip r:embed="rId2"/>
          <a:stretch/>
        </p:blipFill>
        <p:spPr>
          <a:xfrm>
            <a:off x="0" y="0"/>
            <a:ext cx="12192840" cy="406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3" name="任意多边形: 形状 20"/>
          <p:cNvSpPr/>
          <p:nvPr/>
        </p:nvSpPr>
        <p:spPr>
          <a:xfrm rot="10800000">
            <a:off x="360" y="0"/>
            <a:ext cx="12191760" cy="406656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4066560"/>
              <a:gd name="textAreaBottom" fmla="*/ 4066920 h 4066560"/>
              <a:gd name="GluePoint1X" fmla="*/ 12192000 w 12192001"/>
              <a:gd name="GluePoint1Y" fmla="*/ 4062881 h 4062881"/>
              <a:gd name="GluePoint2X" fmla="*/ 0 w 12192001"/>
              <a:gd name="GluePoint2Y" fmla="*/ 4062881 h 4062881"/>
              <a:gd name="GluePoint3X" fmla="*/ 0 w 12192001"/>
              <a:gd name="GluePoint3Y" fmla="*/ 1441627 h 4062881"/>
              <a:gd name="GluePoint4X" fmla="*/ 7949 w 12192001"/>
              <a:gd name="GluePoint4Y" fmla="*/ 1441627 h 4062881"/>
              <a:gd name="GluePoint5X" fmla="*/ 6105511 w 12192001"/>
              <a:gd name="GluePoint5Y" fmla="*/ 0 h 4062881"/>
              <a:gd name="GluePoint6X" fmla="*/ 12184078 w 12192001"/>
              <a:gd name="GluePoint6Y" fmla="*/ 1441627 h 4062881"/>
              <a:gd name="GluePoint7X" fmla="*/ 12192000 w 12192001"/>
              <a:gd name="GluePoint7Y" fmla="*/ 1441627 h 4062881"/>
              <a:gd name="GluePoint8X" fmla="*/ 12192000 w 12192001"/>
              <a:gd name="GluePoint8Y" fmla="*/ 1443506 h 4062881"/>
              <a:gd name="GluePoint9X" fmla="*/ 12192001 w 12192001"/>
              <a:gd name="GluePoint9Y" fmla="*/ 1443506 h 4062881"/>
              <a:gd name="GluePoint10X" fmla="*/ 12192000 w 12192001"/>
              <a:gd name="GluePoint10Y" fmla="*/ 1443506 h 406288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textAreaLeft" t="textAreaTop" r="textAreaRight" b="textAreaBottom"/>
            <a:pathLst>
              <a:path w="12192001" h="4062881">
                <a:moveTo>
                  <a:pt x="12192000" y="4062881"/>
                </a:moveTo>
                <a:lnTo>
                  <a:pt x="0" y="4062881"/>
                </a:lnTo>
                <a:lnTo>
                  <a:pt x="0" y="1441627"/>
                </a:lnTo>
                <a:lnTo>
                  <a:pt x="7949" y="1441627"/>
                </a:lnTo>
                <a:lnTo>
                  <a:pt x="6105511" y="0"/>
                </a:lnTo>
                <a:lnTo>
                  <a:pt x="12184078" y="1441627"/>
                </a:lnTo>
                <a:lnTo>
                  <a:pt x="12192000" y="1441627"/>
                </a:lnTo>
                <a:lnTo>
                  <a:pt x="12192000" y="1443506"/>
                </a:lnTo>
                <a:lnTo>
                  <a:pt x="12192001" y="1443506"/>
                </a:lnTo>
                <a:lnTo>
                  <a:pt x="12192000" y="1443506"/>
                </a:lnTo>
                <a:close/>
              </a:path>
            </a:pathLst>
          </a:custGeom>
          <a:solidFill>
            <a:srgbClr val="006434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354" name="任意多边形: 形状 44"/>
          <p:cNvSpPr/>
          <p:nvPr/>
        </p:nvSpPr>
        <p:spPr>
          <a:xfrm>
            <a:off x="0" y="2329200"/>
            <a:ext cx="12191760" cy="18090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1809000"/>
              <a:gd name="textAreaBottom" fmla="*/ 1809360 h 1809000"/>
              <a:gd name="GluePoint1X" fmla="*/ 11511615 w 12185612"/>
              <a:gd name="GluePoint1Y" fmla="*/ 0 h 1809343"/>
              <a:gd name="GluePoint2X" fmla="*/ 12185612 w 12185612"/>
              <a:gd name="GluePoint2Y" fmla="*/ 134799 h 1809343"/>
              <a:gd name="GluePoint3X" fmla="*/ 12185612 w 12185612"/>
              <a:gd name="GluePoint3Y" fmla="*/ 319795 h 1809343"/>
              <a:gd name="GluePoint4X" fmla="*/ 11769269 w 12185612"/>
              <a:gd name="GluePoint4Y" fmla="*/ 431005 h 1809343"/>
              <a:gd name="GluePoint5X" fmla="*/ 6098388 w 12185612"/>
              <a:gd name="GluePoint5Y" fmla="*/ 1809343 h 1809343"/>
              <a:gd name="GluePoint6X" fmla="*/ 1030855 w 12185612"/>
              <a:gd name="GluePoint6Y" fmla="*/ 612528 h 1809343"/>
              <a:gd name="GluePoint7X" fmla="*/ 0 w 12185612"/>
              <a:gd name="GluePoint7Y" fmla="*/ 339538 h 1809343"/>
              <a:gd name="GluePoint8X" fmla="*/ 0 w 12185612"/>
              <a:gd name="GluePoint8Y" fmla="*/ 81678 h 1809343"/>
              <a:gd name="GluePoint9X" fmla="*/ 637104 w 12185612"/>
              <a:gd name="GluePoint9Y" fmla="*/ 607 h 1809343"/>
              <a:gd name="GluePoint10X" fmla="*/ 6098821 w 12185612"/>
              <a:gd name="GluePoint10Y" fmla="*/ 1643974 h 1809343"/>
              <a:gd name="GluePoint11X" fmla="*/ 11511615 w 12185612"/>
              <a:gd name="GluePoint11Y" fmla="*/ 0 h 180934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</a:cxnLst>
            <a:rect l="textAreaLeft" t="textAreaTop" r="textAreaRight" b="textAreaBottom"/>
            <a:pathLst>
              <a:path w="12185612" h="1809343">
                <a:moveTo>
                  <a:pt x="11511615" y="0"/>
                </a:moveTo>
                <a:lnTo>
                  <a:pt x="12185612" y="134799"/>
                </a:lnTo>
                <a:lnTo>
                  <a:pt x="12185612" y="319795"/>
                </a:lnTo>
                <a:lnTo>
                  <a:pt x="11769269" y="431005"/>
                </a:lnTo>
                <a:cubicBezTo>
                  <a:pt x="9878327" y="928737"/>
                  <a:pt x="8015827" y="1369040"/>
                  <a:pt x="6098388" y="1809343"/>
                </a:cubicBezTo>
                <a:cubicBezTo>
                  <a:pt x="4410640" y="1441212"/>
                  <a:pt x="2720033" y="1046292"/>
                  <a:pt x="1030855" y="612528"/>
                </a:cubicBezTo>
                <a:lnTo>
                  <a:pt x="0" y="339538"/>
                </a:lnTo>
                <a:lnTo>
                  <a:pt x="0" y="81678"/>
                </a:lnTo>
                <a:lnTo>
                  <a:pt x="637104" y="607"/>
                </a:lnTo>
                <a:cubicBezTo>
                  <a:pt x="2471646" y="662696"/>
                  <a:pt x="4302378" y="1200960"/>
                  <a:pt x="6098821" y="1643974"/>
                </a:cubicBezTo>
                <a:cubicBezTo>
                  <a:pt x="7974840" y="1162658"/>
                  <a:pt x="9749895" y="681341"/>
                  <a:pt x="115116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355" name="任意多边形: 形状 49"/>
          <p:cNvSpPr/>
          <p:nvPr/>
        </p:nvSpPr>
        <p:spPr>
          <a:xfrm>
            <a:off x="450360" y="2315520"/>
            <a:ext cx="11342160" cy="1691280"/>
          </a:xfrm>
          <a:custGeom>
            <a:avLst/>
            <a:gdLst>
              <a:gd name="textAreaLeft" fmla="*/ 0 w 11342160"/>
              <a:gd name="textAreaRight" fmla="*/ 11342520 w 11342160"/>
              <a:gd name="textAreaTop" fmla="*/ 0 h 1691280"/>
              <a:gd name="textAreaBottom" fmla="*/ 1691640 h 1691280"/>
              <a:gd name="GluePoint1X" fmla="*/ 276977 w 11342509"/>
              <a:gd name="GluePoint1Y" fmla="*/ 0 h 1691715"/>
              <a:gd name="GluePoint2X" fmla="*/ 5643806 w 11342509"/>
              <a:gd name="GluePoint2Y" fmla="*/ 1602546 h 1691715"/>
              <a:gd name="GluePoint3X" fmla="*/ 11080494 w 11342509"/>
              <a:gd name="GluePoint3Y" fmla="*/ 17498 h 1691715"/>
              <a:gd name="GluePoint4X" fmla="*/ 11342509 w 11342509"/>
              <a:gd name="GluePoint4Y" fmla="*/ 74608 h 1691715"/>
              <a:gd name="GluePoint5X" fmla="*/ 5643374 w 11342509"/>
              <a:gd name="GluePoint5Y" fmla="*/ 1691715 h 1691715"/>
              <a:gd name="GluePoint6X" fmla="*/ 0 w 11342509"/>
              <a:gd name="GluePoint6Y" fmla="*/ 36855 h 1691715"/>
              <a:gd name="GluePoint7X" fmla="*/ 276977 w 11342509"/>
              <a:gd name="GluePoint7Y" fmla="*/ 0 h 1691715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11342509" h="1691715">
                <a:moveTo>
                  <a:pt x="276977" y="0"/>
                </a:moveTo>
                <a:cubicBezTo>
                  <a:pt x="2111519" y="662089"/>
                  <a:pt x="3847364" y="1159532"/>
                  <a:pt x="5643806" y="1602546"/>
                </a:cubicBezTo>
                <a:cubicBezTo>
                  <a:pt x="7519826" y="1121230"/>
                  <a:pt x="9471175" y="643464"/>
                  <a:pt x="11080494" y="17498"/>
                </a:cubicBezTo>
                <a:lnTo>
                  <a:pt x="11342509" y="74608"/>
                </a:lnTo>
                <a:cubicBezTo>
                  <a:pt x="9170201" y="663537"/>
                  <a:pt x="7834732" y="1188511"/>
                  <a:pt x="5643374" y="1691715"/>
                </a:cubicBezTo>
                <a:cubicBezTo>
                  <a:pt x="3393042" y="1200874"/>
                  <a:pt x="2250332" y="651521"/>
                  <a:pt x="0" y="36855"/>
                </a:cubicBezTo>
                <a:lnTo>
                  <a:pt x="276977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pic>
        <p:nvPicPr>
          <p:cNvPr id="356" name="图片 1"/>
          <p:cNvPicPr/>
          <p:nvPr/>
        </p:nvPicPr>
        <p:blipFill>
          <a:blip r:embed="rId3"/>
          <a:stretch/>
        </p:blipFill>
        <p:spPr>
          <a:xfrm>
            <a:off x="4453560" y="4619520"/>
            <a:ext cx="3284280" cy="7218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封面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封面样式9-首页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图片 1"/>
          <p:cNvPicPr/>
          <p:nvPr/>
        </p:nvPicPr>
        <p:blipFill>
          <a:blip r:embed="rId2"/>
          <a:stretch/>
        </p:blipFill>
        <p:spPr>
          <a:xfrm>
            <a:off x="0" y="81720"/>
            <a:ext cx="12191760" cy="324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2" name="矩形 2"/>
          <p:cNvSpPr/>
          <p:nvPr/>
        </p:nvSpPr>
        <p:spPr>
          <a:xfrm>
            <a:off x="0" y="3317760"/>
            <a:ext cx="12191760" cy="3539880"/>
          </a:xfrm>
          <a:prstGeom prst="rect">
            <a:avLst/>
          </a:prstGeom>
          <a:solidFill>
            <a:srgbClr val="006C39"/>
          </a:solidFill>
          <a:ln>
            <a:solidFill>
              <a:srgbClr val="004F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pic>
        <p:nvPicPr>
          <p:cNvPr id="363" name="图片 66"/>
          <p:cNvPicPr/>
          <p:nvPr/>
        </p:nvPicPr>
        <p:blipFill>
          <a:blip r:embed="rId3"/>
          <a:stretch/>
        </p:blipFill>
        <p:spPr>
          <a:xfrm>
            <a:off x="9790560" y="109080"/>
            <a:ext cx="2286360" cy="297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4" name="图片 7"/>
          <p:cNvPicPr/>
          <p:nvPr/>
        </p:nvPicPr>
        <p:blipFill>
          <a:blip r:embed="rId4"/>
          <a:stretch/>
        </p:blipFill>
        <p:spPr>
          <a:xfrm>
            <a:off x="224280" y="-494280"/>
            <a:ext cx="3165480" cy="41241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封面样式9-尾页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5" name="组合 1"/>
          <p:cNvGrpSpPr/>
          <p:nvPr/>
        </p:nvGrpSpPr>
        <p:grpSpPr>
          <a:xfrm>
            <a:off x="0" y="0"/>
            <a:ext cx="12191760" cy="5088960"/>
            <a:chOff x="0" y="0"/>
            <a:chExt cx="12191760" cy="5088960"/>
          </a:xfrm>
        </p:grpSpPr>
        <p:sp>
          <p:nvSpPr>
            <p:cNvPr id="366" name="等腰三角形 2"/>
            <p:cNvSpPr/>
            <p:nvPr/>
          </p:nvSpPr>
          <p:spPr>
            <a:xfrm flipV="1">
              <a:off x="0" y="4122360"/>
              <a:ext cx="12191760" cy="965880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algn="t" blurRad="76320" dir="5400000" dist="12600" rotWithShape="0" sx="103000" sy="10300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367" name="矩形 3"/>
            <p:cNvSpPr/>
            <p:nvPr/>
          </p:nvSpPr>
          <p:spPr>
            <a:xfrm>
              <a:off x="0" y="0"/>
              <a:ext cx="12191760" cy="412308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</p:grpSp>
      <p:grpSp>
        <p:nvGrpSpPr>
          <p:cNvPr id="368" name="组合 28"/>
          <p:cNvGrpSpPr/>
          <p:nvPr/>
        </p:nvGrpSpPr>
        <p:grpSpPr>
          <a:xfrm>
            <a:off x="2055960" y="1793520"/>
            <a:ext cx="8079480" cy="993240"/>
            <a:chOff x="2055960" y="1793520"/>
            <a:chExt cx="8079480" cy="993240"/>
          </a:xfrm>
        </p:grpSpPr>
        <p:grpSp>
          <p:nvGrpSpPr>
            <p:cNvPr id="369" name="组合 29"/>
            <p:cNvGrpSpPr/>
            <p:nvPr/>
          </p:nvGrpSpPr>
          <p:grpSpPr>
            <a:xfrm>
              <a:off x="6706440" y="1804680"/>
              <a:ext cx="3429000" cy="972720"/>
              <a:chOff x="6706440" y="1804680"/>
              <a:chExt cx="3429000" cy="972720"/>
            </a:xfrm>
          </p:grpSpPr>
          <p:sp>
            <p:nvSpPr>
              <p:cNvPr id="370" name="Freeform 5"/>
              <p:cNvSpPr/>
              <p:nvPr/>
            </p:nvSpPr>
            <p:spPr>
              <a:xfrm>
                <a:off x="8600760" y="1866600"/>
                <a:ext cx="766080" cy="863640"/>
              </a:xfrm>
              <a:custGeom>
                <a:avLst/>
                <a:gdLst>
                  <a:gd name="textAreaLeft" fmla="*/ 0 w 766080"/>
                  <a:gd name="textAreaRight" fmla="*/ 766440 w 766080"/>
                  <a:gd name="textAreaTop" fmla="*/ 0 h 863640"/>
                  <a:gd name="textAreaBottom" fmla="*/ 864000 h 863640"/>
                  <a:gd name="GluePoint1X" fmla="*/ 41 w 125"/>
                  <a:gd name="GluePoint1Y" fmla="*/ 16 h 142"/>
                  <a:gd name="GluePoint2X" fmla="*/ 49 w 125"/>
                  <a:gd name="GluePoint2Y" fmla="*/ 3 h 142"/>
                  <a:gd name="GluePoint3X" fmla="*/ 62 w 125"/>
                  <a:gd name="GluePoint3Y" fmla="*/ 20 h 142"/>
                  <a:gd name="GluePoint4X" fmla="*/ 64 w 125"/>
                  <a:gd name="GluePoint4Y" fmla="*/ 33 h 142"/>
                  <a:gd name="GluePoint5X" fmla="*/ 50 w 125"/>
                  <a:gd name="GluePoint5Y" fmla="*/ 34 h 142"/>
                  <a:gd name="GluePoint6X" fmla="*/ 58 w 125"/>
                  <a:gd name="GluePoint6Y" fmla="*/ 58 h 142"/>
                  <a:gd name="GluePoint7X" fmla="*/ 75 w 125"/>
                  <a:gd name="GluePoint7Y" fmla="*/ 59 h 142"/>
                  <a:gd name="GluePoint8X" fmla="*/ 71 w 125"/>
                  <a:gd name="GluePoint8Y" fmla="*/ 50 h 142"/>
                  <a:gd name="GluePoint9X" fmla="*/ 81 w 125"/>
                  <a:gd name="GluePoint9Y" fmla="*/ 47 h 142"/>
                  <a:gd name="GluePoint10X" fmla="*/ 65 w 125"/>
                  <a:gd name="GluePoint10Y" fmla="*/ 42 h 142"/>
                  <a:gd name="GluePoint11X" fmla="*/ 63 w 125"/>
                  <a:gd name="GluePoint11Y" fmla="*/ 37 h 142"/>
                  <a:gd name="GluePoint12X" fmla="*/ 85 w 125"/>
                  <a:gd name="GluePoint12Y" fmla="*/ 27 h 142"/>
                  <a:gd name="GluePoint13X" fmla="*/ 93 w 125"/>
                  <a:gd name="GluePoint13Y" fmla="*/ 2 h 142"/>
                  <a:gd name="GluePoint14X" fmla="*/ 99 w 125"/>
                  <a:gd name="GluePoint14Y" fmla="*/ 5 h 142"/>
                  <a:gd name="GluePoint15X" fmla="*/ 111 w 125"/>
                  <a:gd name="GluePoint15Y" fmla="*/ 30 h 142"/>
                  <a:gd name="GluePoint16X" fmla="*/ 102 w 125"/>
                  <a:gd name="GluePoint16Y" fmla="*/ 34 h 142"/>
                  <a:gd name="GluePoint17X" fmla="*/ 95 w 125"/>
                  <a:gd name="GluePoint17Y" fmla="*/ 59 h 142"/>
                  <a:gd name="GluePoint18X" fmla="*/ 123 w 125"/>
                  <a:gd name="GluePoint18Y" fmla="*/ 61 h 142"/>
                  <a:gd name="GluePoint19X" fmla="*/ 110 w 125"/>
                  <a:gd name="GluePoint19Y" fmla="*/ 71 h 142"/>
                  <a:gd name="GluePoint20X" fmla="*/ 104 w 125"/>
                  <a:gd name="GluePoint20Y" fmla="*/ 82 h 142"/>
                  <a:gd name="GluePoint21X" fmla="*/ 112 w 125"/>
                  <a:gd name="GluePoint21Y" fmla="*/ 134 h 142"/>
                  <a:gd name="GluePoint22X" fmla="*/ 102 w 125"/>
                  <a:gd name="GluePoint22Y" fmla="*/ 140 h 142"/>
                  <a:gd name="GluePoint23X" fmla="*/ 89 w 125"/>
                  <a:gd name="GluePoint23Y" fmla="*/ 123 h 142"/>
                  <a:gd name="GluePoint24X" fmla="*/ 101 w 125"/>
                  <a:gd name="GluePoint24Y" fmla="*/ 128 h 142"/>
                  <a:gd name="GluePoint25X" fmla="*/ 101 w 125"/>
                  <a:gd name="GluePoint25Y" fmla="*/ 92 h 142"/>
                  <a:gd name="GluePoint26X" fmla="*/ 97 w 125"/>
                  <a:gd name="GluePoint26Y" fmla="*/ 99 h 142"/>
                  <a:gd name="GluePoint27X" fmla="*/ 90 w 125"/>
                  <a:gd name="GluePoint27Y" fmla="*/ 103 h 142"/>
                  <a:gd name="GluePoint28X" fmla="*/ 86 w 125"/>
                  <a:gd name="GluePoint28Y" fmla="*/ 110 h 142"/>
                  <a:gd name="GluePoint29X" fmla="*/ 81 w 125"/>
                  <a:gd name="GluePoint29Y" fmla="*/ 120 h 142"/>
                  <a:gd name="GluePoint30X" fmla="*/ 88 w 125"/>
                  <a:gd name="GluePoint30Y" fmla="*/ 71 h 142"/>
                  <a:gd name="GluePoint31X" fmla="*/ 60 w 125"/>
                  <a:gd name="GluePoint31Y" fmla="*/ 87 h 142"/>
                  <a:gd name="GluePoint32X" fmla="*/ 53 w 125"/>
                  <a:gd name="GluePoint32Y" fmla="*/ 89 h 142"/>
                  <a:gd name="GluePoint33X" fmla="*/ 51 w 125"/>
                  <a:gd name="GluePoint33Y" fmla="*/ 128 h 142"/>
                  <a:gd name="GluePoint34X" fmla="*/ 43 w 125"/>
                  <a:gd name="GluePoint34Y" fmla="*/ 134 h 142"/>
                  <a:gd name="GluePoint35X" fmla="*/ 39 w 125"/>
                  <a:gd name="GluePoint35Y" fmla="*/ 107 h 142"/>
                  <a:gd name="GluePoint36X" fmla="*/ 33 w 125"/>
                  <a:gd name="GluePoint36Y" fmla="*/ 114 h 142"/>
                  <a:gd name="GluePoint37X" fmla="*/ 17 w 125"/>
                  <a:gd name="GluePoint37Y" fmla="*/ 108 h 142"/>
                  <a:gd name="GluePoint38X" fmla="*/ 5 w 125"/>
                  <a:gd name="GluePoint38Y" fmla="*/ 81 h 142"/>
                  <a:gd name="GluePoint39X" fmla="*/ 34 w 125"/>
                  <a:gd name="GluePoint39Y" fmla="*/ 56 h 142"/>
                  <a:gd name="GluePoint40X" fmla="*/ 38 w 125"/>
                  <a:gd name="GluePoint40Y" fmla="*/ 33 h 142"/>
                  <a:gd name="GluePoint41X" fmla="*/ 22 w 125"/>
                  <a:gd name="GluePoint41Y" fmla="*/ 55 h 142"/>
                  <a:gd name="GluePoint42X" fmla="*/ 14 w 125"/>
                  <a:gd name="GluePoint42Y" fmla="*/ 55 h 142"/>
                  <a:gd name="GluePoint43X" fmla="*/ 11 w 125"/>
                  <a:gd name="GluePoint43Y" fmla="*/ 36 h 142"/>
                  <a:gd name="GluePoint44X" fmla="*/ 32 w 125"/>
                  <a:gd name="GluePoint44Y" fmla="*/ 22 h 142"/>
                  <a:gd name="GluePoint45X" fmla="*/ 28 w 125"/>
                  <a:gd name="GluePoint45Y" fmla="*/ 33 h 1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</a:cxnLst>
                <a:rect l="textAreaLeft" t="textAreaTop" r="textAreaRight" b="textAreaBottom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entury Gothic"/>
                </a:endParaRPr>
              </a:p>
            </p:txBody>
          </p:sp>
          <p:sp>
            <p:nvSpPr>
              <p:cNvPr id="371" name="Freeform 6"/>
              <p:cNvSpPr/>
              <p:nvPr/>
            </p:nvSpPr>
            <p:spPr>
              <a:xfrm>
                <a:off x="9694800" y="2014200"/>
                <a:ext cx="440640" cy="663840"/>
              </a:xfrm>
              <a:custGeom>
                <a:avLst/>
                <a:gdLst>
                  <a:gd name="textAreaLeft" fmla="*/ 0 w 440640"/>
                  <a:gd name="textAreaRight" fmla="*/ 441000 w 440640"/>
                  <a:gd name="textAreaTop" fmla="*/ 0 h 663840"/>
                  <a:gd name="textAreaBottom" fmla="*/ 664200 h 663840"/>
                  <a:gd name="GluePoint1X" fmla="*/ 33 w 72"/>
                  <a:gd name="GluePoint1Y" fmla="*/ 76 h 109"/>
                  <a:gd name="GluePoint2X" fmla="*/ 44 w 72"/>
                  <a:gd name="GluePoint2Y" fmla="*/ 73 h 109"/>
                  <a:gd name="GluePoint3X" fmla="*/ 59 w 72"/>
                  <a:gd name="GluePoint3Y" fmla="*/ 71 h 109"/>
                  <a:gd name="GluePoint4X" fmla="*/ 69 w 72"/>
                  <a:gd name="GluePoint4Y" fmla="*/ 92 h 109"/>
                  <a:gd name="GluePoint5X" fmla="*/ 66 w 72"/>
                  <a:gd name="GluePoint5Y" fmla="*/ 94 h 109"/>
                  <a:gd name="GluePoint6X" fmla="*/ 49 w 72"/>
                  <a:gd name="GluePoint6Y" fmla="*/ 96 h 109"/>
                  <a:gd name="GluePoint7X" fmla="*/ 28 w 72"/>
                  <a:gd name="GluePoint7Y" fmla="*/ 106 h 109"/>
                  <a:gd name="GluePoint8X" fmla="*/ 16 w 72"/>
                  <a:gd name="GluePoint8Y" fmla="*/ 106 h 109"/>
                  <a:gd name="GluePoint9X" fmla="*/ 1 w 72"/>
                  <a:gd name="GluePoint9Y" fmla="*/ 80 h 109"/>
                  <a:gd name="GluePoint10X" fmla="*/ 2 w 72"/>
                  <a:gd name="GluePoint10Y" fmla="*/ 74 h 109"/>
                  <a:gd name="GluePoint11X" fmla="*/ 23 w 72"/>
                  <a:gd name="GluePoint11Y" fmla="*/ 31 h 109"/>
                  <a:gd name="GluePoint12X" fmla="*/ 22 w 72"/>
                  <a:gd name="GluePoint12Y" fmla="*/ 26 h 109"/>
                  <a:gd name="GluePoint13X" fmla="*/ 12 w 72"/>
                  <a:gd name="GluePoint13Y" fmla="*/ 16 h 109"/>
                  <a:gd name="GluePoint14X" fmla="*/ 15 w 72"/>
                  <a:gd name="GluePoint14Y" fmla="*/ 10 h 109"/>
                  <a:gd name="GluePoint15X" fmla="*/ 32 w 72"/>
                  <a:gd name="GluePoint15Y" fmla="*/ 5 h 109"/>
                  <a:gd name="GluePoint16X" fmla="*/ 60 w 72"/>
                  <a:gd name="GluePoint16Y" fmla="*/ 18 h 109"/>
                  <a:gd name="GluePoint17X" fmla="*/ 59 w 72"/>
                  <a:gd name="GluePoint17Y" fmla="*/ 26 h 109"/>
                  <a:gd name="GluePoint18X" fmla="*/ 52 w 72"/>
                  <a:gd name="GluePoint18Y" fmla="*/ 36 h 109"/>
                  <a:gd name="GluePoint19X" fmla="*/ 34 w 72"/>
                  <a:gd name="GluePoint19Y" fmla="*/ 72 h 109"/>
                  <a:gd name="GluePoint20X" fmla="*/ 33 w 72"/>
                  <a:gd name="GluePoint20Y" fmla="*/ 76 h 10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</a:cxnLst>
                <a:rect l="textAreaLeft" t="textAreaTop" r="textAreaRight" b="textAreaBottom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entury Gothic"/>
                </a:endParaRPr>
              </a:p>
            </p:txBody>
          </p:sp>
          <p:grpSp>
            <p:nvGrpSpPr>
              <p:cNvPr id="372" name="组合 46"/>
              <p:cNvGrpSpPr/>
              <p:nvPr/>
            </p:nvGrpSpPr>
            <p:grpSpPr>
              <a:xfrm>
                <a:off x="6706440" y="1804680"/>
                <a:ext cx="784080" cy="972720"/>
                <a:chOff x="6706440" y="1804680"/>
                <a:chExt cx="784080" cy="972720"/>
              </a:xfrm>
            </p:grpSpPr>
            <p:sp>
              <p:nvSpPr>
                <p:cNvPr id="373" name="Freeform 7"/>
                <p:cNvSpPr/>
                <p:nvPr/>
              </p:nvSpPr>
              <p:spPr>
                <a:xfrm>
                  <a:off x="6706440" y="1804680"/>
                  <a:ext cx="784080" cy="638640"/>
                </a:xfrm>
                <a:custGeom>
                  <a:avLst/>
                  <a:gdLst>
                    <a:gd name="textAreaLeft" fmla="*/ 0 w 784080"/>
                    <a:gd name="textAreaRight" fmla="*/ 784440 w 784080"/>
                    <a:gd name="textAreaTop" fmla="*/ 0 h 638640"/>
                    <a:gd name="textAreaBottom" fmla="*/ 639000 h 638640"/>
                    <a:gd name="GluePoint1X" fmla="*/ 101 w 128"/>
                    <a:gd name="GluePoint1Y" fmla="*/ 58 h 105"/>
                    <a:gd name="GluePoint2X" fmla="*/ 74 w 128"/>
                    <a:gd name="GluePoint2Y" fmla="*/ 56 h 105"/>
                    <a:gd name="GluePoint3X" fmla="*/ 68 w 128"/>
                    <a:gd name="GluePoint3Y" fmla="*/ 57 h 105"/>
                    <a:gd name="GluePoint4X" fmla="*/ 51 w 128"/>
                    <a:gd name="GluePoint4Y" fmla="*/ 59 h 105"/>
                    <a:gd name="GluePoint5X" fmla="*/ 36 w 128"/>
                    <a:gd name="GluePoint5Y" fmla="*/ 65 h 105"/>
                    <a:gd name="GluePoint6X" fmla="*/ 28 w 128"/>
                    <a:gd name="GluePoint6Y" fmla="*/ 73 h 105"/>
                    <a:gd name="GluePoint7X" fmla="*/ 16 w 128"/>
                    <a:gd name="GluePoint7Y" fmla="*/ 102 h 105"/>
                    <a:gd name="GluePoint8X" fmla="*/ 13 w 128"/>
                    <a:gd name="GluePoint8Y" fmla="*/ 104 h 105"/>
                    <a:gd name="GluePoint9X" fmla="*/ 1 w 128"/>
                    <a:gd name="GluePoint9Y" fmla="*/ 98 h 105"/>
                    <a:gd name="GluePoint10X" fmla="*/ 0 w 128"/>
                    <a:gd name="GluePoint10Y" fmla="*/ 93 h 105"/>
                    <a:gd name="GluePoint11X" fmla="*/ 15 w 128"/>
                    <a:gd name="GluePoint11Y" fmla="*/ 60 h 105"/>
                    <a:gd name="GluePoint12X" fmla="*/ 16 w 128"/>
                    <a:gd name="GluePoint12Y" fmla="*/ 58 h 105"/>
                    <a:gd name="GluePoint13X" fmla="*/ 20 w 128"/>
                    <a:gd name="GluePoint13Y" fmla="*/ 52 h 105"/>
                    <a:gd name="GluePoint14X" fmla="*/ 32 w 128"/>
                    <a:gd name="GluePoint14Y" fmla="*/ 54 h 105"/>
                    <a:gd name="GluePoint15X" fmla="*/ 39 w 128"/>
                    <a:gd name="GluePoint15Y" fmla="*/ 55 h 105"/>
                    <a:gd name="GluePoint16X" fmla="*/ 72 w 128"/>
                    <a:gd name="GluePoint16Y" fmla="*/ 21 h 105"/>
                    <a:gd name="GluePoint17X" fmla="*/ 74 w 128"/>
                    <a:gd name="GluePoint17Y" fmla="*/ 16 h 105"/>
                    <a:gd name="GluePoint18X" fmla="*/ 74 w 128"/>
                    <a:gd name="GluePoint18Y" fmla="*/ 11 h 105"/>
                    <a:gd name="GluePoint19X" fmla="*/ 71 w 128"/>
                    <a:gd name="GluePoint19Y" fmla="*/ 11 h 105"/>
                    <a:gd name="GluePoint20X" fmla="*/ 68 w 128"/>
                    <a:gd name="GluePoint20Y" fmla="*/ 15 h 105"/>
                    <a:gd name="GluePoint21X" fmla="*/ 68 w 128"/>
                    <a:gd name="GluePoint21Y" fmla="*/ 21 h 105"/>
                    <a:gd name="GluePoint22X" fmla="*/ 59 w 128"/>
                    <a:gd name="GluePoint22Y" fmla="*/ 29 h 105"/>
                    <a:gd name="GluePoint23X" fmla="*/ 53 w 128"/>
                    <a:gd name="GluePoint23Y" fmla="*/ 27 h 105"/>
                    <a:gd name="GluePoint24X" fmla="*/ 47 w 128"/>
                    <a:gd name="GluePoint24Y" fmla="*/ 24 h 105"/>
                    <a:gd name="GluePoint25X" fmla="*/ 47 w 128"/>
                    <a:gd name="GluePoint25Y" fmla="*/ 32 h 105"/>
                    <a:gd name="GluePoint26X" fmla="*/ 47 w 128"/>
                    <a:gd name="GluePoint26Y" fmla="*/ 34 h 105"/>
                    <a:gd name="GluePoint27X" fmla="*/ 43 w 128"/>
                    <a:gd name="GluePoint27Y" fmla="*/ 45 h 105"/>
                    <a:gd name="GluePoint28X" fmla="*/ 31 w 128"/>
                    <a:gd name="GluePoint28Y" fmla="*/ 39 h 105"/>
                    <a:gd name="GluePoint29X" fmla="*/ 29 w 128"/>
                    <a:gd name="GluePoint29Y" fmla="*/ 23 h 105"/>
                    <a:gd name="GluePoint30X" fmla="*/ 33 w 128"/>
                    <a:gd name="GluePoint30Y" fmla="*/ 14 h 105"/>
                    <a:gd name="GluePoint31X" fmla="*/ 36 w 128"/>
                    <a:gd name="GluePoint31Y" fmla="*/ 9 h 105"/>
                    <a:gd name="GluePoint32X" fmla="*/ 42 w 128"/>
                    <a:gd name="GluePoint32Y" fmla="*/ 13 h 105"/>
                    <a:gd name="GluePoint33X" fmla="*/ 44 w 128"/>
                    <a:gd name="GluePoint33Y" fmla="*/ 16 h 105"/>
                    <a:gd name="GluePoint34X" fmla="*/ 57 w 128"/>
                    <a:gd name="GluePoint34Y" fmla="*/ 14 h 105"/>
                    <a:gd name="GluePoint35X" fmla="*/ 62 w 128"/>
                    <a:gd name="GluePoint35Y" fmla="*/ 11 h 105"/>
                    <a:gd name="GluePoint36X" fmla="*/ 84 w 128"/>
                    <a:gd name="GluePoint36Y" fmla="*/ 0 h 105"/>
                    <a:gd name="GluePoint37X" fmla="*/ 96 w 128"/>
                    <a:gd name="GluePoint37Y" fmla="*/ 7 h 105"/>
                    <a:gd name="GluePoint38X" fmla="*/ 96 w 128"/>
                    <a:gd name="GluePoint38Y" fmla="*/ 20 h 105"/>
                    <a:gd name="GluePoint39X" fmla="*/ 83 w 128"/>
                    <a:gd name="GluePoint39Y" fmla="*/ 43 h 105"/>
                    <a:gd name="GluePoint40X" fmla="*/ 94 w 128"/>
                    <a:gd name="GluePoint40Y" fmla="*/ 44 h 105"/>
                    <a:gd name="GluePoint41X" fmla="*/ 122 w 128"/>
                    <a:gd name="GluePoint41Y" fmla="*/ 59 h 105"/>
                    <a:gd name="GluePoint42X" fmla="*/ 120 w 128"/>
                    <a:gd name="GluePoint42Y" fmla="*/ 73 h 105"/>
                    <a:gd name="GluePoint43X" fmla="*/ 98 w 128"/>
                    <a:gd name="GluePoint43Y" fmla="*/ 73 h 105"/>
                    <a:gd name="GluePoint44X" fmla="*/ 97 w 128"/>
                    <a:gd name="GluePoint44Y" fmla="*/ 66 h 105"/>
                    <a:gd name="GluePoint45X" fmla="*/ 101 w 128"/>
                    <a:gd name="GluePoint45Y" fmla="*/ 58 h 10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</a:cxnLst>
                  <a:rect l="textAreaLeft" t="textAreaTop" r="textAreaRight" b="textAreaBottom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374" name="Freeform 8"/>
                <p:cNvSpPr/>
                <p:nvPr/>
              </p:nvSpPr>
              <p:spPr>
                <a:xfrm>
                  <a:off x="6872400" y="2193480"/>
                  <a:ext cx="488520" cy="583920"/>
                </a:xfrm>
                <a:custGeom>
                  <a:avLst/>
                  <a:gdLst>
                    <a:gd name="textAreaLeft" fmla="*/ 0 w 488520"/>
                    <a:gd name="textAreaRight" fmla="*/ 488880 w 488520"/>
                    <a:gd name="textAreaTop" fmla="*/ 0 h 583920"/>
                    <a:gd name="textAreaBottom" fmla="*/ 584280 h 583920"/>
                    <a:gd name="GluePoint1X" fmla="*/ 46 w 80"/>
                    <a:gd name="GluePoint1Y" fmla="*/ 29 h 96"/>
                    <a:gd name="GluePoint2X" fmla="*/ 65 w 80"/>
                    <a:gd name="GluePoint2Y" fmla="*/ 29 h 96"/>
                    <a:gd name="GluePoint3X" fmla="*/ 79 w 80"/>
                    <a:gd name="GluePoint3Y" fmla="*/ 41 h 96"/>
                    <a:gd name="GluePoint4X" fmla="*/ 74 w 80"/>
                    <a:gd name="GluePoint4Y" fmla="*/ 43 h 96"/>
                    <a:gd name="GluePoint5X" fmla="*/ 60 w 80"/>
                    <a:gd name="GluePoint5Y" fmla="*/ 43 h 96"/>
                    <a:gd name="GluePoint6X" fmla="*/ 52 w 80"/>
                    <a:gd name="GluePoint6Y" fmla="*/ 50 h 96"/>
                    <a:gd name="GluePoint7X" fmla="*/ 49 w 80"/>
                    <a:gd name="GluePoint7Y" fmla="*/ 87 h 96"/>
                    <a:gd name="GluePoint8X" fmla="*/ 37 w 80"/>
                    <a:gd name="GluePoint8Y" fmla="*/ 95 h 96"/>
                    <a:gd name="GluePoint9X" fmla="*/ 21 w 80"/>
                    <a:gd name="GluePoint9Y" fmla="*/ 68 h 96"/>
                    <a:gd name="GluePoint10X" fmla="*/ 22 w 80"/>
                    <a:gd name="GluePoint10Y" fmla="*/ 62 h 96"/>
                    <a:gd name="GluePoint11X" fmla="*/ 30 w 80"/>
                    <a:gd name="GluePoint11Y" fmla="*/ 72 h 96"/>
                    <a:gd name="GluePoint12X" fmla="*/ 40 w 80"/>
                    <a:gd name="GluePoint12Y" fmla="*/ 70 h 96"/>
                    <a:gd name="GluePoint13X" fmla="*/ 43 w 80"/>
                    <a:gd name="GluePoint13Y" fmla="*/ 46 h 96"/>
                    <a:gd name="GluePoint14X" fmla="*/ 24 w 80"/>
                    <a:gd name="GluePoint14Y" fmla="*/ 52 h 96"/>
                    <a:gd name="GluePoint15X" fmla="*/ 19 w 80"/>
                    <a:gd name="GluePoint15Y" fmla="*/ 54 h 96"/>
                    <a:gd name="GluePoint16X" fmla="*/ 6 w 80"/>
                    <a:gd name="GluePoint16Y" fmla="*/ 54 h 96"/>
                    <a:gd name="GluePoint17X" fmla="*/ 2 w 80"/>
                    <a:gd name="GluePoint17Y" fmla="*/ 40 h 96"/>
                    <a:gd name="GluePoint18X" fmla="*/ 6 w 80"/>
                    <a:gd name="GluePoint18Y" fmla="*/ 37 h 96"/>
                    <a:gd name="GluePoint19X" fmla="*/ 28 w 80"/>
                    <a:gd name="GluePoint19Y" fmla="*/ 33 h 96"/>
                    <a:gd name="GluePoint20X" fmla="*/ 33 w 80"/>
                    <a:gd name="GluePoint20Y" fmla="*/ 32 h 96"/>
                    <a:gd name="GluePoint21X" fmla="*/ 36 w 80"/>
                    <a:gd name="GluePoint21Y" fmla="*/ 22 h 96"/>
                    <a:gd name="GluePoint22X" fmla="*/ 46 w 80"/>
                    <a:gd name="GluePoint22Y" fmla="*/ 12 h 96"/>
                    <a:gd name="GluePoint23X" fmla="*/ 45 w 80"/>
                    <a:gd name="GluePoint23Y" fmla="*/ 10 h 96"/>
                    <a:gd name="GluePoint24X" fmla="*/ 26 w 80"/>
                    <a:gd name="GluePoint24Y" fmla="*/ 17 h 96"/>
                    <a:gd name="GluePoint25X" fmla="*/ 15 w 80"/>
                    <a:gd name="GluePoint25Y" fmla="*/ 24 h 96"/>
                    <a:gd name="GluePoint26X" fmla="*/ 5 w 80"/>
                    <a:gd name="GluePoint26Y" fmla="*/ 22 h 96"/>
                    <a:gd name="GluePoint27X" fmla="*/ 1 w 80"/>
                    <a:gd name="GluePoint27Y" fmla="*/ 17 h 96"/>
                    <a:gd name="GluePoint28X" fmla="*/ 36 w 80"/>
                    <a:gd name="GluePoint28Y" fmla="*/ 2 h 96"/>
                    <a:gd name="GluePoint29X" fmla="*/ 55 w 80"/>
                    <a:gd name="GluePoint29Y" fmla="*/ 0 h 96"/>
                    <a:gd name="GluePoint30X" fmla="*/ 61 w 80"/>
                    <a:gd name="GluePoint30Y" fmla="*/ 6 h 96"/>
                    <a:gd name="GluePoint31X" fmla="*/ 59 w 80"/>
                    <a:gd name="GluePoint31Y" fmla="*/ 13 h 96"/>
                    <a:gd name="GluePoint32X" fmla="*/ 46 w 80"/>
                    <a:gd name="GluePoint32Y" fmla="*/ 29 h 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</a:cxnLst>
                  <a:rect l="textAreaLeft" t="textAreaTop" r="textAreaRight" b="textAreaBottom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375" name="组合 47"/>
              <p:cNvGrpSpPr/>
              <p:nvPr/>
            </p:nvGrpSpPr>
            <p:grpSpPr>
              <a:xfrm>
                <a:off x="7798680" y="2070720"/>
                <a:ext cx="474120" cy="508680"/>
                <a:chOff x="7798680" y="2070720"/>
                <a:chExt cx="474120" cy="508680"/>
              </a:xfrm>
            </p:grpSpPr>
            <p:sp>
              <p:nvSpPr>
                <p:cNvPr id="376" name="Freeform 15"/>
                <p:cNvSpPr/>
                <p:nvPr/>
              </p:nvSpPr>
              <p:spPr>
                <a:xfrm>
                  <a:off x="7798680" y="2183760"/>
                  <a:ext cx="218520" cy="352080"/>
                </a:xfrm>
                <a:custGeom>
                  <a:avLst/>
                  <a:gdLst>
                    <a:gd name="textAreaLeft" fmla="*/ 0 w 218520"/>
                    <a:gd name="textAreaRight" fmla="*/ 218880 w 218520"/>
                    <a:gd name="textAreaTop" fmla="*/ 0 h 352080"/>
                    <a:gd name="textAreaBottom" fmla="*/ 352440 h 352080"/>
                    <a:gd name="GluePoint1X" fmla="*/ 16 w 39"/>
                    <a:gd name="GluePoint1Y" fmla="*/ 29 h 58"/>
                    <a:gd name="GluePoint2X" fmla="*/ 27 w 39"/>
                    <a:gd name="GluePoint2Y" fmla="*/ 7 h 58"/>
                    <a:gd name="GluePoint3X" fmla="*/ 31 w 39"/>
                    <a:gd name="GluePoint3Y" fmla="*/ 1 h 58"/>
                    <a:gd name="GluePoint4X" fmla="*/ 34 w 39"/>
                    <a:gd name="GluePoint4Y" fmla="*/ 6 h 58"/>
                    <a:gd name="GluePoint5X" fmla="*/ 35 w 39"/>
                    <a:gd name="GluePoint5Y" fmla="*/ 26 h 58"/>
                    <a:gd name="GluePoint6X" fmla="*/ 20 w 39"/>
                    <a:gd name="GluePoint6Y" fmla="*/ 52 h 58"/>
                    <a:gd name="GluePoint7X" fmla="*/ 9 w 39"/>
                    <a:gd name="GluePoint7Y" fmla="*/ 57 h 58"/>
                    <a:gd name="GluePoint8X" fmla="*/ 1 w 39"/>
                    <a:gd name="GluePoint8Y" fmla="*/ 43 h 58"/>
                    <a:gd name="GluePoint9X" fmla="*/ 4 w 39"/>
                    <a:gd name="GluePoint9Y" fmla="*/ 6 h 58"/>
                    <a:gd name="GluePoint10X" fmla="*/ 8 w 39"/>
                    <a:gd name="GluePoint10Y" fmla="*/ 0 h 58"/>
                    <a:gd name="GluePoint11X" fmla="*/ 15 w 39"/>
                    <a:gd name="GluePoint11Y" fmla="*/ 6 h 58"/>
                    <a:gd name="GluePoint12X" fmla="*/ 14 w 39"/>
                    <a:gd name="GluePoint12Y" fmla="*/ 20 h 58"/>
                    <a:gd name="GluePoint13X" fmla="*/ 14 w 39"/>
                    <a:gd name="GluePoint13Y" fmla="*/ 28 h 58"/>
                    <a:gd name="GluePoint14X" fmla="*/ 16 w 39"/>
                    <a:gd name="GluePoint14Y" fmla="*/ 29 h 5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76320" rIns="763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377" name="Freeform 16"/>
                <p:cNvSpPr/>
                <p:nvPr/>
              </p:nvSpPr>
              <p:spPr>
                <a:xfrm>
                  <a:off x="8034480" y="2082960"/>
                  <a:ext cx="238320" cy="496440"/>
                </a:xfrm>
                <a:custGeom>
                  <a:avLst/>
                  <a:gdLst>
                    <a:gd name="textAreaLeft" fmla="*/ 0 w 238320"/>
                    <a:gd name="textAreaRight" fmla="*/ 238680 w 238320"/>
                    <a:gd name="textAreaTop" fmla="*/ 0 h 496440"/>
                    <a:gd name="textAreaBottom" fmla="*/ 496800 h 496440"/>
                    <a:gd name="GluePoint1X" fmla="*/ 9 w 47"/>
                    <a:gd name="GluePoint1Y" fmla="*/ 73 h 88"/>
                    <a:gd name="GluePoint2X" fmla="*/ 3 w 47"/>
                    <a:gd name="GluePoint2Y" fmla="*/ 67 h 88"/>
                    <a:gd name="GluePoint3X" fmla="*/ 3 w 47"/>
                    <a:gd name="GluePoint3Y" fmla="*/ 57 h 88"/>
                    <a:gd name="GluePoint4X" fmla="*/ 20 w 47"/>
                    <a:gd name="GluePoint4Y" fmla="*/ 38 h 88"/>
                    <a:gd name="GluePoint5X" fmla="*/ 33 w 47"/>
                    <a:gd name="GluePoint5Y" fmla="*/ 20 h 88"/>
                    <a:gd name="GluePoint6X" fmla="*/ 33 w 47"/>
                    <a:gd name="GluePoint6Y" fmla="*/ 4 h 88"/>
                    <a:gd name="GluePoint7X" fmla="*/ 32 w 47"/>
                    <a:gd name="GluePoint7Y" fmla="*/ 1 h 88"/>
                    <a:gd name="GluePoint8X" fmla="*/ 33 w 47"/>
                    <a:gd name="GluePoint8Y" fmla="*/ 0 h 88"/>
                    <a:gd name="GluePoint9X" fmla="*/ 41 w 47"/>
                    <a:gd name="GluePoint9Y" fmla="*/ 6 h 88"/>
                    <a:gd name="GluePoint10X" fmla="*/ 43 w 47"/>
                    <a:gd name="GluePoint10Y" fmla="*/ 26 h 88"/>
                    <a:gd name="GluePoint11X" fmla="*/ 29 w 47"/>
                    <a:gd name="GluePoint11Y" fmla="*/ 48 h 88"/>
                    <a:gd name="GluePoint12X" fmla="*/ 30 w 47"/>
                    <a:gd name="GluePoint12Y" fmla="*/ 52 h 88"/>
                    <a:gd name="GluePoint13X" fmla="*/ 40 w 47"/>
                    <a:gd name="GluePoint13Y" fmla="*/ 73 h 88"/>
                    <a:gd name="GluePoint14X" fmla="*/ 41 w 47"/>
                    <a:gd name="GluePoint14Y" fmla="*/ 84 h 88"/>
                    <a:gd name="GluePoint15X" fmla="*/ 37 w 47"/>
                    <a:gd name="GluePoint15Y" fmla="*/ 86 h 88"/>
                    <a:gd name="GluePoint16X" fmla="*/ 31 w 47"/>
                    <a:gd name="GluePoint16Y" fmla="*/ 75 h 88"/>
                    <a:gd name="GluePoint17X" fmla="*/ 28 w 47"/>
                    <a:gd name="GluePoint17Y" fmla="*/ 60 h 88"/>
                    <a:gd name="GluePoint18X" fmla="*/ 22 w 47"/>
                    <a:gd name="GluePoint18Y" fmla="*/ 59 h 88"/>
                    <a:gd name="GluePoint19X" fmla="*/ 9 w 47"/>
                    <a:gd name="GluePoint19Y" fmla="*/ 73 h 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</a:cxnLst>
                  <a:rect l="textAreaLeft" t="textAreaTop" r="textAreaRight" b="textAreaBottom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83160" rIns="8316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378" name="Freeform 17"/>
                <p:cNvSpPr/>
                <p:nvPr/>
              </p:nvSpPr>
              <p:spPr>
                <a:xfrm>
                  <a:off x="7922880" y="2070720"/>
                  <a:ext cx="156960" cy="9108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91080"/>
                    <a:gd name="textAreaBottom" fmla="*/ 91440 h 91080"/>
                    <a:gd name="GluePoint1X" fmla="*/ 0 w 26"/>
                    <a:gd name="GluePoint1Y" fmla="*/ 0 h 19"/>
                    <a:gd name="GluePoint2X" fmla="*/ 20 w 26"/>
                    <a:gd name="GluePoint2Y" fmla="*/ 1 h 19"/>
                    <a:gd name="GluePoint3X" fmla="*/ 23 w 26"/>
                    <a:gd name="GluePoint3Y" fmla="*/ 12 h 19"/>
                    <a:gd name="GluePoint4X" fmla="*/ 12 w 26"/>
                    <a:gd name="GluePoint4Y" fmla="*/ 18 h 19"/>
                    <a:gd name="GluePoint5X" fmla="*/ 3 w 26"/>
                    <a:gd name="GluePoint5Y" fmla="*/ 11 h 19"/>
                    <a:gd name="GluePoint6X" fmla="*/ 0 w 26"/>
                    <a:gd name="GluePoint6Y" fmla="*/ 0 h 1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4720" rIns="547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  <p:grpSp>
          <p:nvGrpSpPr>
            <p:cNvPr id="379" name="组合 30"/>
            <p:cNvGrpSpPr/>
            <p:nvPr/>
          </p:nvGrpSpPr>
          <p:grpSpPr>
            <a:xfrm>
              <a:off x="2055960" y="1793520"/>
              <a:ext cx="3585240" cy="993240"/>
              <a:chOff x="2055960" y="1793520"/>
              <a:chExt cx="3585240" cy="993240"/>
            </a:xfrm>
          </p:grpSpPr>
          <p:grpSp>
            <p:nvGrpSpPr>
              <p:cNvPr id="380" name="组合 31"/>
              <p:cNvGrpSpPr/>
              <p:nvPr/>
            </p:nvGrpSpPr>
            <p:grpSpPr>
              <a:xfrm>
                <a:off x="3960720" y="1955160"/>
                <a:ext cx="693360" cy="729720"/>
                <a:chOff x="3960720" y="1955160"/>
                <a:chExt cx="693360" cy="729720"/>
              </a:xfrm>
            </p:grpSpPr>
            <p:sp>
              <p:nvSpPr>
                <p:cNvPr id="381" name="Freeform 9"/>
                <p:cNvSpPr/>
                <p:nvPr/>
              </p:nvSpPr>
              <p:spPr>
                <a:xfrm>
                  <a:off x="3960720" y="2009880"/>
                  <a:ext cx="361080" cy="613800"/>
                </a:xfrm>
                <a:custGeom>
                  <a:avLst/>
                  <a:gdLst>
                    <a:gd name="textAreaLeft" fmla="*/ 0 w 361080"/>
                    <a:gd name="textAreaRight" fmla="*/ 361440 w 361080"/>
                    <a:gd name="textAreaTop" fmla="*/ 0 h 613800"/>
                    <a:gd name="textAreaBottom" fmla="*/ 614160 h 613800"/>
                    <a:gd name="GluePoint1X" fmla="*/ 39 w 59"/>
                    <a:gd name="GluePoint1Y" fmla="*/ 78 h 101"/>
                    <a:gd name="GluePoint2X" fmla="*/ 17 w 59"/>
                    <a:gd name="GluePoint2Y" fmla="*/ 94 h 101"/>
                    <a:gd name="GluePoint3X" fmla="*/ 8 w 59"/>
                    <a:gd name="GluePoint3Y" fmla="*/ 94 h 101"/>
                    <a:gd name="GluePoint4X" fmla="*/ 0 w 59"/>
                    <a:gd name="GluePoint4Y" fmla="*/ 79 h 101"/>
                    <a:gd name="GluePoint5X" fmla="*/ 17 w 59"/>
                    <a:gd name="GluePoint5Y" fmla="*/ 73 h 101"/>
                    <a:gd name="GluePoint6X" fmla="*/ 10 w 59"/>
                    <a:gd name="GluePoint6Y" fmla="*/ 68 h 101"/>
                    <a:gd name="GluePoint7X" fmla="*/ 8 w 59"/>
                    <a:gd name="GluePoint7Y" fmla="*/ 60 h 101"/>
                    <a:gd name="GluePoint8X" fmla="*/ 18 w 59"/>
                    <a:gd name="GluePoint8Y" fmla="*/ 23 h 101"/>
                    <a:gd name="GluePoint9X" fmla="*/ 26 w 59"/>
                    <a:gd name="GluePoint9Y" fmla="*/ 17 h 101"/>
                    <a:gd name="GluePoint10X" fmla="*/ 36 w 59"/>
                    <a:gd name="GluePoint10Y" fmla="*/ 26 h 101"/>
                    <a:gd name="GluePoint11X" fmla="*/ 36 w 59"/>
                    <a:gd name="GluePoint11Y" fmla="*/ 27 h 101"/>
                    <a:gd name="GluePoint12X" fmla="*/ 43 w 59"/>
                    <a:gd name="GluePoint12Y" fmla="*/ 40 h 101"/>
                    <a:gd name="GluePoint13X" fmla="*/ 42 w 59"/>
                    <a:gd name="GluePoint13Y" fmla="*/ 12 h 101"/>
                    <a:gd name="GluePoint14X" fmla="*/ 21 w 59"/>
                    <a:gd name="GluePoint14Y" fmla="*/ 5 h 101"/>
                    <a:gd name="GluePoint15X" fmla="*/ 44 w 59"/>
                    <a:gd name="GluePoint15Y" fmla="*/ 1 h 101"/>
                    <a:gd name="GluePoint16X" fmla="*/ 57 w 59"/>
                    <a:gd name="GluePoint16Y" fmla="*/ 17 h 101"/>
                    <a:gd name="GluePoint17X" fmla="*/ 56 w 59"/>
                    <a:gd name="GluePoint17Y" fmla="*/ 48 h 101"/>
                    <a:gd name="GluePoint18X" fmla="*/ 57 w 59"/>
                    <a:gd name="GluePoint18Y" fmla="*/ 55 h 101"/>
                    <a:gd name="GluePoint19X" fmla="*/ 55 w 59"/>
                    <a:gd name="GluePoint19Y" fmla="*/ 64 h 101"/>
                    <a:gd name="GluePoint20X" fmla="*/ 54 w 59"/>
                    <a:gd name="GluePoint20Y" fmla="*/ 71 h 101"/>
                    <a:gd name="GluePoint21X" fmla="*/ 52 w 59"/>
                    <a:gd name="GluePoint21Y" fmla="*/ 95 h 101"/>
                    <a:gd name="GluePoint22X" fmla="*/ 49 w 59"/>
                    <a:gd name="GluePoint22Y" fmla="*/ 101 h 101"/>
                    <a:gd name="GluePoint23X" fmla="*/ 43 w 59"/>
                    <a:gd name="GluePoint23Y" fmla="*/ 98 h 101"/>
                    <a:gd name="GluePoint24X" fmla="*/ 38 w 59"/>
                    <a:gd name="GluePoint24Y" fmla="*/ 86 h 101"/>
                    <a:gd name="GluePoint25X" fmla="*/ 39 w 59"/>
                    <a:gd name="GluePoint25Y" fmla="*/ 78 h 101"/>
                    <a:gd name="GluePoint26X" fmla="*/ 42 w 59"/>
                    <a:gd name="GluePoint26Y" fmla="*/ 47 h 101"/>
                    <a:gd name="GluePoint27X" fmla="*/ 32 w 59"/>
                    <a:gd name="GluePoint27Y" fmla="*/ 44 h 101"/>
                    <a:gd name="GluePoint28X" fmla="*/ 29 w 59"/>
                    <a:gd name="GluePoint28Y" fmla="*/ 64 h 101"/>
                    <a:gd name="GluePoint29X" fmla="*/ 42 w 59"/>
                    <a:gd name="GluePoint29Y" fmla="*/ 47 h 10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</a:cxnLst>
                  <a:rect l="textAreaLeft" t="textAreaTop" r="textAreaRight" b="textAreaBottom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382" name="Freeform 10"/>
                <p:cNvSpPr/>
                <p:nvPr/>
              </p:nvSpPr>
              <p:spPr>
                <a:xfrm>
                  <a:off x="4315680" y="1955160"/>
                  <a:ext cx="338400" cy="729720"/>
                </a:xfrm>
                <a:custGeom>
                  <a:avLst/>
                  <a:gdLst>
                    <a:gd name="textAreaLeft" fmla="*/ 0 w 338400"/>
                    <a:gd name="textAreaRight" fmla="*/ 338760 w 338400"/>
                    <a:gd name="textAreaTop" fmla="*/ 0 h 729720"/>
                    <a:gd name="textAreaBottom" fmla="*/ 730080 h 729720"/>
                    <a:gd name="GluePoint1X" fmla="*/ 11 w 55"/>
                    <a:gd name="GluePoint1Y" fmla="*/ 89 h 120"/>
                    <a:gd name="GluePoint2X" fmla="*/ 10 w 55"/>
                    <a:gd name="GluePoint2Y" fmla="*/ 100 h 120"/>
                    <a:gd name="GluePoint3X" fmla="*/ 6 w 55"/>
                    <a:gd name="GluePoint3Y" fmla="*/ 104 h 120"/>
                    <a:gd name="GluePoint4X" fmla="*/ 1 w 55"/>
                    <a:gd name="GluePoint4Y" fmla="*/ 99 h 120"/>
                    <a:gd name="GluePoint5X" fmla="*/ 3 w 55"/>
                    <a:gd name="GluePoint5Y" fmla="*/ 84 h 120"/>
                    <a:gd name="GluePoint6X" fmla="*/ 14 w 55"/>
                    <a:gd name="GluePoint6Y" fmla="*/ 37 h 120"/>
                    <a:gd name="GluePoint7X" fmla="*/ 22 w 55"/>
                    <a:gd name="GluePoint7Y" fmla="*/ 11 h 120"/>
                    <a:gd name="GluePoint8X" fmla="*/ 26 w 55"/>
                    <a:gd name="GluePoint8Y" fmla="*/ 19 h 120"/>
                    <a:gd name="GluePoint9X" fmla="*/ 20 w 55"/>
                    <a:gd name="GluePoint9Y" fmla="*/ 40 h 120"/>
                    <a:gd name="GluePoint10X" fmla="*/ 27 w 55"/>
                    <a:gd name="GluePoint10Y" fmla="*/ 35 h 120"/>
                    <a:gd name="GluePoint11X" fmla="*/ 35 w 55"/>
                    <a:gd name="GluePoint11Y" fmla="*/ 30 h 120"/>
                    <a:gd name="GluePoint12X" fmla="*/ 33 w 55"/>
                    <a:gd name="GluePoint12Y" fmla="*/ 9 h 120"/>
                    <a:gd name="GluePoint13X" fmla="*/ 28 w 55"/>
                    <a:gd name="GluePoint13Y" fmla="*/ 8 h 120"/>
                    <a:gd name="GluePoint14X" fmla="*/ 19 w 55"/>
                    <a:gd name="GluePoint14Y" fmla="*/ 12 h 120"/>
                    <a:gd name="GluePoint15X" fmla="*/ 12 w 55"/>
                    <a:gd name="GluePoint15Y" fmla="*/ 15 h 120"/>
                    <a:gd name="GluePoint16X" fmla="*/ 9 w 55"/>
                    <a:gd name="GluePoint16Y" fmla="*/ 11 h 120"/>
                    <a:gd name="GluePoint17X" fmla="*/ 11 w 55"/>
                    <a:gd name="GluePoint17Y" fmla="*/ 8 h 120"/>
                    <a:gd name="GluePoint18X" fmla="*/ 31 w 55"/>
                    <a:gd name="GluePoint18Y" fmla="*/ 0 h 120"/>
                    <a:gd name="GluePoint19X" fmla="*/ 45 w 55"/>
                    <a:gd name="GluePoint19Y" fmla="*/ 15 h 120"/>
                    <a:gd name="GluePoint20X" fmla="*/ 44 w 55"/>
                    <a:gd name="GluePoint20Y" fmla="*/ 46 h 120"/>
                    <a:gd name="GluePoint21X" fmla="*/ 48 w 55"/>
                    <a:gd name="GluePoint21Y" fmla="*/ 54 h 120"/>
                    <a:gd name="GluePoint22X" fmla="*/ 48 w 55"/>
                    <a:gd name="GluePoint22Y" fmla="*/ 71 h 120"/>
                    <a:gd name="GluePoint23X" fmla="*/ 44 w 55"/>
                    <a:gd name="GluePoint23Y" fmla="*/ 77 h 120"/>
                    <a:gd name="GluePoint24X" fmla="*/ 44 w 55"/>
                    <a:gd name="GluePoint24Y" fmla="*/ 110 h 120"/>
                    <a:gd name="GluePoint25X" fmla="*/ 44 w 55"/>
                    <a:gd name="GluePoint25Y" fmla="*/ 114 h 120"/>
                    <a:gd name="GluePoint26X" fmla="*/ 41 w 55"/>
                    <a:gd name="GluePoint26Y" fmla="*/ 120 h 120"/>
                    <a:gd name="GluePoint27X" fmla="*/ 32 w 55"/>
                    <a:gd name="GluePoint27Y" fmla="*/ 118 h 120"/>
                    <a:gd name="GluePoint28X" fmla="*/ 13 w 55"/>
                    <a:gd name="GluePoint28Y" fmla="*/ 91 h 120"/>
                    <a:gd name="GluePoint29X" fmla="*/ 12 w 55"/>
                    <a:gd name="GluePoint29Y" fmla="*/ 89 h 120"/>
                    <a:gd name="GluePoint30X" fmla="*/ 11 w 55"/>
                    <a:gd name="GluePoint30Y" fmla="*/ 89 h 120"/>
                    <a:gd name="GluePoint31X" fmla="*/ 24 w 55"/>
                    <a:gd name="GluePoint31Y" fmla="*/ 76 h 120"/>
                    <a:gd name="GluePoint32X" fmla="*/ 23 w 55"/>
                    <a:gd name="GluePoint32Y" fmla="*/ 74 h 120"/>
                    <a:gd name="GluePoint33X" fmla="*/ 27 w 55"/>
                    <a:gd name="GluePoint33Y" fmla="*/ 71 h 120"/>
                    <a:gd name="GluePoint34X" fmla="*/ 33 w 55"/>
                    <a:gd name="GluePoint34Y" fmla="*/ 67 h 120"/>
                    <a:gd name="GluePoint35X" fmla="*/ 32 w 55"/>
                    <a:gd name="GluePoint35Y" fmla="*/ 63 h 120"/>
                    <a:gd name="GluePoint36X" fmla="*/ 22 w 55"/>
                    <a:gd name="GluePoint36Y" fmla="*/ 52 h 120"/>
                    <a:gd name="GluePoint37X" fmla="*/ 18 w 55"/>
                    <a:gd name="GluePoint37Y" fmla="*/ 89 h 120"/>
                    <a:gd name="GluePoint38X" fmla="*/ 33 w 55"/>
                    <a:gd name="GluePoint38Y" fmla="*/ 107 h 120"/>
                    <a:gd name="GluePoint39X" fmla="*/ 35 w 55"/>
                    <a:gd name="GluePoint39Y" fmla="*/ 77 h 120"/>
                    <a:gd name="GluePoint40X" fmla="*/ 31 w 55"/>
                    <a:gd name="GluePoint40Y" fmla="*/ 75 h 120"/>
                    <a:gd name="GluePoint41X" fmla="*/ 24 w 55"/>
                    <a:gd name="GluePoint41Y" fmla="*/ 76 h 12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</a:cxnLst>
                  <a:rect l="textAreaLeft" t="textAreaTop" r="textAreaRight" b="textAreaBottom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383" name="组合 32"/>
              <p:cNvGrpSpPr/>
              <p:nvPr/>
            </p:nvGrpSpPr>
            <p:grpSpPr>
              <a:xfrm>
                <a:off x="2055960" y="1793520"/>
                <a:ext cx="786600" cy="993240"/>
                <a:chOff x="2055960" y="1793520"/>
                <a:chExt cx="786600" cy="993240"/>
              </a:xfrm>
            </p:grpSpPr>
            <p:sp>
              <p:nvSpPr>
                <p:cNvPr id="384" name="Freeform 13"/>
                <p:cNvSpPr/>
                <p:nvPr/>
              </p:nvSpPr>
              <p:spPr>
                <a:xfrm>
                  <a:off x="2055960" y="1793520"/>
                  <a:ext cx="786600" cy="938880"/>
                </a:xfrm>
                <a:custGeom>
                  <a:avLst/>
                  <a:gdLst>
                    <a:gd name="textAreaLeft" fmla="*/ 0 w 786600"/>
                    <a:gd name="textAreaRight" fmla="*/ 786960 w 786600"/>
                    <a:gd name="textAreaTop" fmla="*/ 0 h 938880"/>
                    <a:gd name="textAreaBottom" fmla="*/ 939240 h 938880"/>
                    <a:gd name="GluePoint1X" fmla="*/ 54 w 128"/>
                    <a:gd name="GluePoint1Y" fmla="*/ 76 h 154"/>
                    <a:gd name="GluePoint2X" fmla="*/ 66 w 128"/>
                    <a:gd name="GluePoint2Y" fmla="*/ 53 h 154"/>
                    <a:gd name="GluePoint3X" fmla="*/ 49 w 128"/>
                    <a:gd name="GluePoint3Y" fmla="*/ 47 h 154"/>
                    <a:gd name="GluePoint4X" fmla="*/ 64 w 128"/>
                    <a:gd name="GluePoint4Y" fmla="*/ 44 h 154"/>
                    <a:gd name="GluePoint5X" fmla="*/ 83 w 128"/>
                    <a:gd name="GluePoint5Y" fmla="*/ 6 h 154"/>
                    <a:gd name="GluePoint6X" fmla="*/ 91 w 128"/>
                    <a:gd name="GluePoint6Y" fmla="*/ 11 h 154"/>
                    <a:gd name="GluePoint7X" fmla="*/ 96 w 128"/>
                    <a:gd name="GluePoint7Y" fmla="*/ 36 h 154"/>
                    <a:gd name="GluePoint8X" fmla="*/ 106 w 128"/>
                    <a:gd name="GluePoint8Y" fmla="*/ 41 h 154"/>
                    <a:gd name="GluePoint9X" fmla="*/ 82 w 128"/>
                    <a:gd name="GluePoint9Y" fmla="*/ 50 h 154"/>
                    <a:gd name="GluePoint10X" fmla="*/ 71 w 128"/>
                    <a:gd name="GluePoint10Y" fmla="*/ 65 h 154"/>
                    <a:gd name="GluePoint11X" fmla="*/ 110 w 128"/>
                    <a:gd name="GluePoint11Y" fmla="*/ 74 h 154"/>
                    <a:gd name="GluePoint12X" fmla="*/ 101 w 128"/>
                    <a:gd name="GluePoint12Y" fmla="*/ 87 h 154"/>
                    <a:gd name="GluePoint13X" fmla="*/ 111 w 128"/>
                    <a:gd name="GluePoint13Y" fmla="*/ 98 h 154"/>
                    <a:gd name="GluePoint14X" fmla="*/ 92 w 128"/>
                    <a:gd name="GluePoint14Y" fmla="*/ 104 h 154"/>
                    <a:gd name="GluePoint15X" fmla="*/ 86 w 128"/>
                    <a:gd name="GluePoint15Y" fmla="*/ 116 h 154"/>
                    <a:gd name="GluePoint16X" fmla="*/ 124 w 128"/>
                    <a:gd name="GluePoint16Y" fmla="*/ 112 h 154"/>
                    <a:gd name="GluePoint17X" fmla="*/ 120 w 128"/>
                    <a:gd name="GluePoint17Y" fmla="*/ 122 h 154"/>
                    <a:gd name="GluePoint18X" fmla="*/ 111 w 128"/>
                    <a:gd name="GluePoint18Y" fmla="*/ 144 h 154"/>
                    <a:gd name="GluePoint19X" fmla="*/ 105 w 128"/>
                    <a:gd name="GluePoint19Y" fmla="*/ 153 h 154"/>
                    <a:gd name="GluePoint20X" fmla="*/ 55 w 128"/>
                    <a:gd name="GluePoint20Y" fmla="*/ 129 h 154"/>
                    <a:gd name="GluePoint21X" fmla="*/ 53 w 128"/>
                    <a:gd name="GluePoint21Y" fmla="*/ 121 h 154"/>
                    <a:gd name="GluePoint22X" fmla="*/ 61 w 128"/>
                    <a:gd name="GluePoint22Y" fmla="*/ 125 h 154"/>
                    <a:gd name="GluePoint23X" fmla="*/ 94 w 128"/>
                    <a:gd name="GluePoint23Y" fmla="*/ 140 h 154"/>
                    <a:gd name="GluePoint24X" fmla="*/ 85 w 128"/>
                    <a:gd name="GluePoint24Y" fmla="*/ 127 h 154"/>
                    <a:gd name="GluePoint25X" fmla="*/ 71 w 128"/>
                    <a:gd name="GluePoint25Y" fmla="*/ 108 h 154"/>
                    <a:gd name="GluePoint26X" fmla="*/ 52 w 128"/>
                    <a:gd name="GluePoint26Y" fmla="*/ 113 h 154"/>
                    <a:gd name="GluePoint27X" fmla="*/ 38 w 128"/>
                    <a:gd name="GluePoint27Y" fmla="*/ 97 h 154"/>
                    <a:gd name="GluePoint28X" fmla="*/ 51 w 128"/>
                    <a:gd name="GluePoint28Y" fmla="*/ 97 h 154"/>
                    <a:gd name="GluePoint29X" fmla="*/ 34 w 128"/>
                    <a:gd name="GluePoint29Y" fmla="*/ 93 h 154"/>
                    <a:gd name="GluePoint30X" fmla="*/ 35 w 128"/>
                    <a:gd name="GluePoint30Y" fmla="*/ 105 h 154"/>
                    <a:gd name="GluePoint31X" fmla="*/ 26 w 128"/>
                    <a:gd name="GluePoint31Y" fmla="*/ 154 h 154"/>
                    <a:gd name="GluePoint32X" fmla="*/ 20 w 128"/>
                    <a:gd name="GluePoint32Y" fmla="*/ 118 h 154"/>
                    <a:gd name="GluePoint33X" fmla="*/ 0 w 128"/>
                    <a:gd name="GluePoint33Y" fmla="*/ 103 h 154"/>
                    <a:gd name="GluePoint34X" fmla="*/ 19 w 128"/>
                    <a:gd name="GluePoint34Y" fmla="*/ 72 h 154"/>
                    <a:gd name="GluePoint35X" fmla="*/ 25 w 128"/>
                    <a:gd name="GluePoint35Y" fmla="*/ 51 h 154"/>
                    <a:gd name="GluePoint36X" fmla="*/ 39 w 128"/>
                    <a:gd name="GluePoint36Y" fmla="*/ 14 h 154"/>
                    <a:gd name="GluePoint37X" fmla="*/ 51 w 128"/>
                    <a:gd name="GluePoint37Y" fmla="*/ 24 h 154"/>
                    <a:gd name="GluePoint38X" fmla="*/ 39 w 128"/>
                    <a:gd name="GluePoint38Y" fmla="*/ 44 h 154"/>
                    <a:gd name="GluePoint39X" fmla="*/ 48 w 128"/>
                    <a:gd name="GluePoint39Y" fmla="*/ 73 h 154"/>
                    <a:gd name="GluePoint40X" fmla="*/ 81 w 128"/>
                    <a:gd name="GluePoint40Y" fmla="*/ 90 h 154"/>
                    <a:gd name="GluePoint41X" fmla="*/ 92 w 128"/>
                    <a:gd name="GluePoint41Y" fmla="*/ 71 h 154"/>
                    <a:gd name="GluePoint42X" fmla="*/ 81 w 128"/>
                    <a:gd name="GluePoint42Y" fmla="*/ 80 h 154"/>
                    <a:gd name="GluePoint43X" fmla="*/ 76 w 128"/>
                    <a:gd name="GluePoint43Y" fmla="*/ 73 h 154"/>
                    <a:gd name="GluePoint44X" fmla="*/ 67 w 128"/>
                    <a:gd name="GluePoint44Y" fmla="*/ 79 h 154"/>
                    <a:gd name="GluePoint45X" fmla="*/ 76 w 128"/>
                    <a:gd name="GluePoint45Y" fmla="*/ 73 h 154"/>
                    <a:gd name="GluePoint46X" fmla="*/ 56 w 128"/>
                    <a:gd name="GluePoint46Y" fmla="*/ 88 h 154"/>
                    <a:gd name="GluePoint47X" fmla="*/ 63 w 128"/>
                    <a:gd name="GluePoint47Y" fmla="*/ 81 h 154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</a:cxnLst>
                  <a:rect l="textAreaLeft" t="textAreaTop" r="textAreaRight" b="textAreaBottom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385" name="Freeform 14"/>
                <p:cNvSpPr/>
                <p:nvPr/>
              </p:nvSpPr>
              <p:spPr>
                <a:xfrm>
                  <a:off x="2271960" y="2525760"/>
                  <a:ext cx="97560" cy="261000"/>
                </a:xfrm>
                <a:custGeom>
                  <a:avLst/>
                  <a:gdLst>
                    <a:gd name="textAreaLeft" fmla="*/ 0 w 97560"/>
                    <a:gd name="textAreaRight" fmla="*/ 97920 w 97560"/>
                    <a:gd name="textAreaTop" fmla="*/ 0 h 261000"/>
                    <a:gd name="textAreaBottom" fmla="*/ 261360 h 261000"/>
                    <a:gd name="GluePoint1X" fmla="*/ 9 w 16"/>
                    <a:gd name="GluePoint1Y" fmla="*/ 0 h 43"/>
                    <a:gd name="GluePoint2X" fmla="*/ 15 w 16"/>
                    <a:gd name="GluePoint2Y" fmla="*/ 11 h 43"/>
                    <a:gd name="GluePoint3X" fmla="*/ 9 w 16"/>
                    <a:gd name="GluePoint3Y" fmla="*/ 43 h 43"/>
                    <a:gd name="GluePoint4X" fmla="*/ 2 w 16"/>
                    <a:gd name="GluePoint4Y" fmla="*/ 39 h 43"/>
                    <a:gd name="GluePoint5X" fmla="*/ 0 w 16"/>
                    <a:gd name="GluePoint5Y" fmla="*/ 35 h 43"/>
                    <a:gd name="GluePoint6X" fmla="*/ 9 w 16"/>
                    <a:gd name="GluePoint6Y" fmla="*/ 0 h 4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34200" rIns="3420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386" name="组合 33"/>
              <p:cNvGrpSpPr/>
              <p:nvPr/>
            </p:nvGrpSpPr>
            <p:grpSpPr>
              <a:xfrm>
                <a:off x="3121560" y="2077560"/>
                <a:ext cx="527400" cy="454320"/>
                <a:chOff x="3121560" y="2077560"/>
                <a:chExt cx="527400" cy="454320"/>
              </a:xfrm>
            </p:grpSpPr>
            <p:sp>
              <p:nvSpPr>
                <p:cNvPr id="387" name="Freeform 18"/>
                <p:cNvSpPr/>
                <p:nvPr/>
              </p:nvSpPr>
              <p:spPr>
                <a:xfrm>
                  <a:off x="3299040" y="2077560"/>
                  <a:ext cx="349920" cy="454320"/>
                </a:xfrm>
                <a:custGeom>
                  <a:avLst/>
                  <a:gdLst>
                    <a:gd name="textAreaLeft" fmla="*/ 0 w 349920"/>
                    <a:gd name="textAreaRight" fmla="*/ 350280 w 349920"/>
                    <a:gd name="textAreaTop" fmla="*/ 0 h 454320"/>
                    <a:gd name="textAreaBottom" fmla="*/ 454680 h 454320"/>
                    <a:gd name="GluePoint1X" fmla="*/ 49 w 57"/>
                    <a:gd name="GluePoint1Y" fmla="*/ 74 h 75"/>
                    <a:gd name="GluePoint2X" fmla="*/ 40 w 57"/>
                    <a:gd name="GluePoint2Y" fmla="*/ 67 h 75"/>
                    <a:gd name="GluePoint3X" fmla="*/ 33 w 57"/>
                    <a:gd name="GluePoint3Y" fmla="*/ 48 h 75"/>
                    <a:gd name="GluePoint4X" fmla="*/ 27 w 57"/>
                    <a:gd name="GluePoint4Y" fmla="*/ 46 h 75"/>
                    <a:gd name="GluePoint5X" fmla="*/ 11 w 57"/>
                    <a:gd name="GluePoint5Y" fmla="*/ 60 h 75"/>
                    <a:gd name="GluePoint6X" fmla="*/ 5 w 57"/>
                    <a:gd name="GluePoint6Y" fmla="*/ 60 h 75"/>
                    <a:gd name="GluePoint7X" fmla="*/ 6 w 57"/>
                    <a:gd name="GluePoint7Y" fmla="*/ 46 h 75"/>
                    <a:gd name="GluePoint8X" fmla="*/ 27 w 57"/>
                    <a:gd name="GluePoint8Y" fmla="*/ 26 h 75"/>
                    <a:gd name="GluePoint9X" fmla="*/ 40 w 57"/>
                    <a:gd name="GluePoint9Y" fmla="*/ 10 h 75"/>
                    <a:gd name="GluePoint10X" fmla="*/ 41 w 57"/>
                    <a:gd name="GluePoint10Y" fmla="*/ 6 h 75"/>
                    <a:gd name="GluePoint11X" fmla="*/ 45 w 57"/>
                    <a:gd name="GluePoint11Y" fmla="*/ 0 h 75"/>
                    <a:gd name="GluePoint12X" fmla="*/ 53 w 57"/>
                    <a:gd name="GluePoint12Y" fmla="*/ 3 h 75"/>
                    <a:gd name="GluePoint13X" fmla="*/ 53 w 57"/>
                    <a:gd name="GluePoint13Y" fmla="*/ 20 h 75"/>
                    <a:gd name="GluePoint14X" fmla="*/ 37 w 57"/>
                    <a:gd name="GluePoint14Y" fmla="*/ 38 h 75"/>
                    <a:gd name="GluePoint15X" fmla="*/ 49 w 57"/>
                    <a:gd name="GluePoint15Y" fmla="*/ 74 h 7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388" name="Freeform 19"/>
                <p:cNvSpPr/>
                <p:nvPr/>
              </p:nvSpPr>
              <p:spPr>
                <a:xfrm>
                  <a:off x="3121560" y="2191320"/>
                  <a:ext cx="177120" cy="336240"/>
                </a:xfrm>
                <a:custGeom>
                  <a:avLst/>
                  <a:gdLst>
                    <a:gd name="textAreaLeft" fmla="*/ 0 w 177120"/>
                    <a:gd name="textAreaRight" fmla="*/ 177480 w 177120"/>
                    <a:gd name="textAreaTop" fmla="*/ 0 h 336240"/>
                    <a:gd name="textAreaBottom" fmla="*/ 336600 h 336240"/>
                    <a:gd name="GluePoint1X" fmla="*/ 12 w 29"/>
                    <a:gd name="GluePoint1Y" fmla="*/ 30 h 55"/>
                    <a:gd name="GluePoint2X" fmla="*/ 20 w 29"/>
                    <a:gd name="GluePoint2Y" fmla="*/ 7 h 55"/>
                    <a:gd name="GluePoint3X" fmla="*/ 25 w 29"/>
                    <a:gd name="GluePoint3Y" fmla="*/ 1 h 55"/>
                    <a:gd name="GluePoint4X" fmla="*/ 26 w 29"/>
                    <a:gd name="GluePoint4Y" fmla="*/ 9 h 55"/>
                    <a:gd name="GluePoint5X" fmla="*/ 16 w 29"/>
                    <a:gd name="GluePoint5Y" fmla="*/ 39 h 55"/>
                    <a:gd name="GluePoint6X" fmla="*/ 13 w 29"/>
                    <a:gd name="GluePoint6Y" fmla="*/ 52 h 55"/>
                    <a:gd name="GluePoint7X" fmla="*/ 7 w 29"/>
                    <a:gd name="GluePoint7Y" fmla="*/ 54 h 55"/>
                    <a:gd name="GluePoint8X" fmla="*/ 2 w 29"/>
                    <a:gd name="GluePoint8Y" fmla="*/ 41 h 55"/>
                    <a:gd name="GluePoint9X" fmla="*/ 3 w 29"/>
                    <a:gd name="GluePoint9Y" fmla="*/ 32 h 55"/>
                    <a:gd name="GluePoint10X" fmla="*/ 2 w 29"/>
                    <a:gd name="GluePoint10Y" fmla="*/ 6 h 55"/>
                    <a:gd name="GluePoint11X" fmla="*/ 6 w 29"/>
                    <a:gd name="GluePoint11Y" fmla="*/ 5 h 55"/>
                    <a:gd name="GluePoint12X" fmla="*/ 10 w 29"/>
                    <a:gd name="GluePoint12Y" fmla="*/ 14 h 55"/>
                    <a:gd name="GluePoint13X" fmla="*/ 11 w 29"/>
                    <a:gd name="GluePoint13Y" fmla="*/ 30 h 55"/>
                    <a:gd name="GluePoint14X" fmla="*/ 12 w 29"/>
                    <a:gd name="GluePoint14Y" fmla="*/ 30 h 5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61920" rIns="619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389" name="Freeform 20"/>
                <p:cNvSpPr/>
                <p:nvPr/>
              </p:nvSpPr>
              <p:spPr>
                <a:xfrm>
                  <a:off x="3225960" y="2081880"/>
                  <a:ext cx="163440" cy="104400"/>
                </a:xfrm>
                <a:custGeom>
                  <a:avLst/>
                  <a:gdLst>
                    <a:gd name="textAreaLeft" fmla="*/ 0 w 163440"/>
                    <a:gd name="textAreaRight" fmla="*/ 163800 w 163440"/>
                    <a:gd name="textAreaTop" fmla="*/ 0 h 104400"/>
                    <a:gd name="textAreaBottom" fmla="*/ 104760 h 104400"/>
                    <a:gd name="GluePoint1X" fmla="*/ 27 w 27"/>
                    <a:gd name="GluePoint1Y" fmla="*/ 1 h 17"/>
                    <a:gd name="GluePoint2X" fmla="*/ 16 w 27"/>
                    <a:gd name="GluePoint2Y" fmla="*/ 14 h 17"/>
                    <a:gd name="GluePoint3X" fmla="*/ 5 w 27"/>
                    <a:gd name="GluePoint3Y" fmla="*/ 13 h 17"/>
                    <a:gd name="GluePoint4X" fmla="*/ 0 w 27"/>
                    <a:gd name="GluePoint4Y" fmla="*/ 4 h 17"/>
                    <a:gd name="GluePoint5X" fmla="*/ 9 w 27"/>
                    <a:gd name="GluePoint5Y" fmla="*/ 2 h 17"/>
                    <a:gd name="GluePoint6X" fmla="*/ 27 w 27"/>
                    <a:gd name="GluePoint6Y" fmla="*/ 0 h 17"/>
                    <a:gd name="GluePoint7X" fmla="*/ 27 w 27"/>
                    <a:gd name="GluePoint7Y" fmla="*/ 1 h 1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</a:cxnLst>
                  <a:rect l="textAreaLeft" t="textAreaTop" r="textAreaRight" b="textAreaBottom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7240" rIns="5724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390" name="组合 34"/>
              <p:cNvGrpSpPr/>
              <p:nvPr/>
            </p:nvGrpSpPr>
            <p:grpSpPr>
              <a:xfrm>
                <a:off x="5036400" y="1995120"/>
                <a:ext cx="604800" cy="602640"/>
                <a:chOff x="5036400" y="1995120"/>
                <a:chExt cx="604800" cy="602640"/>
              </a:xfrm>
            </p:grpSpPr>
            <p:sp>
              <p:nvSpPr>
                <p:cNvPr id="391" name="Freeform 11"/>
                <p:cNvSpPr/>
                <p:nvPr/>
              </p:nvSpPr>
              <p:spPr>
                <a:xfrm>
                  <a:off x="5218200" y="1995120"/>
                  <a:ext cx="423000" cy="592200"/>
                </a:xfrm>
                <a:custGeom>
                  <a:avLst/>
                  <a:gdLst>
                    <a:gd name="textAreaLeft" fmla="*/ 0 w 423000"/>
                    <a:gd name="textAreaRight" fmla="*/ 423360 w 423000"/>
                    <a:gd name="textAreaTop" fmla="*/ 0 h 592200"/>
                    <a:gd name="textAreaBottom" fmla="*/ 592560 h 592200"/>
                    <a:gd name="GluePoint1X" fmla="*/ 29 w 72"/>
                    <a:gd name="GluePoint1Y" fmla="*/ 49 h 102"/>
                    <a:gd name="GluePoint2X" fmla="*/ 15 w 72"/>
                    <a:gd name="GluePoint2Y" fmla="*/ 43 h 102"/>
                    <a:gd name="GluePoint3X" fmla="*/ 10 w 72"/>
                    <a:gd name="GluePoint3Y" fmla="*/ 21 h 102"/>
                    <a:gd name="GluePoint4X" fmla="*/ 13 w 72"/>
                    <a:gd name="GluePoint4Y" fmla="*/ 15 h 102"/>
                    <a:gd name="GluePoint5X" fmla="*/ 19 w 72"/>
                    <a:gd name="GluePoint5Y" fmla="*/ 18 h 102"/>
                    <a:gd name="GluePoint6X" fmla="*/ 20 w 72"/>
                    <a:gd name="GluePoint6Y" fmla="*/ 26 h 102"/>
                    <a:gd name="GluePoint7X" fmla="*/ 35 w 72"/>
                    <a:gd name="GluePoint7Y" fmla="*/ 22 h 102"/>
                    <a:gd name="GluePoint8X" fmla="*/ 40 w 72"/>
                    <a:gd name="GluePoint8Y" fmla="*/ 16 h 102"/>
                    <a:gd name="GluePoint9X" fmla="*/ 43 w 72"/>
                    <a:gd name="GluePoint9Y" fmla="*/ 14 h 102"/>
                    <a:gd name="GluePoint10X" fmla="*/ 44 w 72"/>
                    <a:gd name="GluePoint10Y" fmla="*/ 19 h 102"/>
                    <a:gd name="GluePoint11X" fmla="*/ 43 w 72"/>
                    <a:gd name="GluePoint11Y" fmla="*/ 28 h 102"/>
                    <a:gd name="GluePoint12X" fmla="*/ 36 w 72"/>
                    <a:gd name="GluePoint12Y" fmla="*/ 40 h 102"/>
                    <a:gd name="GluePoint13X" fmla="*/ 37 w 72"/>
                    <a:gd name="GluePoint13Y" fmla="*/ 42 h 102"/>
                    <a:gd name="GluePoint14X" fmla="*/ 44 w 72"/>
                    <a:gd name="GluePoint14Y" fmla="*/ 38 h 102"/>
                    <a:gd name="GluePoint15X" fmla="*/ 56 w 72"/>
                    <a:gd name="GluePoint15Y" fmla="*/ 20 h 102"/>
                    <a:gd name="GluePoint16X" fmla="*/ 49 w 72"/>
                    <a:gd name="GluePoint16Y" fmla="*/ 9 h 102"/>
                    <a:gd name="GluePoint17X" fmla="*/ 28 w 72"/>
                    <a:gd name="GluePoint17Y" fmla="*/ 14 h 102"/>
                    <a:gd name="GluePoint18X" fmla="*/ 20 w 72"/>
                    <a:gd name="GluePoint18Y" fmla="*/ 13 h 102"/>
                    <a:gd name="GluePoint19X" fmla="*/ 22 w 72"/>
                    <a:gd name="GluePoint19Y" fmla="*/ 6 h 102"/>
                    <a:gd name="GluePoint20X" fmla="*/ 50 w 72"/>
                    <a:gd name="GluePoint20Y" fmla="*/ 1 h 102"/>
                    <a:gd name="GluePoint21X" fmla="*/ 68 w 72"/>
                    <a:gd name="GluePoint21Y" fmla="*/ 12 h 102"/>
                    <a:gd name="GluePoint22X" fmla="*/ 67 w 72"/>
                    <a:gd name="GluePoint22Y" fmla="*/ 24 h 102"/>
                    <a:gd name="GluePoint23X" fmla="*/ 49 w 72"/>
                    <a:gd name="GluePoint23Y" fmla="*/ 48 h 102"/>
                    <a:gd name="GluePoint24X" fmla="*/ 42 w 72"/>
                    <a:gd name="GluePoint24Y" fmla="*/ 49 h 102"/>
                    <a:gd name="GluePoint25X" fmla="*/ 37 w 72"/>
                    <a:gd name="GluePoint25Y" fmla="*/ 47 h 102"/>
                    <a:gd name="GluePoint26X" fmla="*/ 35 w 72"/>
                    <a:gd name="GluePoint26Y" fmla="*/ 52 h 102"/>
                    <a:gd name="GluePoint27X" fmla="*/ 41 w 72"/>
                    <a:gd name="GluePoint27Y" fmla="*/ 58 h 102"/>
                    <a:gd name="GluePoint28X" fmla="*/ 48 w 72"/>
                    <a:gd name="GluePoint28Y" fmla="*/ 57 h 102"/>
                    <a:gd name="GluePoint29X" fmla="*/ 53 w 72"/>
                    <a:gd name="GluePoint29Y" fmla="*/ 59 h 102"/>
                    <a:gd name="GluePoint30X" fmla="*/ 53 w 72"/>
                    <a:gd name="GluePoint30Y" fmla="*/ 66 h 102"/>
                    <a:gd name="GluePoint31X" fmla="*/ 48 w 72"/>
                    <a:gd name="GluePoint31Y" fmla="*/ 70 h 102"/>
                    <a:gd name="GluePoint32X" fmla="*/ 37 w 72"/>
                    <a:gd name="GluePoint32Y" fmla="*/ 81 h 102"/>
                    <a:gd name="GluePoint33X" fmla="*/ 45 w 72"/>
                    <a:gd name="GluePoint33Y" fmla="*/ 81 h 102"/>
                    <a:gd name="GluePoint34X" fmla="*/ 57 w 72"/>
                    <a:gd name="GluePoint34Y" fmla="*/ 89 h 102"/>
                    <a:gd name="GluePoint35X" fmla="*/ 51 w 72"/>
                    <a:gd name="GluePoint35Y" fmla="*/ 98 h 102"/>
                    <a:gd name="GluePoint36X" fmla="*/ 26 w 72"/>
                    <a:gd name="GluePoint36Y" fmla="*/ 101 h 102"/>
                    <a:gd name="GluePoint37X" fmla="*/ 17 w 72"/>
                    <a:gd name="GluePoint37Y" fmla="*/ 96 h 102"/>
                    <a:gd name="GluePoint38X" fmla="*/ 15 w 72"/>
                    <a:gd name="GluePoint38Y" fmla="*/ 94 h 102"/>
                    <a:gd name="GluePoint39X" fmla="*/ 19 w 72"/>
                    <a:gd name="GluePoint39Y" fmla="*/ 77 h 102"/>
                    <a:gd name="GluePoint40X" fmla="*/ 27 w 72"/>
                    <a:gd name="GluePoint40Y" fmla="*/ 70 h 102"/>
                    <a:gd name="GluePoint41X" fmla="*/ 27 w 72"/>
                    <a:gd name="GluePoint41Y" fmla="*/ 69 h 102"/>
                    <a:gd name="GluePoint42X" fmla="*/ 21 w 72"/>
                    <a:gd name="GluePoint42Y" fmla="*/ 71 h 102"/>
                    <a:gd name="GluePoint43X" fmla="*/ 9 w 72"/>
                    <a:gd name="GluePoint43Y" fmla="*/ 76 h 102"/>
                    <a:gd name="GluePoint44X" fmla="*/ 3 w 72"/>
                    <a:gd name="GluePoint44Y" fmla="*/ 75 h 102"/>
                    <a:gd name="GluePoint45X" fmla="*/ 4 w 72"/>
                    <a:gd name="GluePoint45Y" fmla="*/ 69 h 102"/>
                    <a:gd name="GluePoint46X" fmla="*/ 26 w 72"/>
                    <a:gd name="GluePoint46Y" fmla="*/ 60 h 102"/>
                    <a:gd name="GluePoint47X" fmla="*/ 28 w 72"/>
                    <a:gd name="GluePoint47Y" fmla="*/ 57 h 102"/>
                    <a:gd name="GluePoint48X" fmla="*/ 29 w 72"/>
                    <a:gd name="GluePoint48Y" fmla="*/ 49 h 102"/>
                    <a:gd name="GluePoint49X" fmla="*/ 34 w 72"/>
                    <a:gd name="GluePoint49Y" fmla="*/ 29 h 102"/>
                    <a:gd name="GluePoint50X" fmla="*/ 33 w 72"/>
                    <a:gd name="GluePoint50Y" fmla="*/ 28 h 102"/>
                    <a:gd name="GluePoint51X" fmla="*/ 26 w 72"/>
                    <a:gd name="GluePoint51Y" fmla="*/ 32 h 102"/>
                    <a:gd name="GluePoint52X" fmla="*/ 23 w 72"/>
                    <a:gd name="GluePoint52Y" fmla="*/ 36 h 102"/>
                    <a:gd name="GluePoint53X" fmla="*/ 26 w 72"/>
                    <a:gd name="GluePoint53Y" fmla="*/ 42 h 102"/>
                    <a:gd name="GluePoint54X" fmla="*/ 31 w 72"/>
                    <a:gd name="GluePoint54Y" fmla="*/ 40 h 102"/>
                    <a:gd name="GluePoint55X" fmla="*/ 34 w 72"/>
                    <a:gd name="GluePoint55Y" fmla="*/ 29 h 10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  <a:cxn ang="0">
                      <a:pos x="GluePoint50X" y="GluePoint50Y"/>
                    </a:cxn>
                    <a:cxn ang="0">
                      <a:pos x="GluePoint51X" y="GluePoint51Y"/>
                    </a:cxn>
                    <a:cxn ang="0">
                      <a:pos x="GluePoint52X" y="GluePoint52Y"/>
                    </a:cxn>
                    <a:cxn ang="0">
                      <a:pos x="GluePoint53X" y="GluePoint53Y"/>
                    </a:cxn>
                    <a:cxn ang="0">
                      <a:pos x="GluePoint54X" y="GluePoint54Y"/>
                    </a:cxn>
                    <a:cxn ang="0">
                      <a:pos x="GluePoint55X" y="GluePoint55Y"/>
                    </a:cxn>
                  </a:cxnLst>
                  <a:rect l="textAreaLeft" t="textAreaTop" r="textAreaRight" b="textAreaBottom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392" name="Freeform 12"/>
                <p:cNvSpPr/>
                <p:nvPr/>
              </p:nvSpPr>
              <p:spPr>
                <a:xfrm>
                  <a:off x="5036400" y="2027160"/>
                  <a:ext cx="227520" cy="570600"/>
                </a:xfrm>
                <a:custGeom>
                  <a:avLst/>
                  <a:gdLst>
                    <a:gd name="textAreaLeft" fmla="*/ 0 w 227520"/>
                    <a:gd name="textAreaRight" fmla="*/ 227880 w 227520"/>
                    <a:gd name="textAreaTop" fmla="*/ 0 h 570600"/>
                    <a:gd name="textAreaBottom" fmla="*/ 570960 h 570600"/>
                    <a:gd name="GluePoint1X" fmla="*/ 30 w 39"/>
                    <a:gd name="GluePoint1Y" fmla="*/ 44 h 98"/>
                    <a:gd name="GluePoint2X" fmla="*/ 36 w 39"/>
                    <a:gd name="GluePoint2Y" fmla="*/ 34 h 98"/>
                    <a:gd name="GluePoint3X" fmla="*/ 37 w 39"/>
                    <a:gd name="GluePoint3Y" fmla="*/ 51 h 98"/>
                    <a:gd name="GluePoint4X" fmla="*/ 25 w 39"/>
                    <a:gd name="GluePoint4Y" fmla="*/ 82 h 98"/>
                    <a:gd name="GluePoint5X" fmla="*/ 21 w 39"/>
                    <a:gd name="GluePoint5Y" fmla="*/ 98 h 98"/>
                    <a:gd name="GluePoint6X" fmla="*/ 13 w 39"/>
                    <a:gd name="GluePoint6Y" fmla="*/ 96 h 98"/>
                    <a:gd name="GluePoint7X" fmla="*/ 5 w 39"/>
                    <a:gd name="GluePoint7Y" fmla="*/ 83 h 98"/>
                    <a:gd name="GluePoint8X" fmla="*/ 11 w 39"/>
                    <a:gd name="GluePoint8Y" fmla="*/ 62 h 98"/>
                    <a:gd name="GluePoint9X" fmla="*/ 9 w 39"/>
                    <a:gd name="GluePoint9Y" fmla="*/ 43 h 98"/>
                    <a:gd name="GluePoint10X" fmla="*/ 12 w 39"/>
                    <a:gd name="GluePoint10Y" fmla="*/ 38 h 98"/>
                    <a:gd name="GluePoint11X" fmla="*/ 18 w 39"/>
                    <a:gd name="GluePoint11Y" fmla="*/ 33 h 98"/>
                    <a:gd name="GluePoint12X" fmla="*/ 23 w 39"/>
                    <a:gd name="GluePoint12Y" fmla="*/ 12 h 98"/>
                    <a:gd name="GluePoint13X" fmla="*/ 11 w 39"/>
                    <a:gd name="GluePoint13Y" fmla="*/ 16 h 98"/>
                    <a:gd name="GluePoint14X" fmla="*/ 2 w 39"/>
                    <a:gd name="GluePoint14Y" fmla="*/ 16 h 98"/>
                    <a:gd name="GluePoint15X" fmla="*/ 0 w 39"/>
                    <a:gd name="GluePoint15Y" fmla="*/ 12 h 98"/>
                    <a:gd name="GluePoint16X" fmla="*/ 3 w 39"/>
                    <a:gd name="GluePoint16Y" fmla="*/ 10 h 98"/>
                    <a:gd name="GluePoint17X" fmla="*/ 16 w 39"/>
                    <a:gd name="GluePoint17Y" fmla="*/ 7 h 98"/>
                    <a:gd name="GluePoint18X" fmla="*/ 26 w 39"/>
                    <a:gd name="GluePoint18Y" fmla="*/ 2 h 98"/>
                    <a:gd name="GluePoint19X" fmla="*/ 32 w 39"/>
                    <a:gd name="GluePoint19Y" fmla="*/ 1 h 98"/>
                    <a:gd name="GluePoint20X" fmla="*/ 35 w 39"/>
                    <a:gd name="GluePoint20Y" fmla="*/ 9 h 98"/>
                    <a:gd name="GluePoint21X" fmla="*/ 34 w 39"/>
                    <a:gd name="GluePoint21Y" fmla="*/ 11 h 98"/>
                    <a:gd name="GluePoint22X" fmla="*/ 27 w 39"/>
                    <a:gd name="GluePoint22Y" fmla="*/ 38 h 98"/>
                    <a:gd name="GluePoint23X" fmla="*/ 28 w 39"/>
                    <a:gd name="GluePoint23Y" fmla="*/ 44 h 98"/>
                    <a:gd name="GluePoint24X" fmla="*/ 30 w 39"/>
                    <a:gd name="GluePoint24Y" fmla="*/ 44 h 9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</a:cxnLst>
                  <a:rect l="textAreaLeft" t="textAreaTop" r="textAreaRight" b="textAreaBottom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1840" rIns="5184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</p:grp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目录样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目录样式2-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矩形 4"/>
          <p:cNvSpPr/>
          <p:nvPr/>
        </p:nvSpPr>
        <p:spPr>
          <a:xfrm>
            <a:off x="0" y="2288880"/>
            <a:ext cx="12191760" cy="1965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pic>
        <p:nvPicPr>
          <p:cNvPr id="398" name="图片 1"/>
          <p:cNvPicPr/>
          <p:nvPr/>
        </p:nvPicPr>
        <p:blipFill>
          <a:blip r:embed="rId2"/>
          <a:srcRect l="0" t="15556" r="0" b="38699"/>
          <a:stretch/>
        </p:blipFill>
        <p:spPr>
          <a:xfrm>
            <a:off x="0" y="0"/>
            <a:ext cx="12191760" cy="228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9" name="矩形 9"/>
          <p:cNvSpPr/>
          <p:nvPr/>
        </p:nvSpPr>
        <p:spPr>
          <a:xfrm>
            <a:off x="0" y="-7920"/>
            <a:ext cx="12191760" cy="229788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pic>
        <p:nvPicPr>
          <p:cNvPr id="400" name="图片 10"/>
          <p:cNvPicPr/>
          <p:nvPr/>
        </p:nvPicPr>
        <p:blipFill>
          <a:blip r:embed="rId3"/>
          <a:stretch/>
        </p:blipFill>
        <p:spPr>
          <a:xfrm>
            <a:off x="5024520" y="841320"/>
            <a:ext cx="2143080" cy="5994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01" name="直接连接符 3"/>
          <p:cNvCxnSpPr/>
          <p:nvPr/>
        </p:nvCxnSpPr>
        <p:spPr>
          <a:xfrm>
            <a:off x="-81360" y="2288880"/>
            <a:ext cx="12340080" cy="360"/>
          </a:xfrm>
          <a:prstGeom prst="straightConnector1">
            <a:avLst/>
          </a:prstGeom>
          <a:ln w="19050">
            <a:solidFill>
              <a:srgbClr val="FFFFFF"/>
            </a:solidFill>
          </a:ln>
        </p:spPr>
      </p:cxn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目录样式2-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A-矩形 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403" name="PA-矩形 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006C39">
                  <a:alpha val="0"/>
                </a:srgbClr>
              </a:gs>
              <a:gs pos="52200">
                <a:srgbClr val="006C39"/>
              </a:gs>
              <a:gs pos="100000">
                <a:srgbClr val="006C39">
                  <a:alpha val="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cxnSp>
        <p:nvCxnSpPr>
          <p:cNvPr id="404" name="直接连接符 3"/>
          <p:cNvCxnSpPr/>
          <p:nvPr/>
        </p:nvCxnSpPr>
        <p:spPr>
          <a:xfrm>
            <a:off x="5723280" y="1294560"/>
            <a:ext cx="745560" cy="360"/>
          </a:xfrm>
          <a:prstGeom prst="straightConnector1">
            <a:avLst/>
          </a:prstGeom>
          <a:ln w="12700">
            <a:solidFill>
              <a:srgbClr val="FFFFFF"/>
            </a:solidFill>
          </a:ln>
        </p:spPr>
      </p:cxnSp>
      <p:cxnSp>
        <p:nvCxnSpPr>
          <p:cNvPr id="405" name="直接连接符 4"/>
          <p:cNvCxnSpPr/>
          <p:nvPr/>
        </p:nvCxnSpPr>
        <p:spPr>
          <a:xfrm>
            <a:off x="5723280" y="5613120"/>
            <a:ext cx="745560" cy="360"/>
          </a:xfrm>
          <a:prstGeom prst="straightConnector1">
            <a:avLst/>
          </a:prstGeom>
          <a:ln w="12700">
            <a:solidFill>
              <a:srgbClr val="FFFFFF"/>
            </a:solidFill>
          </a:ln>
        </p:spPr>
      </p:cxnSp>
      <p:pic>
        <p:nvPicPr>
          <p:cNvPr id="406" name="图片 12"/>
          <p:cNvPicPr/>
          <p:nvPr/>
        </p:nvPicPr>
        <p:blipFill>
          <a:blip r:embed="rId2"/>
          <a:srcRect l="49464" t="0" r="0" b="0"/>
          <a:stretch/>
        </p:blipFill>
        <p:spPr>
          <a:xfrm>
            <a:off x="-34560" y="163080"/>
            <a:ext cx="3297960" cy="653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7" name="图片 13"/>
          <p:cNvPicPr/>
          <p:nvPr/>
        </p:nvPicPr>
        <p:blipFill>
          <a:blip r:embed="rId3"/>
          <a:srcRect l="0" t="0" r="49909" b="0"/>
          <a:stretch/>
        </p:blipFill>
        <p:spPr>
          <a:xfrm>
            <a:off x="8928360" y="163080"/>
            <a:ext cx="3269160" cy="65311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目录样式3-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文本框 7"/>
          <p:cNvSpPr/>
          <p:nvPr/>
        </p:nvSpPr>
        <p:spPr>
          <a:xfrm rot="16200000">
            <a:off x="-1538640" y="2653560"/>
            <a:ext cx="5229360" cy="13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0" b="1" u="none" spc="51" strike="noStrike">
                <a:solidFill>
                  <a:srgbClr val="D9D9D9"/>
                </a:solidFill>
                <a:effectLst/>
                <a:uFillTx/>
                <a:latin typeface="微软雅黑"/>
                <a:ea typeface="微软雅黑"/>
              </a:rPr>
              <a:t>Contents</a:t>
            </a:r>
            <a:r>
              <a:rPr lang="en-US" sz="4400" b="1" u="none" spc="51" strike="noStrike">
                <a:solidFill>
                  <a:srgbClr val="A13F0B"/>
                </a:solidFill>
                <a:effectLst/>
                <a:uFillTx/>
                <a:latin typeface="微软雅黑"/>
                <a:ea typeface="微软雅黑"/>
              </a:rPr>
              <a:t>■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文本框 8"/>
          <p:cNvSpPr/>
          <p:nvPr/>
        </p:nvSpPr>
        <p:spPr>
          <a:xfrm>
            <a:off x="1116720" y="3752280"/>
            <a:ext cx="738360" cy="224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000" tIns="90000" rIns="45000" bIns="90000" anchor="t" vert="eaVer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600" b="1" u="none" spc="601" strike="noStrike">
                <a:solidFill>
                  <a:srgbClr val="006C39"/>
                </a:solidFill>
                <a:effectLst/>
                <a:uFillTx/>
                <a:latin typeface="Century Gothic"/>
                <a:ea typeface="微软雅黑"/>
              </a:rPr>
              <a:t>结构大纲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文本框 11"/>
          <p:cNvSpPr/>
          <p:nvPr/>
        </p:nvSpPr>
        <p:spPr>
          <a:xfrm>
            <a:off x="9519840" y="6600960"/>
            <a:ext cx="252324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 anchorCtr="1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微软雅黑"/>
              </a:rPr>
              <a:t>BEIJING INSTITUTE OF TECHNOLOGY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1" name="图片 56"/>
          <p:cNvPicPr/>
          <p:nvPr/>
        </p:nvPicPr>
        <p:blipFill>
          <a:blip r:embed="rId2"/>
          <a:stretch/>
        </p:blipFill>
        <p:spPr>
          <a:xfrm>
            <a:off x="10041120" y="78480"/>
            <a:ext cx="2025000" cy="56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2" name="任意多边形: 形状 59"/>
          <p:cNvSpPr/>
          <p:nvPr/>
        </p:nvSpPr>
        <p:spPr>
          <a:xfrm flipH="1">
            <a:off x="-1353240" y="0"/>
            <a:ext cx="13544280" cy="1056960"/>
          </a:xfrm>
          <a:custGeom>
            <a:avLst/>
            <a:gdLst>
              <a:gd name="textAreaLeft" fmla="*/ -360 w 13544280"/>
              <a:gd name="textAreaRight" fmla="*/ 13544280 w 13544280"/>
              <a:gd name="textAreaTop" fmla="*/ 0 h 1056960"/>
              <a:gd name="textAreaBottom" fmla="*/ 1057320 h 1056960"/>
              <a:gd name="GluePoint1X" fmla="*/ 12192000 w 12192000"/>
              <a:gd name="GluePoint1Y" fmla="*/ 0 h 723900"/>
              <a:gd name="GluePoint2X" fmla="*/ 2755900 w 12192000"/>
              <a:gd name="GluePoint2Y" fmla="*/ 0 h 723900"/>
              <a:gd name="GluePoint3X" fmla="*/ 4 w 12192000"/>
              <a:gd name="GluePoint3Y" fmla="*/ 0 h 723900"/>
              <a:gd name="GluePoint4X" fmla="*/ 0 w 12192000"/>
              <a:gd name="GluePoint4Y" fmla="*/ 0 h 723900"/>
              <a:gd name="GluePoint5X" fmla="*/ 0 w 12192000"/>
              <a:gd name="GluePoint5Y" fmla="*/ 723900 h 723900"/>
              <a:gd name="GluePoint6X" fmla="*/ 1987354 w 12192000"/>
              <a:gd name="GluePoint6Y" fmla="*/ 723900 h 723900"/>
              <a:gd name="GluePoint7X" fmla="*/ 2038350 w 12192000"/>
              <a:gd name="GluePoint7Y" fmla="*/ 717550 h 723900"/>
              <a:gd name="GluePoint8X" fmla="*/ 2753650 w 12192000"/>
              <a:gd name="GluePoint8Y" fmla="*/ 288000 h 723900"/>
              <a:gd name="GluePoint9X" fmla="*/ 12192000 w 12192000"/>
              <a:gd name="GluePoint9Y" fmla="*/ 288000 h 7239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 rotWithShape="0">
            <a:gsLst>
              <a:gs pos="0">
                <a:srgbClr val="006C39"/>
              </a:gs>
              <a:gs pos="100000">
                <a:srgbClr val="00512B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pic>
        <p:nvPicPr>
          <p:cNvPr id="413" name="图片 82"/>
          <p:cNvPicPr/>
          <p:nvPr/>
        </p:nvPicPr>
        <p:blipFill>
          <a:blip r:embed="rId3"/>
          <a:stretch/>
        </p:blipFill>
        <p:spPr>
          <a:xfrm>
            <a:off x="9793440" y="249840"/>
            <a:ext cx="2025000" cy="56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4" name="矩形 83"/>
          <p:cNvSpPr/>
          <p:nvPr/>
        </p:nvSpPr>
        <p:spPr>
          <a:xfrm>
            <a:off x="0" y="6188040"/>
            <a:ext cx="12191760" cy="669600"/>
          </a:xfrm>
          <a:prstGeom prst="rect">
            <a:avLst/>
          </a:prstGeom>
          <a:gradFill rotWithShape="0">
            <a:gsLst>
              <a:gs pos="0">
                <a:srgbClr val="A13F0B"/>
              </a:gs>
              <a:gs pos="100000">
                <a:srgbClr val="A13F0B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grpSp>
        <p:nvGrpSpPr>
          <p:cNvPr id="415" name="组合 32"/>
          <p:cNvGrpSpPr/>
          <p:nvPr/>
        </p:nvGrpSpPr>
        <p:grpSpPr>
          <a:xfrm>
            <a:off x="587160" y="6381720"/>
            <a:ext cx="2479320" cy="304560"/>
            <a:chOff x="587160" y="6381720"/>
            <a:chExt cx="2479320" cy="304560"/>
          </a:xfrm>
        </p:grpSpPr>
        <p:grpSp>
          <p:nvGrpSpPr>
            <p:cNvPr id="416" name="组合 33"/>
            <p:cNvGrpSpPr/>
            <p:nvPr/>
          </p:nvGrpSpPr>
          <p:grpSpPr>
            <a:xfrm>
              <a:off x="2014200" y="6385320"/>
              <a:ext cx="1052280" cy="298080"/>
              <a:chOff x="2014200" y="6385320"/>
              <a:chExt cx="1052280" cy="298080"/>
            </a:xfrm>
          </p:grpSpPr>
          <p:sp>
            <p:nvSpPr>
              <p:cNvPr id="417" name="Freeform 5"/>
              <p:cNvSpPr/>
              <p:nvPr/>
            </p:nvSpPr>
            <p:spPr>
              <a:xfrm>
                <a:off x="2595600" y="6404040"/>
                <a:ext cx="234720" cy="264960"/>
              </a:xfrm>
              <a:custGeom>
                <a:avLst/>
                <a:gdLst>
                  <a:gd name="textAreaLeft" fmla="*/ 0 w 234720"/>
                  <a:gd name="textAreaRight" fmla="*/ 235080 w 234720"/>
                  <a:gd name="textAreaTop" fmla="*/ 0 h 264960"/>
                  <a:gd name="textAreaBottom" fmla="*/ 265320 h 264960"/>
                  <a:gd name="GluePoint1X" fmla="*/ 41 w 125"/>
                  <a:gd name="GluePoint1Y" fmla="*/ 16 h 142"/>
                  <a:gd name="GluePoint2X" fmla="*/ 49 w 125"/>
                  <a:gd name="GluePoint2Y" fmla="*/ 3 h 142"/>
                  <a:gd name="GluePoint3X" fmla="*/ 62 w 125"/>
                  <a:gd name="GluePoint3Y" fmla="*/ 20 h 142"/>
                  <a:gd name="GluePoint4X" fmla="*/ 64 w 125"/>
                  <a:gd name="GluePoint4Y" fmla="*/ 33 h 142"/>
                  <a:gd name="GluePoint5X" fmla="*/ 50 w 125"/>
                  <a:gd name="GluePoint5Y" fmla="*/ 34 h 142"/>
                  <a:gd name="GluePoint6X" fmla="*/ 58 w 125"/>
                  <a:gd name="GluePoint6Y" fmla="*/ 58 h 142"/>
                  <a:gd name="GluePoint7X" fmla="*/ 75 w 125"/>
                  <a:gd name="GluePoint7Y" fmla="*/ 59 h 142"/>
                  <a:gd name="GluePoint8X" fmla="*/ 71 w 125"/>
                  <a:gd name="GluePoint8Y" fmla="*/ 50 h 142"/>
                  <a:gd name="GluePoint9X" fmla="*/ 81 w 125"/>
                  <a:gd name="GluePoint9Y" fmla="*/ 47 h 142"/>
                  <a:gd name="GluePoint10X" fmla="*/ 65 w 125"/>
                  <a:gd name="GluePoint10Y" fmla="*/ 42 h 142"/>
                  <a:gd name="GluePoint11X" fmla="*/ 63 w 125"/>
                  <a:gd name="GluePoint11Y" fmla="*/ 37 h 142"/>
                  <a:gd name="GluePoint12X" fmla="*/ 85 w 125"/>
                  <a:gd name="GluePoint12Y" fmla="*/ 27 h 142"/>
                  <a:gd name="GluePoint13X" fmla="*/ 93 w 125"/>
                  <a:gd name="GluePoint13Y" fmla="*/ 2 h 142"/>
                  <a:gd name="GluePoint14X" fmla="*/ 99 w 125"/>
                  <a:gd name="GluePoint14Y" fmla="*/ 5 h 142"/>
                  <a:gd name="GluePoint15X" fmla="*/ 111 w 125"/>
                  <a:gd name="GluePoint15Y" fmla="*/ 30 h 142"/>
                  <a:gd name="GluePoint16X" fmla="*/ 102 w 125"/>
                  <a:gd name="GluePoint16Y" fmla="*/ 34 h 142"/>
                  <a:gd name="GluePoint17X" fmla="*/ 95 w 125"/>
                  <a:gd name="GluePoint17Y" fmla="*/ 59 h 142"/>
                  <a:gd name="GluePoint18X" fmla="*/ 123 w 125"/>
                  <a:gd name="GluePoint18Y" fmla="*/ 61 h 142"/>
                  <a:gd name="GluePoint19X" fmla="*/ 110 w 125"/>
                  <a:gd name="GluePoint19Y" fmla="*/ 71 h 142"/>
                  <a:gd name="GluePoint20X" fmla="*/ 104 w 125"/>
                  <a:gd name="GluePoint20Y" fmla="*/ 82 h 142"/>
                  <a:gd name="GluePoint21X" fmla="*/ 112 w 125"/>
                  <a:gd name="GluePoint21Y" fmla="*/ 134 h 142"/>
                  <a:gd name="GluePoint22X" fmla="*/ 102 w 125"/>
                  <a:gd name="GluePoint22Y" fmla="*/ 140 h 142"/>
                  <a:gd name="GluePoint23X" fmla="*/ 89 w 125"/>
                  <a:gd name="GluePoint23Y" fmla="*/ 123 h 142"/>
                  <a:gd name="GluePoint24X" fmla="*/ 101 w 125"/>
                  <a:gd name="GluePoint24Y" fmla="*/ 128 h 142"/>
                  <a:gd name="GluePoint25X" fmla="*/ 101 w 125"/>
                  <a:gd name="GluePoint25Y" fmla="*/ 92 h 142"/>
                  <a:gd name="GluePoint26X" fmla="*/ 97 w 125"/>
                  <a:gd name="GluePoint26Y" fmla="*/ 99 h 142"/>
                  <a:gd name="GluePoint27X" fmla="*/ 90 w 125"/>
                  <a:gd name="GluePoint27Y" fmla="*/ 103 h 142"/>
                  <a:gd name="GluePoint28X" fmla="*/ 86 w 125"/>
                  <a:gd name="GluePoint28Y" fmla="*/ 110 h 142"/>
                  <a:gd name="GluePoint29X" fmla="*/ 81 w 125"/>
                  <a:gd name="GluePoint29Y" fmla="*/ 120 h 142"/>
                  <a:gd name="GluePoint30X" fmla="*/ 88 w 125"/>
                  <a:gd name="GluePoint30Y" fmla="*/ 71 h 142"/>
                  <a:gd name="GluePoint31X" fmla="*/ 60 w 125"/>
                  <a:gd name="GluePoint31Y" fmla="*/ 87 h 142"/>
                  <a:gd name="GluePoint32X" fmla="*/ 53 w 125"/>
                  <a:gd name="GluePoint32Y" fmla="*/ 89 h 142"/>
                  <a:gd name="GluePoint33X" fmla="*/ 51 w 125"/>
                  <a:gd name="GluePoint33Y" fmla="*/ 128 h 142"/>
                  <a:gd name="GluePoint34X" fmla="*/ 43 w 125"/>
                  <a:gd name="GluePoint34Y" fmla="*/ 134 h 142"/>
                  <a:gd name="GluePoint35X" fmla="*/ 39 w 125"/>
                  <a:gd name="GluePoint35Y" fmla="*/ 107 h 142"/>
                  <a:gd name="GluePoint36X" fmla="*/ 33 w 125"/>
                  <a:gd name="GluePoint36Y" fmla="*/ 114 h 142"/>
                  <a:gd name="GluePoint37X" fmla="*/ 17 w 125"/>
                  <a:gd name="GluePoint37Y" fmla="*/ 108 h 142"/>
                  <a:gd name="GluePoint38X" fmla="*/ 5 w 125"/>
                  <a:gd name="GluePoint38Y" fmla="*/ 81 h 142"/>
                  <a:gd name="GluePoint39X" fmla="*/ 34 w 125"/>
                  <a:gd name="GluePoint39Y" fmla="*/ 56 h 142"/>
                  <a:gd name="GluePoint40X" fmla="*/ 38 w 125"/>
                  <a:gd name="GluePoint40Y" fmla="*/ 33 h 142"/>
                  <a:gd name="GluePoint41X" fmla="*/ 22 w 125"/>
                  <a:gd name="GluePoint41Y" fmla="*/ 55 h 142"/>
                  <a:gd name="GluePoint42X" fmla="*/ 14 w 125"/>
                  <a:gd name="GluePoint42Y" fmla="*/ 55 h 142"/>
                  <a:gd name="GluePoint43X" fmla="*/ 11 w 125"/>
                  <a:gd name="GluePoint43Y" fmla="*/ 36 h 142"/>
                  <a:gd name="GluePoint44X" fmla="*/ 32 w 125"/>
                  <a:gd name="GluePoint44Y" fmla="*/ 22 h 142"/>
                  <a:gd name="GluePoint45X" fmla="*/ 28 w 125"/>
                  <a:gd name="GluePoint45Y" fmla="*/ 33 h 1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</a:cxnLst>
                <a:rect l="textAreaLeft" t="textAreaTop" r="textAreaRight" b="textAreaBottom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entury Gothic"/>
                </a:endParaRPr>
              </a:p>
            </p:txBody>
          </p:sp>
          <p:sp>
            <p:nvSpPr>
              <p:cNvPr id="418" name="Freeform 6"/>
              <p:cNvSpPr/>
              <p:nvPr/>
            </p:nvSpPr>
            <p:spPr>
              <a:xfrm>
                <a:off x="2931480" y="6444720"/>
                <a:ext cx="135000" cy="2034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203400"/>
                  <a:gd name="textAreaBottom" fmla="*/ 203760 h 203400"/>
                  <a:gd name="GluePoint1X" fmla="*/ 33 w 72"/>
                  <a:gd name="GluePoint1Y" fmla="*/ 76 h 109"/>
                  <a:gd name="GluePoint2X" fmla="*/ 44 w 72"/>
                  <a:gd name="GluePoint2Y" fmla="*/ 73 h 109"/>
                  <a:gd name="GluePoint3X" fmla="*/ 59 w 72"/>
                  <a:gd name="GluePoint3Y" fmla="*/ 71 h 109"/>
                  <a:gd name="GluePoint4X" fmla="*/ 69 w 72"/>
                  <a:gd name="GluePoint4Y" fmla="*/ 92 h 109"/>
                  <a:gd name="GluePoint5X" fmla="*/ 66 w 72"/>
                  <a:gd name="GluePoint5Y" fmla="*/ 94 h 109"/>
                  <a:gd name="GluePoint6X" fmla="*/ 49 w 72"/>
                  <a:gd name="GluePoint6Y" fmla="*/ 96 h 109"/>
                  <a:gd name="GluePoint7X" fmla="*/ 28 w 72"/>
                  <a:gd name="GluePoint7Y" fmla="*/ 106 h 109"/>
                  <a:gd name="GluePoint8X" fmla="*/ 16 w 72"/>
                  <a:gd name="GluePoint8Y" fmla="*/ 106 h 109"/>
                  <a:gd name="GluePoint9X" fmla="*/ 1 w 72"/>
                  <a:gd name="GluePoint9Y" fmla="*/ 80 h 109"/>
                  <a:gd name="GluePoint10X" fmla="*/ 2 w 72"/>
                  <a:gd name="GluePoint10Y" fmla="*/ 74 h 109"/>
                  <a:gd name="GluePoint11X" fmla="*/ 23 w 72"/>
                  <a:gd name="GluePoint11Y" fmla="*/ 31 h 109"/>
                  <a:gd name="GluePoint12X" fmla="*/ 22 w 72"/>
                  <a:gd name="GluePoint12Y" fmla="*/ 26 h 109"/>
                  <a:gd name="GluePoint13X" fmla="*/ 12 w 72"/>
                  <a:gd name="GluePoint13Y" fmla="*/ 16 h 109"/>
                  <a:gd name="GluePoint14X" fmla="*/ 15 w 72"/>
                  <a:gd name="GluePoint14Y" fmla="*/ 10 h 109"/>
                  <a:gd name="GluePoint15X" fmla="*/ 32 w 72"/>
                  <a:gd name="GluePoint15Y" fmla="*/ 5 h 109"/>
                  <a:gd name="GluePoint16X" fmla="*/ 60 w 72"/>
                  <a:gd name="GluePoint16Y" fmla="*/ 18 h 109"/>
                  <a:gd name="GluePoint17X" fmla="*/ 59 w 72"/>
                  <a:gd name="GluePoint17Y" fmla="*/ 26 h 109"/>
                  <a:gd name="GluePoint18X" fmla="*/ 52 w 72"/>
                  <a:gd name="GluePoint18Y" fmla="*/ 36 h 109"/>
                  <a:gd name="GluePoint19X" fmla="*/ 34 w 72"/>
                  <a:gd name="GluePoint19Y" fmla="*/ 72 h 109"/>
                  <a:gd name="GluePoint20X" fmla="*/ 33 w 72"/>
                  <a:gd name="GluePoint20Y" fmla="*/ 76 h 10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</a:cxnLst>
                <a:rect l="textAreaLeft" t="textAreaTop" r="textAreaRight" b="textAreaBottom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entury Gothic"/>
                </a:endParaRPr>
              </a:p>
            </p:txBody>
          </p:sp>
          <p:grpSp>
            <p:nvGrpSpPr>
              <p:cNvPr id="419" name="组合 50"/>
              <p:cNvGrpSpPr/>
              <p:nvPr/>
            </p:nvGrpSpPr>
            <p:grpSpPr>
              <a:xfrm>
                <a:off x="2014200" y="6385320"/>
                <a:ext cx="240480" cy="298080"/>
                <a:chOff x="2014200" y="6385320"/>
                <a:chExt cx="240480" cy="298080"/>
              </a:xfrm>
            </p:grpSpPr>
            <p:sp>
              <p:nvSpPr>
                <p:cNvPr id="420" name="Freeform 7"/>
                <p:cNvSpPr/>
                <p:nvPr/>
              </p:nvSpPr>
              <p:spPr>
                <a:xfrm>
                  <a:off x="2014200" y="6385320"/>
                  <a:ext cx="240480" cy="195840"/>
                </a:xfrm>
                <a:custGeom>
                  <a:avLst/>
                  <a:gdLst>
                    <a:gd name="textAreaLeft" fmla="*/ 0 w 240480"/>
                    <a:gd name="textAreaRight" fmla="*/ 240840 w 240480"/>
                    <a:gd name="textAreaTop" fmla="*/ 0 h 195840"/>
                    <a:gd name="textAreaBottom" fmla="*/ 196200 h 195840"/>
                    <a:gd name="GluePoint1X" fmla="*/ 101 w 128"/>
                    <a:gd name="GluePoint1Y" fmla="*/ 58 h 105"/>
                    <a:gd name="GluePoint2X" fmla="*/ 74 w 128"/>
                    <a:gd name="GluePoint2Y" fmla="*/ 56 h 105"/>
                    <a:gd name="GluePoint3X" fmla="*/ 68 w 128"/>
                    <a:gd name="GluePoint3Y" fmla="*/ 57 h 105"/>
                    <a:gd name="GluePoint4X" fmla="*/ 51 w 128"/>
                    <a:gd name="GluePoint4Y" fmla="*/ 59 h 105"/>
                    <a:gd name="GluePoint5X" fmla="*/ 36 w 128"/>
                    <a:gd name="GluePoint5Y" fmla="*/ 65 h 105"/>
                    <a:gd name="GluePoint6X" fmla="*/ 28 w 128"/>
                    <a:gd name="GluePoint6Y" fmla="*/ 73 h 105"/>
                    <a:gd name="GluePoint7X" fmla="*/ 16 w 128"/>
                    <a:gd name="GluePoint7Y" fmla="*/ 102 h 105"/>
                    <a:gd name="GluePoint8X" fmla="*/ 13 w 128"/>
                    <a:gd name="GluePoint8Y" fmla="*/ 104 h 105"/>
                    <a:gd name="GluePoint9X" fmla="*/ 1 w 128"/>
                    <a:gd name="GluePoint9Y" fmla="*/ 98 h 105"/>
                    <a:gd name="GluePoint10X" fmla="*/ 0 w 128"/>
                    <a:gd name="GluePoint10Y" fmla="*/ 93 h 105"/>
                    <a:gd name="GluePoint11X" fmla="*/ 15 w 128"/>
                    <a:gd name="GluePoint11Y" fmla="*/ 60 h 105"/>
                    <a:gd name="GluePoint12X" fmla="*/ 16 w 128"/>
                    <a:gd name="GluePoint12Y" fmla="*/ 58 h 105"/>
                    <a:gd name="GluePoint13X" fmla="*/ 20 w 128"/>
                    <a:gd name="GluePoint13Y" fmla="*/ 52 h 105"/>
                    <a:gd name="GluePoint14X" fmla="*/ 32 w 128"/>
                    <a:gd name="GluePoint14Y" fmla="*/ 54 h 105"/>
                    <a:gd name="GluePoint15X" fmla="*/ 39 w 128"/>
                    <a:gd name="GluePoint15Y" fmla="*/ 55 h 105"/>
                    <a:gd name="GluePoint16X" fmla="*/ 72 w 128"/>
                    <a:gd name="GluePoint16Y" fmla="*/ 21 h 105"/>
                    <a:gd name="GluePoint17X" fmla="*/ 74 w 128"/>
                    <a:gd name="GluePoint17Y" fmla="*/ 16 h 105"/>
                    <a:gd name="GluePoint18X" fmla="*/ 74 w 128"/>
                    <a:gd name="GluePoint18Y" fmla="*/ 11 h 105"/>
                    <a:gd name="GluePoint19X" fmla="*/ 71 w 128"/>
                    <a:gd name="GluePoint19Y" fmla="*/ 11 h 105"/>
                    <a:gd name="GluePoint20X" fmla="*/ 68 w 128"/>
                    <a:gd name="GluePoint20Y" fmla="*/ 15 h 105"/>
                    <a:gd name="GluePoint21X" fmla="*/ 68 w 128"/>
                    <a:gd name="GluePoint21Y" fmla="*/ 21 h 105"/>
                    <a:gd name="GluePoint22X" fmla="*/ 59 w 128"/>
                    <a:gd name="GluePoint22Y" fmla="*/ 29 h 105"/>
                    <a:gd name="GluePoint23X" fmla="*/ 53 w 128"/>
                    <a:gd name="GluePoint23Y" fmla="*/ 27 h 105"/>
                    <a:gd name="GluePoint24X" fmla="*/ 47 w 128"/>
                    <a:gd name="GluePoint24Y" fmla="*/ 24 h 105"/>
                    <a:gd name="GluePoint25X" fmla="*/ 47 w 128"/>
                    <a:gd name="GluePoint25Y" fmla="*/ 32 h 105"/>
                    <a:gd name="GluePoint26X" fmla="*/ 47 w 128"/>
                    <a:gd name="GluePoint26Y" fmla="*/ 34 h 105"/>
                    <a:gd name="GluePoint27X" fmla="*/ 43 w 128"/>
                    <a:gd name="GluePoint27Y" fmla="*/ 45 h 105"/>
                    <a:gd name="GluePoint28X" fmla="*/ 31 w 128"/>
                    <a:gd name="GluePoint28Y" fmla="*/ 39 h 105"/>
                    <a:gd name="GluePoint29X" fmla="*/ 29 w 128"/>
                    <a:gd name="GluePoint29Y" fmla="*/ 23 h 105"/>
                    <a:gd name="GluePoint30X" fmla="*/ 33 w 128"/>
                    <a:gd name="GluePoint30Y" fmla="*/ 14 h 105"/>
                    <a:gd name="GluePoint31X" fmla="*/ 36 w 128"/>
                    <a:gd name="GluePoint31Y" fmla="*/ 9 h 105"/>
                    <a:gd name="GluePoint32X" fmla="*/ 42 w 128"/>
                    <a:gd name="GluePoint32Y" fmla="*/ 13 h 105"/>
                    <a:gd name="GluePoint33X" fmla="*/ 44 w 128"/>
                    <a:gd name="GluePoint33Y" fmla="*/ 16 h 105"/>
                    <a:gd name="GluePoint34X" fmla="*/ 57 w 128"/>
                    <a:gd name="GluePoint34Y" fmla="*/ 14 h 105"/>
                    <a:gd name="GluePoint35X" fmla="*/ 62 w 128"/>
                    <a:gd name="GluePoint35Y" fmla="*/ 11 h 105"/>
                    <a:gd name="GluePoint36X" fmla="*/ 84 w 128"/>
                    <a:gd name="GluePoint36Y" fmla="*/ 0 h 105"/>
                    <a:gd name="GluePoint37X" fmla="*/ 96 w 128"/>
                    <a:gd name="GluePoint37Y" fmla="*/ 7 h 105"/>
                    <a:gd name="GluePoint38X" fmla="*/ 96 w 128"/>
                    <a:gd name="GluePoint38Y" fmla="*/ 20 h 105"/>
                    <a:gd name="GluePoint39X" fmla="*/ 83 w 128"/>
                    <a:gd name="GluePoint39Y" fmla="*/ 43 h 105"/>
                    <a:gd name="GluePoint40X" fmla="*/ 94 w 128"/>
                    <a:gd name="GluePoint40Y" fmla="*/ 44 h 105"/>
                    <a:gd name="GluePoint41X" fmla="*/ 122 w 128"/>
                    <a:gd name="GluePoint41Y" fmla="*/ 59 h 105"/>
                    <a:gd name="GluePoint42X" fmla="*/ 120 w 128"/>
                    <a:gd name="GluePoint42Y" fmla="*/ 73 h 105"/>
                    <a:gd name="GluePoint43X" fmla="*/ 98 w 128"/>
                    <a:gd name="GluePoint43Y" fmla="*/ 73 h 105"/>
                    <a:gd name="GluePoint44X" fmla="*/ 97 w 128"/>
                    <a:gd name="GluePoint44Y" fmla="*/ 66 h 105"/>
                    <a:gd name="GluePoint45X" fmla="*/ 101 w 128"/>
                    <a:gd name="GluePoint45Y" fmla="*/ 58 h 10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</a:cxnLst>
                  <a:rect l="textAreaLeft" t="textAreaTop" r="textAreaRight" b="textAreaBottom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421" name="Freeform 8"/>
                <p:cNvSpPr/>
                <p:nvPr/>
              </p:nvSpPr>
              <p:spPr>
                <a:xfrm>
                  <a:off x="2065320" y="6504480"/>
                  <a:ext cx="149760" cy="178920"/>
                </a:xfrm>
                <a:custGeom>
                  <a:avLst/>
                  <a:gdLst>
                    <a:gd name="textAreaLeft" fmla="*/ 0 w 149760"/>
                    <a:gd name="textAreaRight" fmla="*/ 150120 w 149760"/>
                    <a:gd name="textAreaTop" fmla="*/ 0 h 178920"/>
                    <a:gd name="textAreaBottom" fmla="*/ 179280 h 178920"/>
                    <a:gd name="GluePoint1X" fmla="*/ 46 w 80"/>
                    <a:gd name="GluePoint1Y" fmla="*/ 29 h 96"/>
                    <a:gd name="GluePoint2X" fmla="*/ 65 w 80"/>
                    <a:gd name="GluePoint2Y" fmla="*/ 29 h 96"/>
                    <a:gd name="GluePoint3X" fmla="*/ 79 w 80"/>
                    <a:gd name="GluePoint3Y" fmla="*/ 41 h 96"/>
                    <a:gd name="GluePoint4X" fmla="*/ 74 w 80"/>
                    <a:gd name="GluePoint4Y" fmla="*/ 43 h 96"/>
                    <a:gd name="GluePoint5X" fmla="*/ 60 w 80"/>
                    <a:gd name="GluePoint5Y" fmla="*/ 43 h 96"/>
                    <a:gd name="GluePoint6X" fmla="*/ 52 w 80"/>
                    <a:gd name="GluePoint6Y" fmla="*/ 50 h 96"/>
                    <a:gd name="GluePoint7X" fmla="*/ 49 w 80"/>
                    <a:gd name="GluePoint7Y" fmla="*/ 87 h 96"/>
                    <a:gd name="GluePoint8X" fmla="*/ 37 w 80"/>
                    <a:gd name="GluePoint8Y" fmla="*/ 95 h 96"/>
                    <a:gd name="GluePoint9X" fmla="*/ 21 w 80"/>
                    <a:gd name="GluePoint9Y" fmla="*/ 68 h 96"/>
                    <a:gd name="GluePoint10X" fmla="*/ 22 w 80"/>
                    <a:gd name="GluePoint10Y" fmla="*/ 62 h 96"/>
                    <a:gd name="GluePoint11X" fmla="*/ 30 w 80"/>
                    <a:gd name="GluePoint11Y" fmla="*/ 72 h 96"/>
                    <a:gd name="GluePoint12X" fmla="*/ 40 w 80"/>
                    <a:gd name="GluePoint12Y" fmla="*/ 70 h 96"/>
                    <a:gd name="GluePoint13X" fmla="*/ 43 w 80"/>
                    <a:gd name="GluePoint13Y" fmla="*/ 46 h 96"/>
                    <a:gd name="GluePoint14X" fmla="*/ 24 w 80"/>
                    <a:gd name="GluePoint14Y" fmla="*/ 52 h 96"/>
                    <a:gd name="GluePoint15X" fmla="*/ 19 w 80"/>
                    <a:gd name="GluePoint15Y" fmla="*/ 54 h 96"/>
                    <a:gd name="GluePoint16X" fmla="*/ 6 w 80"/>
                    <a:gd name="GluePoint16Y" fmla="*/ 54 h 96"/>
                    <a:gd name="GluePoint17X" fmla="*/ 2 w 80"/>
                    <a:gd name="GluePoint17Y" fmla="*/ 40 h 96"/>
                    <a:gd name="GluePoint18X" fmla="*/ 6 w 80"/>
                    <a:gd name="GluePoint18Y" fmla="*/ 37 h 96"/>
                    <a:gd name="GluePoint19X" fmla="*/ 28 w 80"/>
                    <a:gd name="GluePoint19Y" fmla="*/ 33 h 96"/>
                    <a:gd name="GluePoint20X" fmla="*/ 33 w 80"/>
                    <a:gd name="GluePoint20Y" fmla="*/ 32 h 96"/>
                    <a:gd name="GluePoint21X" fmla="*/ 36 w 80"/>
                    <a:gd name="GluePoint21Y" fmla="*/ 22 h 96"/>
                    <a:gd name="GluePoint22X" fmla="*/ 46 w 80"/>
                    <a:gd name="GluePoint22Y" fmla="*/ 12 h 96"/>
                    <a:gd name="GluePoint23X" fmla="*/ 45 w 80"/>
                    <a:gd name="GluePoint23Y" fmla="*/ 10 h 96"/>
                    <a:gd name="GluePoint24X" fmla="*/ 26 w 80"/>
                    <a:gd name="GluePoint24Y" fmla="*/ 17 h 96"/>
                    <a:gd name="GluePoint25X" fmla="*/ 15 w 80"/>
                    <a:gd name="GluePoint25Y" fmla="*/ 24 h 96"/>
                    <a:gd name="GluePoint26X" fmla="*/ 5 w 80"/>
                    <a:gd name="GluePoint26Y" fmla="*/ 22 h 96"/>
                    <a:gd name="GluePoint27X" fmla="*/ 1 w 80"/>
                    <a:gd name="GluePoint27Y" fmla="*/ 17 h 96"/>
                    <a:gd name="GluePoint28X" fmla="*/ 36 w 80"/>
                    <a:gd name="GluePoint28Y" fmla="*/ 2 h 96"/>
                    <a:gd name="GluePoint29X" fmla="*/ 55 w 80"/>
                    <a:gd name="GluePoint29Y" fmla="*/ 0 h 96"/>
                    <a:gd name="GluePoint30X" fmla="*/ 61 w 80"/>
                    <a:gd name="GluePoint30Y" fmla="*/ 6 h 96"/>
                    <a:gd name="GluePoint31X" fmla="*/ 59 w 80"/>
                    <a:gd name="GluePoint31Y" fmla="*/ 13 h 96"/>
                    <a:gd name="GluePoint32X" fmla="*/ 46 w 80"/>
                    <a:gd name="GluePoint32Y" fmla="*/ 29 h 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</a:cxnLst>
                  <a:rect l="textAreaLeft" t="textAreaTop" r="textAreaRight" b="textAreaBottom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422" name="组合 51"/>
              <p:cNvGrpSpPr/>
              <p:nvPr/>
            </p:nvGrpSpPr>
            <p:grpSpPr>
              <a:xfrm>
                <a:off x="2349720" y="6467040"/>
                <a:ext cx="145440" cy="155520"/>
                <a:chOff x="2349720" y="6467040"/>
                <a:chExt cx="145440" cy="155520"/>
              </a:xfrm>
            </p:grpSpPr>
            <p:sp>
              <p:nvSpPr>
                <p:cNvPr id="423" name="Freeform 15"/>
                <p:cNvSpPr/>
                <p:nvPr/>
              </p:nvSpPr>
              <p:spPr>
                <a:xfrm>
                  <a:off x="2349720" y="6501600"/>
                  <a:ext cx="66960" cy="10764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107640"/>
                    <a:gd name="textAreaBottom" fmla="*/ 108000 h 107640"/>
                    <a:gd name="GluePoint1X" fmla="*/ 16 w 39"/>
                    <a:gd name="GluePoint1Y" fmla="*/ 29 h 58"/>
                    <a:gd name="GluePoint2X" fmla="*/ 27 w 39"/>
                    <a:gd name="GluePoint2Y" fmla="*/ 7 h 58"/>
                    <a:gd name="GluePoint3X" fmla="*/ 31 w 39"/>
                    <a:gd name="GluePoint3Y" fmla="*/ 1 h 58"/>
                    <a:gd name="GluePoint4X" fmla="*/ 34 w 39"/>
                    <a:gd name="GluePoint4Y" fmla="*/ 6 h 58"/>
                    <a:gd name="GluePoint5X" fmla="*/ 35 w 39"/>
                    <a:gd name="GluePoint5Y" fmla="*/ 26 h 58"/>
                    <a:gd name="GluePoint6X" fmla="*/ 20 w 39"/>
                    <a:gd name="GluePoint6Y" fmla="*/ 52 h 58"/>
                    <a:gd name="GluePoint7X" fmla="*/ 9 w 39"/>
                    <a:gd name="GluePoint7Y" fmla="*/ 57 h 58"/>
                    <a:gd name="GluePoint8X" fmla="*/ 1 w 39"/>
                    <a:gd name="GluePoint8Y" fmla="*/ 43 h 58"/>
                    <a:gd name="GluePoint9X" fmla="*/ 4 w 39"/>
                    <a:gd name="GluePoint9Y" fmla="*/ 6 h 58"/>
                    <a:gd name="GluePoint10X" fmla="*/ 8 w 39"/>
                    <a:gd name="GluePoint10Y" fmla="*/ 0 h 58"/>
                    <a:gd name="GluePoint11X" fmla="*/ 15 w 39"/>
                    <a:gd name="GluePoint11Y" fmla="*/ 6 h 58"/>
                    <a:gd name="GluePoint12X" fmla="*/ 14 w 39"/>
                    <a:gd name="GluePoint12Y" fmla="*/ 20 h 58"/>
                    <a:gd name="GluePoint13X" fmla="*/ 14 w 39"/>
                    <a:gd name="GluePoint13Y" fmla="*/ 28 h 58"/>
                    <a:gd name="GluePoint14X" fmla="*/ 16 w 39"/>
                    <a:gd name="GluePoint14Y" fmla="*/ 29 h 5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76320" rIns="763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424" name="Freeform 16"/>
                <p:cNvSpPr/>
                <p:nvPr/>
              </p:nvSpPr>
              <p:spPr>
                <a:xfrm>
                  <a:off x="2422080" y="6470640"/>
                  <a:ext cx="73080" cy="151920"/>
                </a:xfrm>
                <a:custGeom>
                  <a:avLst/>
                  <a:gdLst>
                    <a:gd name="textAreaLeft" fmla="*/ 0 w 73080"/>
                    <a:gd name="textAreaRight" fmla="*/ 73440 w 73080"/>
                    <a:gd name="textAreaTop" fmla="*/ 0 h 151920"/>
                    <a:gd name="textAreaBottom" fmla="*/ 152280 h 151920"/>
                    <a:gd name="GluePoint1X" fmla="*/ 9 w 47"/>
                    <a:gd name="GluePoint1Y" fmla="*/ 73 h 88"/>
                    <a:gd name="GluePoint2X" fmla="*/ 3 w 47"/>
                    <a:gd name="GluePoint2Y" fmla="*/ 67 h 88"/>
                    <a:gd name="GluePoint3X" fmla="*/ 3 w 47"/>
                    <a:gd name="GluePoint3Y" fmla="*/ 57 h 88"/>
                    <a:gd name="GluePoint4X" fmla="*/ 20 w 47"/>
                    <a:gd name="GluePoint4Y" fmla="*/ 38 h 88"/>
                    <a:gd name="GluePoint5X" fmla="*/ 33 w 47"/>
                    <a:gd name="GluePoint5Y" fmla="*/ 20 h 88"/>
                    <a:gd name="GluePoint6X" fmla="*/ 33 w 47"/>
                    <a:gd name="GluePoint6Y" fmla="*/ 4 h 88"/>
                    <a:gd name="GluePoint7X" fmla="*/ 32 w 47"/>
                    <a:gd name="GluePoint7Y" fmla="*/ 1 h 88"/>
                    <a:gd name="GluePoint8X" fmla="*/ 33 w 47"/>
                    <a:gd name="GluePoint8Y" fmla="*/ 0 h 88"/>
                    <a:gd name="GluePoint9X" fmla="*/ 41 w 47"/>
                    <a:gd name="GluePoint9Y" fmla="*/ 6 h 88"/>
                    <a:gd name="GluePoint10X" fmla="*/ 43 w 47"/>
                    <a:gd name="GluePoint10Y" fmla="*/ 26 h 88"/>
                    <a:gd name="GluePoint11X" fmla="*/ 29 w 47"/>
                    <a:gd name="GluePoint11Y" fmla="*/ 48 h 88"/>
                    <a:gd name="GluePoint12X" fmla="*/ 30 w 47"/>
                    <a:gd name="GluePoint12Y" fmla="*/ 52 h 88"/>
                    <a:gd name="GluePoint13X" fmla="*/ 40 w 47"/>
                    <a:gd name="GluePoint13Y" fmla="*/ 73 h 88"/>
                    <a:gd name="GluePoint14X" fmla="*/ 41 w 47"/>
                    <a:gd name="GluePoint14Y" fmla="*/ 84 h 88"/>
                    <a:gd name="GluePoint15X" fmla="*/ 37 w 47"/>
                    <a:gd name="GluePoint15Y" fmla="*/ 86 h 88"/>
                    <a:gd name="GluePoint16X" fmla="*/ 31 w 47"/>
                    <a:gd name="GluePoint16Y" fmla="*/ 75 h 88"/>
                    <a:gd name="GluePoint17X" fmla="*/ 28 w 47"/>
                    <a:gd name="GluePoint17Y" fmla="*/ 60 h 88"/>
                    <a:gd name="GluePoint18X" fmla="*/ 22 w 47"/>
                    <a:gd name="GluePoint18Y" fmla="*/ 59 h 88"/>
                    <a:gd name="GluePoint19X" fmla="*/ 9 w 47"/>
                    <a:gd name="GluePoint19Y" fmla="*/ 73 h 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</a:cxnLst>
                  <a:rect l="textAreaLeft" t="textAreaTop" r="textAreaRight" b="textAreaBottom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83160" rIns="8316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425" name="Freeform 17"/>
                <p:cNvSpPr/>
                <p:nvPr/>
              </p:nvSpPr>
              <p:spPr>
                <a:xfrm>
                  <a:off x="2387880" y="6467040"/>
                  <a:ext cx="47880" cy="27720"/>
                </a:xfrm>
                <a:custGeom>
                  <a:avLst/>
                  <a:gdLst>
                    <a:gd name="textAreaLeft" fmla="*/ 0 w 47880"/>
                    <a:gd name="textAreaRight" fmla="*/ 48240 w 47880"/>
                    <a:gd name="textAreaTop" fmla="*/ 0 h 27720"/>
                    <a:gd name="textAreaBottom" fmla="*/ 28080 h 27720"/>
                    <a:gd name="GluePoint1X" fmla="*/ 0 w 26"/>
                    <a:gd name="GluePoint1Y" fmla="*/ 0 h 19"/>
                    <a:gd name="GluePoint2X" fmla="*/ 20 w 26"/>
                    <a:gd name="GluePoint2Y" fmla="*/ 1 h 19"/>
                    <a:gd name="GluePoint3X" fmla="*/ 23 w 26"/>
                    <a:gd name="GluePoint3Y" fmla="*/ 12 h 19"/>
                    <a:gd name="GluePoint4X" fmla="*/ 12 w 26"/>
                    <a:gd name="GluePoint4Y" fmla="*/ 18 h 19"/>
                    <a:gd name="GluePoint5X" fmla="*/ 3 w 26"/>
                    <a:gd name="GluePoint5Y" fmla="*/ 11 h 19"/>
                    <a:gd name="GluePoint6X" fmla="*/ 0 w 26"/>
                    <a:gd name="GluePoint6Y" fmla="*/ 0 h 1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4720" tIns="14040" rIns="54720" bIns="1404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  <p:grpSp>
          <p:nvGrpSpPr>
            <p:cNvPr id="426" name="组合 34"/>
            <p:cNvGrpSpPr/>
            <p:nvPr/>
          </p:nvGrpSpPr>
          <p:grpSpPr>
            <a:xfrm>
              <a:off x="587160" y="6381720"/>
              <a:ext cx="1100160" cy="304560"/>
              <a:chOff x="587160" y="6381720"/>
              <a:chExt cx="1100160" cy="304560"/>
            </a:xfrm>
          </p:grpSpPr>
          <p:grpSp>
            <p:nvGrpSpPr>
              <p:cNvPr id="427" name="组合 35"/>
              <p:cNvGrpSpPr/>
              <p:nvPr/>
            </p:nvGrpSpPr>
            <p:grpSpPr>
              <a:xfrm>
                <a:off x="1171800" y="6431400"/>
                <a:ext cx="212760" cy="223560"/>
                <a:chOff x="1171800" y="6431400"/>
                <a:chExt cx="212760" cy="223560"/>
              </a:xfrm>
            </p:grpSpPr>
            <p:sp>
              <p:nvSpPr>
                <p:cNvPr id="428" name="Freeform 9"/>
                <p:cNvSpPr/>
                <p:nvPr/>
              </p:nvSpPr>
              <p:spPr>
                <a:xfrm>
                  <a:off x="1171800" y="6447960"/>
                  <a:ext cx="110520" cy="187920"/>
                </a:xfrm>
                <a:custGeom>
                  <a:avLst/>
                  <a:gdLst>
                    <a:gd name="textAreaLeft" fmla="*/ 0 w 110520"/>
                    <a:gd name="textAreaRight" fmla="*/ 110880 w 110520"/>
                    <a:gd name="textAreaTop" fmla="*/ 0 h 187920"/>
                    <a:gd name="textAreaBottom" fmla="*/ 188280 h 187920"/>
                    <a:gd name="GluePoint1X" fmla="*/ 39 w 59"/>
                    <a:gd name="GluePoint1Y" fmla="*/ 78 h 101"/>
                    <a:gd name="GluePoint2X" fmla="*/ 17 w 59"/>
                    <a:gd name="GluePoint2Y" fmla="*/ 94 h 101"/>
                    <a:gd name="GluePoint3X" fmla="*/ 8 w 59"/>
                    <a:gd name="GluePoint3Y" fmla="*/ 94 h 101"/>
                    <a:gd name="GluePoint4X" fmla="*/ 0 w 59"/>
                    <a:gd name="GluePoint4Y" fmla="*/ 79 h 101"/>
                    <a:gd name="GluePoint5X" fmla="*/ 17 w 59"/>
                    <a:gd name="GluePoint5Y" fmla="*/ 73 h 101"/>
                    <a:gd name="GluePoint6X" fmla="*/ 10 w 59"/>
                    <a:gd name="GluePoint6Y" fmla="*/ 68 h 101"/>
                    <a:gd name="GluePoint7X" fmla="*/ 8 w 59"/>
                    <a:gd name="GluePoint7Y" fmla="*/ 60 h 101"/>
                    <a:gd name="GluePoint8X" fmla="*/ 18 w 59"/>
                    <a:gd name="GluePoint8Y" fmla="*/ 23 h 101"/>
                    <a:gd name="GluePoint9X" fmla="*/ 26 w 59"/>
                    <a:gd name="GluePoint9Y" fmla="*/ 17 h 101"/>
                    <a:gd name="GluePoint10X" fmla="*/ 36 w 59"/>
                    <a:gd name="GluePoint10Y" fmla="*/ 26 h 101"/>
                    <a:gd name="GluePoint11X" fmla="*/ 36 w 59"/>
                    <a:gd name="GluePoint11Y" fmla="*/ 27 h 101"/>
                    <a:gd name="GluePoint12X" fmla="*/ 43 w 59"/>
                    <a:gd name="GluePoint12Y" fmla="*/ 40 h 101"/>
                    <a:gd name="GluePoint13X" fmla="*/ 42 w 59"/>
                    <a:gd name="GluePoint13Y" fmla="*/ 12 h 101"/>
                    <a:gd name="GluePoint14X" fmla="*/ 21 w 59"/>
                    <a:gd name="GluePoint14Y" fmla="*/ 5 h 101"/>
                    <a:gd name="GluePoint15X" fmla="*/ 44 w 59"/>
                    <a:gd name="GluePoint15Y" fmla="*/ 1 h 101"/>
                    <a:gd name="GluePoint16X" fmla="*/ 57 w 59"/>
                    <a:gd name="GluePoint16Y" fmla="*/ 17 h 101"/>
                    <a:gd name="GluePoint17X" fmla="*/ 56 w 59"/>
                    <a:gd name="GluePoint17Y" fmla="*/ 48 h 101"/>
                    <a:gd name="GluePoint18X" fmla="*/ 57 w 59"/>
                    <a:gd name="GluePoint18Y" fmla="*/ 55 h 101"/>
                    <a:gd name="GluePoint19X" fmla="*/ 55 w 59"/>
                    <a:gd name="GluePoint19Y" fmla="*/ 64 h 101"/>
                    <a:gd name="GluePoint20X" fmla="*/ 54 w 59"/>
                    <a:gd name="GluePoint20Y" fmla="*/ 71 h 101"/>
                    <a:gd name="GluePoint21X" fmla="*/ 52 w 59"/>
                    <a:gd name="GluePoint21Y" fmla="*/ 95 h 101"/>
                    <a:gd name="GluePoint22X" fmla="*/ 49 w 59"/>
                    <a:gd name="GluePoint22Y" fmla="*/ 101 h 101"/>
                    <a:gd name="GluePoint23X" fmla="*/ 43 w 59"/>
                    <a:gd name="GluePoint23Y" fmla="*/ 98 h 101"/>
                    <a:gd name="GluePoint24X" fmla="*/ 38 w 59"/>
                    <a:gd name="GluePoint24Y" fmla="*/ 86 h 101"/>
                    <a:gd name="GluePoint25X" fmla="*/ 39 w 59"/>
                    <a:gd name="GluePoint25Y" fmla="*/ 78 h 101"/>
                    <a:gd name="GluePoint26X" fmla="*/ 42 w 59"/>
                    <a:gd name="GluePoint26Y" fmla="*/ 47 h 101"/>
                    <a:gd name="GluePoint27X" fmla="*/ 32 w 59"/>
                    <a:gd name="GluePoint27Y" fmla="*/ 44 h 101"/>
                    <a:gd name="GluePoint28X" fmla="*/ 29 w 59"/>
                    <a:gd name="GluePoint28Y" fmla="*/ 64 h 101"/>
                    <a:gd name="GluePoint29X" fmla="*/ 42 w 59"/>
                    <a:gd name="GluePoint29Y" fmla="*/ 47 h 10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</a:cxnLst>
                  <a:rect l="textAreaLeft" t="textAreaTop" r="textAreaRight" b="textAreaBottom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429" name="Freeform 10"/>
                <p:cNvSpPr/>
                <p:nvPr/>
              </p:nvSpPr>
              <p:spPr>
                <a:xfrm>
                  <a:off x="1280880" y="6431400"/>
                  <a:ext cx="103680" cy="223560"/>
                </a:xfrm>
                <a:custGeom>
                  <a:avLst/>
                  <a:gdLst>
                    <a:gd name="textAreaLeft" fmla="*/ 0 w 103680"/>
                    <a:gd name="textAreaRight" fmla="*/ 104040 w 103680"/>
                    <a:gd name="textAreaTop" fmla="*/ 0 h 223560"/>
                    <a:gd name="textAreaBottom" fmla="*/ 223920 h 223560"/>
                    <a:gd name="GluePoint1X" fmla="*/ 11 w 55"/>
                    <a:gd name="GluePoint1Y" fmla="*/ 89 h 120"/>
                    <a:gd name="GluePoint2X" fmla="*/ 10 w 55"/>
                    <a:gd name="GluePoint2Y" fmla="*/ 100 h 120"/>
                    <a:gd name="GluePoint3X" fmla="*/ 6 w 55"/>
                    <a:gd name="GluePoint3Y" fmla="*/ 104 h 120"/>
                    <a:gd name="GluePoint4X" fmla="*/ 1 w 55"/>
                    <a:gd name="GluePoint4Y" fmla="*/ 99 h 120"/>
                    <a:gd name="GluePoint5X" fmla="*/ 3 w 55"/>
                    <a:gd name="GluePoint5Y" fmla="*/ 84 h 120"/>
                    <a:gd name="GluePoint6X" fmla="*/ 14 w 55"/>
                    <a:gd name="GluePoint6Y" fmla="*/ 37 h 120"/>
                    <a:gd name="GluePoint7X" fmla="*/ 22 w 55"/>
                    <a:gd name="GluePoint7Y" fmla="*/ 11 h 120"/>
                    <a:gd name="GluePoint8X" fmla="*/ 26 w 55"/>
                    <a:gd name="GluePoint8Y" fmla="*/ 19 h 120"/>
                    <a:gd name="GluePoint9X" fmla="*/ 20 w 55"/>
                    <a:gd name="GluePoint9Y" fmla="*/ 40 h 120"/>
                    <a:gd name="GluePoint10X" fmla="*/ 27 w 55"/>
                    <a:gd name="GluePoint10Y" fmla="*/ 35 h 120"/>
                    <a:gd name="GluePoint11X" fmla="*/ 35 w 55"/>
                    <a:gd name="GluePoint11Y" fmla="*/ 30 h 120"/>
                    <a:gd name="GluePoint12X" fmla="*/ 33 w 55"/>
                    <a:gd name="GluePoint12Y" fmla="*/ 9 h 120"/>
                    <a:gd name="GluePoint13X" fmla="*/ 28 w 55"/>
                    <a:gd name="GluePoint13Y" fmla="*/ 8 h 120"/>
                    <a:gd name="GluePoint14X" fmla="*/ 19 w 55"/>
                    <a:gd name="GluePoint14Y" fmla="*/ 12 h 120"/>
                    <a:gd name="GluePoint15X" fmla="*/ 12 w 55"/>
                    <a:gd name="GluePoint15Y" fmla="*/ 15 h 120"/>
                    <a:gd name="GluePoint16X" fmla="*/ 9 w 55"/>
                    <a:gd name="GluePoint16Y" fmla="*/ 11 h 120"/>
                    <a:gd name="GluePoint17X" fmla="*/ 11 w 55"/>
                    <a:gd name="GluePoint17Y" fmla="*/ 8 h 120"/>
                    <a:gd name="GluePoint18X" fmla="*/ 31 w 55"/>
                    <a:gd name="GluePoint18Y" fmla="*/ 0 h 120"/>
                    <a:gd name="GluePoint19X" fmla="*/ 45 w 55"/>
                    <a:gd name="GluePoint19Y" fmla="*/ 15 h 120"/>
                    <a:gd name="GluePoint20X" fmla="*/ 44 w 55"/>
                    <a:gd name="GluePoint20Y" fmla="*/ 46 h 120"/>
                    <a:gd name="GluePoint21X" fmla="*/ 48 w 55"/>
                    <a:gd name="GluePoint21Y" fmla="*/ 54 h 120"/>
                    <a:gd name="GluePoint22X" fmla="*/ 48 w 55"/>
                    <a:gd name="GluePoint22Y" fmla="*/ 71 h 120"/>
                    <a:gd name="GluePoint23X" fmla="*/ 44 w 55"/>
                    <a:gd name="GluePoint23Y" fmla="*/ 77 h 120"/>
                    <a:gd name="GluePoint24X" fmla="*/ 44 w 55"/>
                    <a:gd name="GluePoint24Y" fmla="*/ 110 h 120"/>
                    <a:gd name="GluePoint25X" fmla="*/ 44 w 55"/>
                    <a:gd name="GluePoint25Y" fmla="*/ 114 h 120"/>
                    <a:gd name="GluePoint26X" fmla="*/ 41 w 55"/>
                    <a:gd name="GluePoint26Y" fmla="*/ 120 h 120"/>
                    <a:gd name="GluePoint27X" fmla="*/ 32 w 55"/>
                    <a:gd name="GluePoint27Y" fmla="*/ 118 h 120"/>
                    <a:gd name="GluePoint28X" fmla="*/ 13 w 55"/>
                    <a:gd name="GluePoint28Y" fmla="*/ 91 h 120"/>
                    <a:gd name="GluePoint29X" fmla="*/ 12 w 55"/>
                    <a:gd name="GluePoint29Y" fmla="*/ 89 h 120"/>
                    <a:gd name="GluePoint30X" fmla="*/ 11 w 55"/>
                    <a:gd name="GluePoint30Y" fmla="*/ 89 h 120"/>
                    <a:gd name="GluePoint31X" fmla="*/ 24 w 55"/>
                    <a:gd name="GluePoint31Y" fmla="*/ 76 h 120"/>
                    <a:gd name="GluePoint32X" fmla="*/ 23 w 55"/>
                    <a:gd name="GluePoint32Y" fmla="*/ 74 h 120"/>
                    <a:gd name="GluePoint33X" fmla="*/ 27 w 55"/>
                    <a:gd name="GluePoint33Y" fmla="*/ 71 h 120"/>
                    <a:gd name="GluePoint34X" fmla="*/ 33 w 55"/>
                    <a:gd name="GluePoint34Y" fmla="*/ 67 h 120"/>
                    <a:gd name="GluePoint35X" fmla="*/ 32 w 55"/>
                    <a:gd name="GluePoint35Y" fmla="*/ 63 h 120"/>
                    <a:gd name="GluePoint36X" fmla="*/ 22 w 55"/>
                    <a:gd name="GluePoint36Y" fmla="*/ 52 h 120"/>
                    <a:gd name="GluePoint37X" fmla="*/ 18 w 55"/>
                    <a:gd name="GluePoint37Y" fmla="*/ 89 h 120"/>
                    <a:gd name="GluePoint38X" fmla="*/ 33 w 55"/>
                    <a:gd name="GluePoint38Y" fmla="*/ 107 h 120"/>
                    <a:gd name="GluePoint39X" fmla="*/ 35 w 55"/>
                    <a:gd name="GluePoint39Y" fmla="*/ 77 h 120"/>
                    <a:gd name="GluePoint40X" fmla="*/ 31 w 55"/>
                    <a:gd name="GluePoint40Y" fmla="*/ 75 h 120"/>
                    <a:gd name="GluePoint41X" fmla="*/ 24 w 55"/>
                    <a:gd name="GluePoint41Y" fmla="*/ 76 h 12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</a:cxnLst>
                  <a:rect l="textAreaLeft" t="textAreaTop" r="textAreaRight" b="textAreaBottom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430" name="组合 36"/>
              <p:cNvGrpSpPr/>
              <p:nvPr/>
            </p:nvGrpSpPr>
            <p:grpSpPr>
              <a:xfrm>
                <a:off x="587160" y="6381720"/>
                <a:ext cx="241200" cy="304560"/>
                <a:chOff x="587160" y="6381720"/>
                <a:chExt cx="241200" cy="304560"/>
              </a:xfrm>
            </p:grpSpPr>
            <p:sp>
              <p:nvSpPr>
                <p:cNvPr id="431" name="Freeform 13"/>
                <p:cNvSpPr/>
                <p:nvPr/>
              </p:nvSpPr>
              <p:spPr>
                <a:xfrm>
                  <a:off x="587160" y="6381720"/>
                  <a:ext cx="241200" cy="288000"/>
                </a:xfrm>
                <a:custGeom>
                  <a:avLst/>
                  <a:gdLst>
                    <a:gd name="textAreaLeft" fmla="*/ 0 w 241200"/>
                    <a:gd name="textAreaRight" fmla="*/ 241560 w 241200"/>
                    <a:gd name="textAreaTop" fmla="*/ 0 h 288000"/>
                    <a:gd name="textAreaBottom" fmla="*/ 288360 h 288000"/>
                    <a:gd name="GluePoint1X" fmla="*/ 54 w 128"/>
                    <a:gd name="GluePoint1Y" fmla="*/ 76 h 154"/>
                    <a:gd name="GluePoint2X" fmla="*/ 66 w 128"/>
                    <a:gd name="GluePoint2Y" fmla="*/ 53 h 154"/>
                    <a:gd name="GluePoint3X" fmla="*/ 49 w 128"/>
                    <a:gd name="GluePoint3Y" fmla="*/ 47 h 154"/>
                    <a:gd name="GluePoint4X" fmla="*/ 64 w 128"/>
                    <a:gd name="GluePoint4Y" fmla="*/ 44 h 154"/>
                    <a:gd name="GluePoint5X" fmla="*/ 83 w 128"/>
                    <a:gd name="GluePoint5Y" fmla="*/ 6 h 154"/>
                    <a:gd name="GluePoint6X" fmla="*/ 91 w 128"/>
                    <a:gd name="GluePoint6Y" fmla="*/ 11 h 154"/>
                    <a:gd name="GluePoint7X" fmla="*/ 96 w 128"/>
                    <a:gd name="GluePoint7Y" fmla="*/ 36 h 154"/>
                    <a:gd name="GluePoint8X" fmla="*/ 106 w 128"/>
                    <a:gd name="GluePoint8Y" fmla="*/ 41 h 154"/>
                    <a:gd name="GluePoint9X" fmla="*/ 82 w 128"/>
                    <a:gd name="GluePoint9Y" fmla="*/ 50 h 154"/>
                    <a:gd name="GluePoint10X" fmla="*/ 71 w 128"/>
                    <a:gd name="GluePoint10Y" fmla="*/ 65 h 154"/>
                    <a:gd name="GluePoint11X" fmla="*/ 110 w 128"/>
                    <a:gd name="GluePoint11Y" fmla="*/ 74 h 154"/>
                    <a:gd name="GluePoint12X" fmla="*/ 101 w 128"/>
                    <a:gd name="GluePoint12Y" fmla="*/ 87 h 154"/>
                    <a:gd name="GluePoint13X" fmla="*/ 111 w 128"/>
                    <a:gd name="GluePoint13Y" fmla="*/ 98 h 154"/>
                    <a:gd name="GluePoint14X" fmla="*/ 92 w 128"/>
                    <a:gd name="GluePoint14Y" fmla="*/ 104 h 154"/>
                    <a:gd name="GluePoint15X" fmla="*/ 86 w 128"/>
                    <a:gd name="GluePoint15Y" fmla="*/ 116 h 154"/>
                    <a:gd name="GluePoint16X" fmla="*/ 124 w 128"/>
                    <a:gd name="GluePoint16Y" fmla="*/ 112 h 154"/>
                    <a:gd name="GluePoint17X" fmla="*/ 120 w 128"/>
                    <a:gd name="GluePoint17Y" fmla="*/ 122 h 154"/>
                    <a:gd name="GluePoint18X" fmla="*/ 111 w 128"/>
                    <a:gd name="GluePoint18Y" fmla="*/ 144 h 154"/>
                    <a:gd name="GluePoint19X" fmla="*/ 105 w 128"/>
                    <a:gd name="GluePoint19Y" fmla="*/ 153 h 154"/>
                    <a:gd name="GluePoint20X" fmla="*/ 55 w 128"/>
                    <a:gd name="GluePoint20Y" fmla="*/ 129 h 154"/>
                    <a:gd name="GluePoint21X" fmla="*/ 53 w 128"/>
                    <a:gd name="GluePoint21Y" fmla="*/ 121 h 154"/>
                    <a:gd name="GluePoint22X" fmla="*/ 61 w 128"/>
                    <a:gd name="GluePoint22Y" fmla="*/ 125 h 154"/>
                    <a:gd name="GluePoint23X" fmla="*/ 94 w 128"/>
                    <a:gd name="GluePoint23Y" fmla="*/ 140 h 154"/>
                    <a:gd name="GluePoint24X" fmla="*/ 85 w 128"/>
                    <a:gd name="GluePoint24Y" fmla="*/ 127 h 154"/>
                    <a:gd name="GluePoint25X" fmla="*/ 71 w 128"/>
                    <a:gd name="GluePoint25Y" fmla="*/ 108 h 154"/>
                    <a:gd name="GluePoint26X" fmla="*/ 52 w 128"/>
                    <a:gd name="GluePoint26Y" fmla="*/ 113 h 154"/>
                    <a:gd name="GluePoint27X" fmla="*/ 38 w 128"/>
                    <a:gd name="GluePoint27Y" fmla="*/ 97 h 154"/>
                    <a:gd name="GluePoint28X" fmla="*/ 51 w 128"/>
                    <a:gd name="GluePoint28Y" fmla="*/ 97 h 154"/>
                    <a:gd name="GluePoint29X" fmla="*/ 34 w 128"/>
                    <a:gd name="GluePoint29Y" fmla="*/ 93 h 154"/>
                    <a:gd name="GluePoint30X" fmla="*/ 35 w 128"/>
                    <a:gd name="GluePoint30Y" fmla="*/ 105 h 154"/>
                    <a:gd name="GluePoint31X" fmla="*/ 26 w 128"/>
                    <a:gd name="GluePoint31Y" fmla="*/ 154 h 154"/>
                    <a:gd name="GluePoint32X" fmla="*/ 20 w 128"/>
                    <a:gd name="GluePoint32Y" fmla="*/ 118 h 154"/>
                    <a:gd name="GluePoint33X" fmla="*/ 0 w 128"/>
                    <a:gd name="GluePoint33Y" fmla="*/ 103 h 154"/>
                    <a:gd name="GluePoint34X" fmla="*/ 19 w 128"/>
                    <a:gd name="GluePoint34Y" fmla="*/ 72 h 154"/>
                    <a:gd name="GluePoint35X" fmla="*/ 25 w 128"/>
                    <a:gd name="GluePoint35Y" fmla="*/ 51 h 154"/>
                    <a:gd name="GluePoint36X" fmla="*/ 39 w 128"/>
                    <a:gd name="GluePoint36Y" fmla="*/ 14 h 154"/>
                    <a:gd name="GluePoint37X" fmla="*/ 51 w 128"/>
                    <a:gd name="GluePoint37Y" fmla="*/ 24 h 154"/>
                    <a:gd name="GluePoint38X" fmla="*/ 39 w 128"/>
                    <a:gd name="GluePoint38Y" fmla="*/ 44 h 154"/>
                    <a:gd name="GluePoint39X" fmla="*/ 48 w 128"/>
                    <a:gd name="GluePoint39Y" fmla="*/ 73 h 154"/>
                    <a:gd name="GluePoint40X" fmla="*/ 81 w 128"/>
                    <a:gd name="GluePoint40Y" fmla="*/ 90 h 154"/>
                    <a:gd name="GluePoint41X" fmla="*/ 92 w 128"/>
                    <a:gd name="GluePoint41Y" fmla="*/ 71 h 154"/>
                    <a:gd name="GluePoint42X" fmla="*/ 81 w 128"/>
                    <a:gd name="GluePoint42Y" fmla="*/ 80 h 154"/>
                    <a:gd name="GluePoint43X" fmla="*/ 76 w 128"/>
                    <a:gd name="GluePoint43Y" fmla="*/ 73 h 154"/>
                    <a:gd name="GluePoint44X" fmla="*/ 67 w 128"/>
                    <a:gd name="GluePoint44Y" fmla="*/ 79 h 154"/>
                    <a:gd name="GluePoint45X" fmla="*/ 76 w 128"/>
                    <a:gd name="GluePoint45Y" fmla="*/ 73 h 154"/>
                    <a:gd name="GluePoint46X" fmla="*/ 56 w 128"/>
                    <a:gd name="GluePoint46Y" fmla="*/ 88 h 154"/>
                    <a:gd name="GluePoint47X" fmla="*/ 63 w 128"/>
                    <a:gd name="GluePoint47Y" fmla="*/ 81 h 154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</a:cxnLst>
                  <a:rect l="textAreaLeft" t="textAreaTop" r="textAreaRight" b="textAreaBottom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432" name="Freeform 14"/>
                <p:cNvSpPr/>
                <p:nvPr/>
              </p:nvSpPr>
              <p:spPr>
                <a:xfrm>
                  <a:off x="653760" y="6606360"/>
                  <a:ext cx="29520" cy="79920"/>
                </a:xfrm>
                <a:custGeom>
                  <a:avLst/>
                  <a:gdLst>
                    <a:gd name="textAreaLeft" fmla="*/ 0 w 29520"/>
                    <a:gd name="textAreaRight" fmla="*/ 29880 w 29520"/>
                    <a:gd name="textAreaTop" fmla="*/ 0 h 79920"/>
                    <a:gd name="textAreaBottom" fmla="*/ 80280 h 79920"/>
                    <a:gd name="GluePoint1X" fmla="*/ 9 w 16"/>
                    <a:gd name="GluePoint1Y" fmla="*/ 0 h 43"/>
                    <a:gd name="GluePoint2X" fmla="*/ 15 w 16"/>
                    <a:gd name="GluePoint2Y" fmla="*/ 11 h 43"/>
                    <a:gd name="GluePoint3X" fmla="*/ 9 w 16"/>
                    <a:gd name="GluePoint3Y" fmla="*/ 43 h 43"/>
                    <a:gd name="GluePoint4X" fmla="*/ 2 w 16"/>
                    <a:gd name="GluePoint4Y" fmla="*/ 39 h 43"/>
                    <a:gd name="GluePoint5X" fmla="*/ 0 w 16"/>
                    <a:gd name="GluePoint5Y" fmla="*/ 35 h 43"/>
                    <a:gd name="GluePoint6X" fmla="*/ 9 w 16"/>
                    <a:gd name="GluePoint6Y" fmla="*/ 0 h 4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34200" tIns="39960" rIns="34200" bIns="3996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433" name="组合 37"/>
              <p:cNvGrpSpPr/>
              <p:nvPr/>
            </p:nvGrpSpPr>
            <p:grpSpPr>
              <a:xfrm>
                <a:off x="914400" y="6468840"/>
                <a:ext cx="161640" cy="139320"/>
                <a:chOff x="914400" y="6468840"/>
                <a:chExt cx="161640" cy="139320"/>
              </a:xfrm>
            </p:grpSpPr>
            <p:sp>
              <p:nvSpPr>
                <p:cNvPr id="434" name="Freeform 18"/>
                <p:cNvSpPr/>
                <p:nvPr/>
              </p:nvSpPr>
              <p:spPr>
                <a:xfrm>
                  <a:off x="968760" y="6468840"/>
                  <a:ext cx="107280" cy="139320"/>
                </a:xfrm>
                <a:custGeom>
                  <a:avLst/>
                  <a:gdLst>
                    <a:gd name="textAreaLeft" fmla="*/ 0 w 107280"/>
                    <a:gd name="textAreaRight" fmla="*/ 107640 w 107280"/>
                    <a:gd name="textAreaTop" fmla="*/ 0 h 139320"/>
                    <a:gd name="textAreaBottom" fmla="*/ 139680 h 139320"/>
                    <a:gd name="GluePoint1X" fmla="*/ 49 w 57"/>
                    <a:gd name="GluePoint1Y" fmla="*/ 74 h 75"/>
                    <a:gd name="GluePoint2X" fmla="*/ 40 w 57"/>
                    <a:gd name="GluePoint2Y" fmla="*/ 67 h 75"/>
                    <a:gd name="GluePoint3X" fmla="*/ 33 w 57"/>
                    <a:gd name="GluePoint3Y" fmla="*/ 48 h 75"/>
                    <a:gd name="GluePoint4X" fmla="*/ 27 w 57"/>
                    <a:gd name="GluePoint4Y" fmla="*/ 46 h 75"/>
                    <a:gd name="GluePoint5X" fmla="*/ 11 w 57"/>
                    <a:gd name="GluePoint5Y" fmla="*/ 60 h 75"/>
                    <a:gd name="GluePoint6X" fmla="*/ 5 w 57"/>
                    <a:gd name="GluePoint6Y" fmla="*/ 60 h 75"/>
                    <a:gd name="GluePoint7X" fmla="*/ 6 w 57"/>
                    <a:gd name="GluePoint7Y" fmla="*/ 46 h 75"/>
                    <a:gd name="GluePoint8X" fmla="*/ 27 w 57"/>
                    <a:gd name="GluePoint8Y" fmla="*/ 26 h 75"/>
                    <a:gd name="GluePoint9X" fmla="*/ 40 w 57"/>
                    <a:gd name="GluePoint9Y" fmla="*/ 10 h 75"/>
                    <a:gd name="GluePoint10X" fmla="*/ 41 w 57"/>
                    <a:gd name="GluePoint10Y" fmla="*/ 6 h 75"/>
                    <a:gd name="GluePoint11X" fmla="*/ 45 w 57"/>
                    <a:gd name="GluePoint11Y" fmla="*/ 0 h 75"/>
                    <a:gd name="GluePoint12X" fmla="*/ 53 w 57"/>
                    <a:gd name="GluePoint12Y" fmla="*/ 3 h 75"/>
                    <a:gd name="GluePoint13X" fmla="*/ 53 w 57"/>
                    <a:gd name="GluePoint13Y" fmla="*/ 20 h 75"/>
                    <a:gd name="GluePoint14X" fmla="*/ 37 w 57"/>
                    <a:gd name="GluePoint14Y" fmla="*/ 38 h 75"/>
                    <a:gd name="GluePoint15X" fmla="*/ 49 w 57"/>
                    <a:gd name="GluePoint15Y" fmla="*/ 74 h 7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435" name="Freeform 19"/>
                <p:cNvSpPr/>
                <p:nvPr/>
              </p:nvSpPr>
              <p:spPr>
                <a:xfrm>
                  <a:off x="914400" y="6503760"/>
                  <a:ext cx="54000" cy="102960"/>
                </a:xfrm>
                <a:custGeom>
                  <a:avLst/>
                  <a:gdLst>
                    <a:gd name="textAreaLeft" fmla="*/ 0 w 54000"/>
                    <a:gd name="textAreaRight" fmla="*/ 54360 w 54000"/>
                    <a:gd name="textAreaTop" fmla="*/ 0 h 102960"/>
                    <a:gd name="textAreaBottom" fmla="*/ 103320 h 102960"/>
                    <a:gd name="GluePoint1X" fmla="*/ 12 w 29"/>
                    <a:gd name="GluePoint1Y" fmla="*/ 30 h 55"/>
                    <a:gd name="GluePoint2X" fmla="*/ 20 w 29"/>
                    <a:gd name="GluePoint2Y" fmla="*/ 7 h 55"/>
                    <a:gd name="GluePoint3X" fmla="*/ 25 w 29"/>
                    <a:gd name="GluePoint3Y" fmla="*/ 1 h 55"/>
                    <a:gd name="GluePoint4X" fmla="*/ 26 w 29"/>
                    <a:gd name="GluePoint4Y" fmla="*/ 9 h 55"/>
                    <a:gd name="GluePoint5X" fmla="*/ 16 w 29"/>
                    <a:gd name="GluePoint5Y" fmla="*/ 39 h 55"/>
                    <a:gd name="GluePoint6X" fmla="*/ 13 w 29"/>
                    <a:gd name="GluePoint6Y" fmla="*/ 52 h 55"/>
                    <a:gd name="GluePoint7X" fmla="*/ 7 w 29"/>
                    <a:gd name="GluePoint7Y" fmla="*/ 54 h 55"/>
                    <a:gd name="GluePoint8X" fmla="*/ 2 w 29"/>
                    <a:gd name="GluePoint8Y" fmla="*/ 41 h 55"/>
                    <a:gd name="GluePoint9X" fmla="*/ 3 w 29"/>
                    <a:gd name="GluePoint9Y" fmla="*/ 32 h 55"/>
                    <a:gd name="GluePoint10X" fmla="*/ 2 w 29"/>
                    <a:gd name="GluePoint10Y" fmla="*/ 6 h 55"/>
                    <a:gd name="GluePoint11X" fmla="*/ 6 w 29"/>
                    <a:gd name="GluePoint11Y" fmla="*/ 5 h 55"/>
                    <a:gd name="GluePoint12X" fmla="*/ 10 w 29"/>
                    <a:gd name="GluePoint12Y" fmla="*/ 14 h 55"/>
                    <a:gd name="GluePoint13X" fmla="*/ 11 w 29"/>
                    <a:gd name="GluePoint13Y" fmla="*/ 30 h 55"/>
                    <a:gd name="GluePoint14X" fmla="*/ 12 w 29"/>
                    <a:gd name="GluePoint14Y" fmla="*/ 30 h 5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61920" rIns="619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436" name="Freeform 20"/>
                <p:cNvSpPr/>
                <p:nvPr/>
              </p:nvSpPr>
              <p:spPr>
                <a:xfrm>
                  <a:off x="946440" y="6470280"/>
                  <a:ext cx="50040" cy="31680"/>
                </a:xfrm>
                <a:custGeom>
                  <a:avLst/>
                  <a:gdLst>
                    <a:gd name="textAreaLeft" fmla="*/ 0 w 50040"/>
                    <a:gd name="textAreaRight" fmla="*/ 50400 w 50040"/>
                    <a:gd name="textAreaTop" fmla="*/ 0 h 31680"/>
                    <a:gd name="textAreaBottom" fmla="*/ 32040 h 31680"/>
                    <a:gd name="GluePoint1X" fmla="*/ 27 w 27"/>
                    <a:gd name="GluePoint1Y" fmla="*/ 1 h 17"/>
                    <a:gd name="GluePoint2X" fmla="*/ 16 w 27"/>
                    <a:gd name="GluePoint2Y" fmla="*/ 14 h 17"/>
                    <a:gd name="GluePoint3X" fmla="*/ 5 w 27"/>
                    <a:gd name="GluePoint3Y" fmla="*/ 13 h 17"/>
                    <a:gd name="GluePoint4X" fmla="*/ 0 w 27"/>
                    <a:gd name="GluePoint4Y" fmla="*/ 4 h 17"/>
                    <a:gd name="GluePoint5X" fmla="*/ 9 w 27"/>
                    <a:gd name="GluePoint5Y" fmla="*/ 2 h 17"/>
                    <a:gd name="GluePoint6X" fmla="*/ 27 w 27"/>
                    <a:gd name="GluePoint6Y" fmla="*/ 0 h 17"/>
                    <a:gd name="GluePoint7X" fmla="*/ 27 w 27"/>
                    <a:gd name="GluePoint7Y" fmla="*/ 1 h 1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</a:cxnLst>
                  <a:rect l="textAreaLeft" t="textAreaTop" r="textAreaRight" b="textAreaBottom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7240" tIns="15840" rIns="57240" bIns="1584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437" name="组合 38"/>
              <p:cNvGrpSpPr/>
              <p:nvPr/>
            </p:nvGrpSpPr>
            <p:grpSpPr>
              <a:xfrm>
                <a:off x="1501920" y="6443640"/>
                <a:ext cx="185400" cy="184680"/>
                <a:chOff x="1501920" y="6443640"/>
                <a:chExt cx="185400" cy="184680"/>
              </a:xfrm>
            </p:grpSpPr>
            <p:sp>
              <p:nvSpPr>
                <p:cNvPr id="438" name="Freeform 11"/>
                <p:cNvSpPr/>
                <p:nvPr/>
              </p:nvSpPr>
              <p:spPr>
                <a:xfrm>
                  <a:off x="1557720" y="6443640"/>
                  <a:ext cx="129600" cy="181440"/>
                </a:xfrm>
                <a:custGeom>
                  <a:avLst/>
                  <a:gdLst>
                    <a:gd name="textAreaLeft" fmla="*/ 0 w 129600"/>
                    <a:gd name="textAreaRight" fmla="*/ 129960 w 129600"/>
                    <a:gd name="textAreaTop" fmla="*/ 0 h 181440"/>
                    <a:gd name="textAreaBottom" fmla="*/ 181800 h 181440"/>
                    <a:gd name="GluePoint1X" fmla="*/ 29 w 72"/>
                    <a:gd name="GluePoint1Y" fmla="*/ 49 h 102"/>
                    <a:gd name="GluePoint2X" fmla="*/ 15 w 72"/>
                    <a:gd name="GluePoint2Y" fmla="*/ 43 h 102"/>
                    <a:gd name="GluePoint3X" fmla="*/ 10 w 72"/>
                    <a:gd name="GluePoint3Y" fmla="*/ 21 h 102"/>
                    <a:gd name="GluePoint4X" fmla="*/ 13 w 72"/>
                    <a:gd name="GluePoint4Y" fmla="*/ 15 h 102"/>
                    <a:gd name="GluePoint5X" fmla="*/ 19 w 72"/>
                    <a:gd name="GluePoint5Y" fmla="*/ 18 h 102"/>
                    <a:gd name="GluePoint6X" fmla="*/ 20 w 72"/>
                    <a:gd name="GluePoint6Y" fmla="*/ 26 h 102"/>
                    <a:gd name="GluePoint7X" fmla="*/ 35 w 72"/>
                    <a:gd name="GluePoint7Y" fmla="*/ 22 h 102"/>
                    <a:gd name="GluePoint8X" fmla="*/ 40 w 72"/>
                    <a:gd name="GluePoint8Y" fmla="*/ 16 h 102"/>
                    <a:gd name="GluePoint9X" fmla="*/ 43 w 72"/>
                    <a:gd name="GluePoint9Y" fmla="*/ 14 h 102"/>
                    <a:gd name="GluePoint10X" fmla="*/ 44 w 72"/>
                    <a:gd name="GluePoint10Y" fmla="*/ 19 h 102"/>
                    <a:gd name="GluePoint11X" fmla="*/ 43 w 72"/>
                    <a:gd name="GluePoint11Y" fmla="*/ 28 h 102"/>
                    <a:gd name="GluePoint12X" fmla="*/ 36 w 72"/>
                    <a:gd name="GluePoint12Y" fmla="*/ 40 h 102"/>
                    <a:gd name="GluePoint13X" fmla="*/ 37 w 72"/>
                    <a:gd name="GluePoint13Y" fmla="*/ 42 h 102"/>
                    <a:gd name="GluePoint14X" fmla="*/ 44 w 72"/>
                    <a:gd name="GluePoint14Y" fmla="*/ 38 h 102"/>
                    <a:gd name="GluePoint15X" fmla="*/ 56 w 72"/>
                    <a:gd name="GluePoint15Y" fmla="*/ 20 h 102"/>
                    <a:gd name="GluePoint16X" fmla="*/ 49 w 72"/>
                    <a:gd name="GluePoint16Y" fmla="*/ 9 h 102"/>
                    <a:gd name="GluePoint17X" fmla="*/ 28 w 72"/>
                    <a:gd name="GluePoint17Y" fmla="*/ 14 h 102"/>
                    <a:gd name="GluePoint18X" fmla="*/ 20 w 72"/>
                    <a:gd name="GluePoint18Y" fmla="*/ 13 h 102"/>
                    <a:gd name="GluePoint19X" fmla="*/ 22 w 72"/>
                    <a:gd name="GluePoint19Y" fmla="*/ 6 h 102"/>
                    <a:gd name="GluePoint20X" fmla="*/ 50 w 72"/>
                    <a:gd name="GluePoint20Y" fmla="*/ 1 h 102"/>
                    <a:gd name="GluePoint21X" fmla="*/ 68 w 72"/>
                    <a:gd name="GluePoint21Y" fmla="*/ 12 h 102"/>
                    <a:gd name="GluePoint22X" fmla="*/ 67 w 72"/>
                    <a:gd name="GluePoint22Y" fmla="*/ 24 h 102"/>
                    <a:gd name="GluePoint23X" fmla="*/ 49 w 72"/>
                    <a:gd name="GluePoint23Y" fmla="*/ 48 h 102"/>
                    <a:gd name="GluePoint24X" fmla="*/ 42 w 72"/>
                    <a:gd name="GluePoint24Y" fmla="*/ 49 h 102"/>
                    <a:gd name="GluePoint25X" fmla="*/ 37 w 72"/>
                    <a:gd name="GluePoint25Y" fmla="*/ 47 h 102"/>
                    <a:gd name="GluePoint26X" fmla="*/ 35 w 72"/>
                    <a:gd name="GluePoint26Y" fmla="*/ 52 h 102"/>
                    <a:gd name="GluePoint27X" fmla="*/ 41 w 72"/>
                    <a:gd name="GluePoint27Y" fmla="*/ 58 h 102"/>
                    <a:gd name="GluePoint28X" fmla="*/ 48 w 72"/>
                    <a:gd name="GluePoint28Y" fmla="*/ 57 h 102"/>
                    <a:gd name="GluePoint29X" fmla="*/ 53 w 72"/>
                    <a:gd name="GluePoint29Y" fmla="*/ 59 h 102"/>
                    <a:gd name="GluePoint30X" fmla="*/ 53 w 72"/>
                    <a:gd name="GluePoint30Y" fmla="*/ 66 h 102"/>
                    <a:gd name="GluePoint31X" fmla="*/ 48 w 72"/>
                    <a:gd name="GluePoint31Y" fmla="*/ 70 h 102"/>
                    <a:gd name="GluePoint32X" fmla="*/ 37 w 72"/>
                    <a:gd name="GluePoint32Y" fmla="*/ 81 h 102"/>
                    <a:gd name="GluePoint33X" fmla="*/ 45 w 72"/>
                    <a:gd name="GluePoint33Y" fmla="*/ 81 h 102"/>
                    <a:gd name="GluePoint34X" fmla="*/ 57 w 72"/>
                    <a:gd name="GluePoint34Y" fmla="*/ 89 h 102"/>
                    <a:gd name="GluePoint35X" fmla="*/ 51 w 72"/>
                    <a:gd name="GluePoint35Y" fmla="*/ 98 h 102"/>
                    <a:gd name="GluePoint36X" fmla="*/ 26 w 72"/>
                    <a:gd name="GluePoint36Y" fmla="*/ 101 h 102"/>
                    <a:gd name="GluePoint37X" fmla="*/ 17 w 72"/>
                    <a:gd name="GluePoint37Y" fmla="*/ 96 h 102"/>
                    <a:gd name="GluePoint38X" fmla="*/ 15 w 72"/>
                    <a:gd name="GluePoint38Y" fmla="*/ 94 h 102"/>
                    <a:gd name="GluePoint39X" fmla="*/ 19 w 72"/>
                    <a:gd name="GluePoint39Y" fmla="*/ 77 h 102"/>
                    <a:gd name="GluePoint40X" fmla="*/ 27 w 72"/>
                    <a:gd name="GluePoint40Y" fmla="*/ 70 h 102"/>
                    <a:gd name="GluePoint41X" fmla="*/ 27 w 72"/>
                    <a:gd name="GluePoint41Y" fmla="*/ 69 h 102"/>
                    <a:gd name="GluePoint42X" fmla="*/ 21 w 72"/>
                    <a:gd name="GluePoint42Y" fmla="*/ 71 h 102"/>
                    <a:gd name="GluePoint43X" fmla="*/ 9 w 72"/>
                    <a:gd name="GluePoint43Y" fmla="*/ 76 h 102"/>
                    <a:gd name="GluePoint44X" fmla="*/ 3 w 72"/>
                    <a:gd name="GluePoint44Y" fmla="*/ 75 h 102"/>
                    <a:gd name="GluePoint45X" fmla="*/ 4 w 72"/>
                    <a:gd name="GluePoint45Y" fmla="*/ 69 h 102"/>
                    <a:gd name="GluePoint46X" fmla="*/ 26 w 72"/>
                    <a:gd name="GluePoint46Y" fmla="*/ 60 h 102"/>
                    <a:gd name="GluePoint47X" fmla="*/ 28 w 72"/>
                    <a:gd name="GluePoint47Y" fmla="*/ 57 h 102"/>
                    <a:gd name="GluePoint48X" fmla="*/ 29 w 72"/>
                    <a:gd name="GluePoint48Y" fmla="*/ 49 h 102"/>
                    <a:gd name="GluePoint49X" fmla="*/ 34 w 72"/>
                    <a:gd name="GluePoint49Y" fmla="*/ 29 h 102"/>
                    <a:gd name="GluePoint50X" fmla="*/ 33 w 72"/>
                    <a:gd name="GluePoint50Y" fmla="*/ 28 h 102"/>
                    <a:gd name="GluePoint51X" fmla="*/ 26 w 72"/>
                    <a:gd name="GluePoint51Y" fmla="*/ 32 h 102"/>
                    <a:gd name="GluePoint52X" fmla="*/ 23 w 72"/>
                    <a:gd name="GluePoint52Y" fmla="*/ 36 h 102"/>
                    <a:gd name="GluePoint53X" fmla="*/ 26 w 72"/>
                    <a:gd name="GluePoint53Y" fmla="*/ 42 h 102"/>
                    <a:gd name="GluePoint54X" fmla="*/ 31 w 72"/>
                    <a:gd name="GluePoint54Y" fmla="*/ 40 h 102"/>
                    <a:gd name="GluePoint55X" fmla="*/ 34 w 72"/>
                    <a:gd name="GluePoint55Y" fmla="*/ 29 h 10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  <a:cxn ang="0">
                      <a:pos x="GluePoint50X" y="GluePoint50Y"/>
                    </a:cxn>
                    <a:cxn ang="0">
                      <a:pos x="GluePoint51X" y="GluePoint51Y"/>
                    </a:cxn>
                    <a:cxn ang="0">
                      <a:pos x="GluePoint52X" y="GluePoint52Y"/>
                    </a:cxn>
                    <a:cxn ang="0">
                      <a:pos x="GluePoint53X" y="GluePoint53Y"/>
                    </a:cxn>
                    <a:cxn ang="0">
                      <a:pos x="GluePoint54X" y="GluePoint54Y"/>
                    </a:cxn>
                    <a:cxn ang="0">
                      <a:pos x="GluePoint55X" y="GluePoint55Y"/>
                    </a:cxn>
                  </a:cxnLst>
                  <a:rect l="textAreaLeft" t="textAreaTop" r="textAreaRight" b="textAreaBottom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439" name="Freeform 12"/>
                <p:cNvSpPr/>
                <p:nvPr/>
              </p:nvSpPr>
              <p:spPr>
                <a:xfrm>
                  <a:off x="1501920" y="6453360"/>
                  <a:ext cx="69480" cy="174960"/>
                </a:xfrm>
                <a:custGeom>
                  <a:avLst/>
                  <a:gdLst>
                    <a:gd name="textAreaLeft" fmla="*/ 0 w 69480"/>
                    <a:gd name="textAreaRight" fmla="*/ 69840 w 69480"/>
                    <a:gd name="textAreaTop" fmla="*/ 0 h 174960"/>
                    <a:gd name="textAreaBottom" fmla="*/ 175320 h 174960"/>
                    <a:gd name="GluePoint1X" fmla="*/ 30 w 39"/>
                    <a:gd name="GluePoint1Y" fmla="*/ 44 h 98"/>
                    <a:gd name="GluePoint2X" fmla="*/ 36 w 39"/>
                    <a:gd name="GluePoint2Y" fmla="*/ 34 h 98"/>
                    <a:gd name="GluePoint3X" fmla="*/ 37 w 39"/>
                    <a:gd name="GluePoint3Y" fmla="*/ 51 h 98"/>
                    <a:gd name="GluePoint4X" fmla="*/ 25 w 39"/>
                    <a:gd name="GluePoint4Y" fmla="*/ 82 h 98"/>
                    <a:gd name="GluePoint5X" fmla="*/ 21 w 39"/>
                    <a:gd name="GluePoint5Y" fmla="*/ 98 h 98"/>
                    <a:gd name="GluePoint6X" fmla="*/ 13 w 39"/>
                    <a:gd name="GluePoint6Y" fmla="*/ 96 h 98"/>
                    <a:gd name="GluePoint7X" fmla="*/ 5 w 39"/>
                    <a:gd name="GluePoint7Y" fmla="*/ 83 h 98"/>
                    <a:gd name="GluePoint8X" fmla="*/ 11 w 39"/>
                    <a:gd name="GluePoint8Y" fmla="*/ 62 h 98"/>
                    <a:gd name="GluePoint9X" fmla="*/ 9 w 39"/>
                    <a:gd name="GluePoint9Y" fmla="*/ 43 h 98"/>
                    <a:gd name="GluePoint10X" fmla="*/ 12 w 39"/>
                    <a:gd name="GluePoint10Y" fmla="*/ 38 h 98"/>
                    <a:gd name="GluePoint11X" fmla="*/ 18 w 39"/>
                    <a:gd name="GluePoint11Y" fmla="*/ 33 h 98"/>
                    <a:gd name="GluePoint12X" fmla="*/ 23 w 39"/>
                    <a:gd name="GluePoint12Y" fmla="*/ 12 h 98"/>
                    <a:gd name="GluePoint13X" fmla="*/ 11 w 39"/>
                    <a:gd name="GluePoint13Y" fmla="*/ 16 h 98"/>
                    <a:gd name="GluePoint14X" fmla="*/ 2 w 39"/>
                    <a:gd name="GluePoint14Y" fmla="*/ 16 h 98"/>
                    <a:gd name="GluePoint15X" fmla="*/ 0 w 39"/>
                    <a:gd name="GluePoint15Y" fmla="*/ 12 h 98"/>
                    <a:gd name="GluePoint16X" fmla="*/ 3 w 39"/>
                    <a:gd name="GluePoint16Y" fmla="*/ 10 h 98"/>
                    <a:gd name="GluePoint17X" fmla="*/ 16 w 39"/>
                    <a:gd name="GluePoint17Y" fmla="*/ 7 h 98"/>
                    <a:gd name="GluePoint18X" fmla="*/ 26 w 39"/>
                    <a:gd name="GluePoint18Y" fmla="*/ 2 h 98"/>
                    <a:gd name="GluePoint19X" fmla="*/ 32 w 39"/>
                    <a:gd name="GluePoint19Y" fmla="*/ 1 h 98"/>
                    <a:gd name="GluePoint20X" fmla="*/ 35 w 39"/>
                    <a:gd name="GluePoint20Y" fmla="*/ 9 h 98"/>
                    <a:gd name="GluePoint21X" fmla="*/ 34 w 39"/>
                    <a:gd name="GluePoint21Y" fmla="*/ 11 h 98"/>
                    <a:gd name="GluePoint22X" fmla="*/ 27 w 39"/>
                    <a:gd name="GluePoint22Y" fmla="*/ 38 h 98"/>
                    <a:gd name="GluePoint23X" fmla="*/ 28 w 39"/>
                    <a:gd name="GluePoint23Y" fmla="*/ 44 h 98"/>
                    <a:gd name="GluePoint24X" fmla="*/ 30 w 39"/>
                    <a:gd name="GluePoint24Y" fmla="*/ 44 h 9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</a:cxnLst>
                  <a:rect l="textAreaLeft" t="textAreaTop" r="textAreaRight" b="textAreaBottom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1840" rIns="5184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</p:grp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目录样式3-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图片 3"/>
          <p:cNvPicPr/>
          <p:nvPr/>
        </p:nvPicPr>
        <p:blipFill>
          <a:blip r:embed="rId2"/>
          <a:srcRect l="0" t="0" r="20215" b="0"/>
          <a:stretch/>
        </p:blipFill>
        <p:spPr>
          <a:xfrm>
            <a:off x="6592680" y="0"/>
            <a:ext cx="5609160" cy="676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1" name="任意多边形: 形状 59"/>
          <p:cNvSpPr/>
          <p:nvPr/>
        </p:nvSpPr>
        <p:spPr>
          <a:xfrm flipH="1">
            <a:off x="-1353240" y="0"/>
            <a:ext cx="13544280" cy="1056960"/>
          </a:xfrm>
          <a:custGeom>
            <a:avLst/>
            <a:gdLst>
              <a:gd name="textAreaLeft" fmla="*/ -360 w 13544280"/>
              <a:gd name="textAreaRight" fmla="*/ 13544280 w 13544280"/>
              <a:gd name="textAreaTop" fmla="*/ 0 h 1056960"/>
              <a:gd name="textAreaBottom" fmla="*/ 1057320 h 1056960"/>
              <a:gd name="GluePoint1X" fmla="*/ 12192000 w 12192000"/>
              <a:gd name="GluePoint1Y" fmla="*/ 0 h 723900"/>
              <a:gd name="GluePoint2X" fmla="*/ 2755900 w 12192000"/>
              <a:gd name="GluePoint2Y" fmla="*/ 0 h 723900"/>
              <a:gd name="GluePoint3X" fmla="*/ 4 w 12192000"/>
              <a:gd name="GluePoint3Y" fmla="*/ 0 h 723900"/>
              <a:gd name="GluePoint4X" fmla="*/ 0 w 12192000"/>
              <a:gd name="GluePoint4Y" fmla="*/ 0 h 723900"/>
              <a:gd name="GluePoint5X" fmla="*/ 0 w 12192000"/>
              <a:gd name="GluePoint5Y" fmla="*/ 723900 h 723900"/>
              <a:gd name="GluePoint6X" fmla="*/ 1987354 w 12192000"/>
              <a:gd name="GluePoint6Y" fmla="*/ 723900 h 723900"/>
              <a:gd name="GluePoint7X" fmla="*/ 2038350 w 12192000"/>
              <a:gd name="GluePoint7Y" fmla="*/ 717550 h 723900"/>
              <a:gd name="GluePoint8X" fmla="*/ 2753650 w 12192000"/>
              <a:gd name="GluePoint8Y" fmla="*/ 288000 h 723900"/>
              <a:gd name="GluePoint9X" fmla="*/ 12192000 w 12192000"/>
              <a:gd name="GluePoint9Y" fmla="*/ 288000 h 7239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gradFill rotWithShape="0">
            <a:gsLst>
              <a:gs pos="0">
                <a:srgbClr val="006C39"/>
              </a:gs>
              <a:gs pos="100000">
                <a:srgbClr val="00512B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pic>
        <p:nvPicPr>
          <p:cNvPr id="442" name="图片 63"/>
          <p:cNvPicPr/>
          <p:nvPr/>
        </p:nvPicPr>
        <p:blipFill>
          <a:blip r:embed="rId3"/>
          <a:stretch/>
        </p:blipFill>
        <p:spPr>
          <a:xfrm>
            <a:off x="9793440" y="249840"/>
            <a:ext cx="2025000" cy="56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3" name="矩形 64"/>
          <p:cNvSpPr/>
          <p:nvPr/>
        </p:nvSpPr>
        <p:spPr>
          <a:xfrm>
            <a:off x="0" y="6188040"/>
            <a:ext cx="12191760" cy="669600"/>
          </a:xfrm>
          <a:prstGeom prst="rect">
            <a:avLst/>
          </a:prstGeom>
          <a:gradFill rotWithShape="0">
            <a:gsLst>
              <a:gs pos="0">
                <a:srgbClr val="A13F0B"/>
              </a:gs>
              <a:gs pos="100000">
                <a:srgbClr val="A13F0B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grpSp>
        <p:nvGrpSpPr>
          <p:cNvPr id="444" name="组合 29"/>
          <p:cNvGrpSpPr/>
          <p:nvPr/>
        </p:nvGrpSpPr>
        <p:grpSpPr>
          <a:xfrm>
            <a:off x="587160" y="6381720"/>
            <a:ext cx="2479320" cy="304560"/>
            <a:chOff x="587160" y="6381720"/>
            <a:chExt cx="2479320" cy="304560"/>
          </a:xfrm>
        </p:grpSpPr>
        <p:grpSp>
          <p:nvGrpSpPr>
            <p:cNvPr id="445" name="组合 30"/>
            <p:cNvGrpSpPr/>
            <p:nvPr/>
          </p:nvGrpSpPr>
          <p:grpSpPr>
            <a:xfrm>
              <a:off x="2014200" y="6385320"/>
              <a:ext cx="1052280" cy="298080"/>
              <a:chOff x="2014200" y="6385320"/>
              <a:chExt cx="1052280" cy="298080"/>
            </a:xfrm>
          </p:grpSpPr>
          <p:sp>
            <p:nvSpPr>
              <p:cNvPr id="446" name="Freeform 5"/>
              <p:cNvSpPr/>
              <p:nvPr/>
            </p:nvSpPr>
            <p:spPr>
              <a:xfrm>
                <a:off x="2595600" y="6404040"/>
                <a:ext cx="234720" cy="264960"/>
              </a:xfrm>
              <a:custGeom>
                <a:avLst/>
                <a:gdLst>
                  <a:gd name="textAreaLeft" fmla="*/ 0 w 234720"/>
                  <a:gd name="textAreaRight" fmla="*/ 235080 w 234720"/>
                  <a:gd name="textAreaTop" fmla="*/ 0 h 264960"/>
                  <a:gd name="textAreaBottom" fmla="*/ 265320 h 264960"/>
                  <a:gd name="GluePoint1X" fmla="*/ 41 w 125"/>
                  <a:gd name="GluePoint1Y" fmla="*/ 16 h 142"/>
                  <a:gd name="GluePoint2X" fmla="*/ 49 w 125"/>
                  <a:gd name="GluePoint2Y" fmla="*/ 3 h 142"/>
                  <a:gd name="GluePoint3X" fmla="*/ 62 w 125"/>
                  <a:gd name="GluePoint3Y" fmla="*/ 20 h 142"/>
                  <a:gd name="GluePoint4X" fmla="*/ 64 w 125"/>
                  <a:gd name="GluePoint4Y" fmla="*/ 33 h 142"/>
                  <a:gd name="GluePoint5X" fmla="*/ 50 w 125"/>
                  <a:gd name="GluePoint5Y" fmla="*/ 34 h 142"/>
                  <a:gd name="GluePoint6X" fmla="*/ 58 w 125"/>
                  <a:gd name="GluePoint6Y" fmla="*/ 58 h 142"/>
                  <a:gd name="GluePoint7X" fmla="*/ 75 w 125"/>
                  <a:gd name="GluePoint7Y" fmla="*/ 59 h 142"/>
                  <a:gd name="GluePoint8X" fmla="*/ 71 w 125"/>
                  <a:gd name="GluePoint8Y" fmla="*/ 50 h 142"/>
                  <a:gd name="GluePoint9X" fmla="*/ 81 w 125"/>
                  <a:gd name="GluePoint9Y" fmla="*/ 47 h 142"/>
                  <a:gd name="GluePoint10X" fmla="*/ 65 w 125"/>
                  <a:gd name="GluePoint10Y" fmla="*/ 42 h 142"/>
                  <a:gd name="GluePoint11X" fmla="*/ 63 w 125"/>
                  <a:gd name="GluePoint11Y" fmla="*/ 37 h 142"/>
                  <a:gd name="GluePoint12X" fmla="*/ 85 w 125"/>
                  <a:gd name="GluePoint12Y" fmla="*/ 27 h 142"/>
                  <a:gd name="GluePoint13X" fmla="*/ 93 w 125"/>
                  <a:gd name="GluePoint13Y" fmla="*/ 2 h 142"/>
                  <a:gd name="GluePoint14X" fmla="*/ 99 w 125"/>
                  <a:gd name="GluePoint14Y" fmla="*/ 5 h 142"/>
                  <a:gd name="GluePoint15X" fmla="*/ 111 w 125"/>
                  <a:gd name="GluePoint15Y" fmla="*/ 30 h 142"/>
                  <a:gd name="GluePoint16X" fmla="*/ 102 w 125"/>
                  <a:gd name="GluePoint16Y" fmla="*/ 34 h 142"/>
                  <a:gd name="GluePoint17X" fmla="*/ 95 w 125"/>
                  <a:gd name="GluePoint17Y" fmla="*/ 59 h 142"/>
                  <a:gd name="GluePoint18X" fmla="*/ 123 w 125"/>
                  <a:gd name="GluePoint18Y" fmla="*/ 61 h 142"/>
                  <a:gd name="GluePoint19X" fmla="*/ 110 w 125"/>
                  <a:gd name="GluePoint19Y" fmla="*/ 71 h 142"/>
                  <a:gd name="GluePoint20X" fmla="*/ 104 w 125"/>
                  <a:gd name="GluePoint20Y" fmla="*/ 82 h 142"/>
                  <a:gd name="GluePoint21X" fmla="*/ 112 w 125"/>
                  <a:gd name="GluePoint21Y" fmla="*/ 134 h 142"/>
                  <a:gd name="GluePoint22X" fmla="*/ 102 w 125"/>
                  <a:gd name="GluePoint22Y" fmla="*/ 140 h 142"/>
                  <a:gd name="GluePoint23X" fmla="*/ 89 w 125"/>
                  <a:gd name="GluePoint23Y" fmla="*/ 123 h 142"/>
                  <a:gd name="GluePoint24X" fmla="*/ 101 w 125"/>
                  <a:gd name="GluePoint24Y" fmla="*/ 128 h 142"/>
                  <a:gd name="GluePoint25X" fmla="*/ 101 w 125"/>
                  <a:gd name="GluePoint25Y" fmla="*/ 92 h 142"/>
                  <a:gd name="GluePoint26X" fmla="*/ 97 w 125"/>
                  <a:gd name="GluePoint26Y" fmla="*/ 99 h 142"/>
                  <a:gd name="GluePoint27X" fmla="*/ 90 w 125"/>
                  <a:gd name="GluePoint27Y" fmla="*/ 103 h 142"/>
                  <a:gd name="GluePoint28X" fmla="*/ 86 w 125"/>
                  <a:gd name="GluePoint28Y" fmla="*/ 110 h 142"/>
                  <a:gd name="GluePoint29X" fmla="*/ 81 w 125"/>
                  <a:gd name="GluePoint29Y" fmla="*/ 120 h 142"/>
                  <a:gd name="GluePoint30X" fmla="*/ 88 w 125"/>
                  <a:gd name="GluePoint30Y" fmla="*/ 71 h 142"/>
                  <a:gd name="GluePoint31X" fmla="*/ 60 w 125"/>
                  <a:gd name="GluePoint31Y" fmla="*/ 87 h 142"/>
                  <a:gd name="GluePoint32X" fmla="*/ 53 w 125"/>
                  <a:gd name="GluePoint32Y" fmla="*/ 89 h 142"/>
                  <a:gd name="GluePoint33X" fmla="*/ 51 w 125"/>
                  <a:gd name="GluePoint33Y" fmla="*/ 128 h 142"/>
                  <a:gd name="GluePoint34X" fmla="*/ 43 w 125"/>
                  <a:gd name="GluePoint34Y" fmla="*/ 134 h 142"/>
                  <a:gd name="GluePoint35X" fmla="*/ 39 w 125"/>
                  <a:gd name="GluePoint35Y" fmla="*/ 107 h 142"/>
                  <a:gd name="GluePoint36X" fmla="*/ 33 w 125"/>
                  <a:gd name="GluePoint36Y" fmla="*/ 114 h 142"/>
                  <a:gd name="GluePoint37X" fmla="*/ 17 w 125"/>
                  <a:gd name="GluePoint37Y" fmla="*/ 108 h 142"/>
                  <a:gd name="GluePoint38X" fmla="*/ 5 w 125"/>
                  <a:gd name="GluePoint38Y" fmla="*/ 81 h 142"/>
                  <a:gd name="GluePoint39X" fmla="*/ 34 w 125"/>
                  <a:gd name="GluePoint39Y" fmla="*/ 56 h 142"/>
                  <a:gd name="GluePoint40X" fmla="*/ 38 w 125"/>
                  <a:gd name="GluePoint40Y" fmla="*/ 33 h 142"/>
                  <a:gd name="GluePoint41X" fmla="*/ 22 w 125"/>
                  <a:gd name="GluePoint41Y" fmla="*/ 55 h 142"/>
                  <a:gd name="GluePoint42X" fmla="*/ 14 w 125"/>
                  <a:gd name="GluePoint42Y" fmla="*/ 55 h 142"/>
                  <a:gd name="GluePoint43X" fmla="*/ 11 w 125"/>
                  <a:gd name="GluePoint43Y" fmla="*/ 36 h 142"/>
                  <a:gd name="GluePoint44X" fmla="*/ 32 w 125"/>
                  <a:gd name="GluePoint44Y" fmla="*/ 22 h 142"/>
                  <a:gd name="GluePoint45X" fmla="*/ 28 w 125"/>
                  <a:gd name="GluePoint45Y" fmla="*/ 33 h 1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</a:cxnLst>
                <a:rect l="textAreaLeft" t="textAreaTop" r="textAreaRight" b="textAreaBottom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entury Gothic"/>
                </a:endParaRPr>
              </a:p>
            </p:txBody>
          </p:sp>
          <p:sp>
            <p:nvSpPr>
              <p:cNvPr id="447" name="Freeform 6"/>
              <p:cNvSpPr/>
              <p:nvPr/>
            </p:nvSpPr>
            <p:spPr>
              <a:xfrm>
                <a:off x="2931480" y="6444720"/>
                <a:ext cx="135000" cy="2034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203400"/>
                  <a:gd name="textAreaBottom" fmla="*/ 203760 h 203400"/>
                  <a:gd name="GluePoint1X" fmla="*/ 33 w 72"/>
                  <a:gd name="GluePoint1Y" fmla="*/ 76 h 109"/>
                  <a:gd name="GluePoint2X" fmla="*/ 44 w 72"/>
                  <a:gd name="GluePoint2Y" fmla="*/ 73 h 109"/>
                  <a:gd name="GluePoint3X" fmla="*/ 59 w 72"/>
                  <a:gd name="GluePoint3Y" fmla="*/ 71 h 109"/>
                  <a:gd name="GluePoint4X" fmla="*/ 69 w 72"/>
                  <a:gd name="GluePoint4Y" fmla="*/ 92 h 109"/>
                  <a:gd name="GluePoint5X" fmla="*/ 66 w 72"/>
                  <a:gd name="GluePoint5Y" fmla="*/ 94 h 109"/>
                  <a:gd name="GluePoint6X" fmla="*/ 49 w 72"/>
                  <a:gd name="GluePoint6Y" fmla="*/ 96 h 109"/>
                  <a:gd name="GluePoint7X" fmla="*/ 28 w 72"/>
                  <a:gd name="GluePoint7Y" fmla="*/ 106 h 109"/>
                  <a:gd name="GluePoint8X" fmla="*/ 16 w 72"/>
                  <a:gd name="GluePoint8Y" fmla="*/ 106 h 109"/>
                  <a:gd name="GluePoint9X" fmla="*/ 1 w 72"/>
                  <a:gd name="GluePoint9Y" fmla="*/ 80 h 109"/>
                  <a:gd name="GluePoint10X" fmla="*/ 2 w 72"/>
                  <a:gd name="GluePoint10Y" fmla="*/ 74 h 109"/>
                  <a:gd name="GluePoint11X" fmla="*/ 23 w 72"/>
                  <a:gd name="GluePoint11Y" fmla="*/ 31 h 109"/>
                  <a:gd name="GluePoint12X" fmla="*/ 22 w 72"/>
                  <a:gd name="GluePoint12Y" fmla="*/ 26 h 109"/>
                  <a:gd name="GluePoint13X" fmla="*/ 12 w 72"/>
                  <a:gd name="GluePoint13Y" fmla="*/ 16 h 109"/>
                  <a:gd name="GluePoint14X" fmla="*/ 15 w 72"/>
                  <a:gd name="GluePoint14Y" fmla="*/ 10 h 109"/>
                  <a:gd name="GluePoint15X" fmla="*/ 32 w 72"/>
                  <a:gd name="GluePoint15Y" fmla="*/ 5 h 109"/>
                  <a:gd name="GluePoint16X" fmla="*/ 60 w 72"/>
                  <a:gd name="GluePoint16Y" fmla="*/ 18 h 109"/>
                  <a:gd name="GluePoint17X" fmla="*/ 59 w 72"/>
                  <a:gd name="GluePoint17Y" fmla="*/ 26 h 109"/>
                  <a:gd name="GluePoint18X" fmla="*/ 52 w 72"/>
                  <a:gd name="GluePoint18Y" fmla="*/ 36 h 109"/>
                  <a:gd name="GluePoint19X" fmla="*/ 34 w 72"/>
                  <a:gd name="GluePoint19Y" fmla="*/ 72 h 109"/>
                  <a:gd name="GluePoint20X" fmla="*/ 33 w 72"/>
                  <a:gd name="GluePoint20Y" fmla="*/ 76 h 10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</a:cxnLst>
                <a:rect l="textAreaLeft" t="textAreaTop" r="textAreaRight" b="textAreaBottom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entury Gothic"/>
                </a:endParaRPr>
              </a:p>
            </p:txBody>
          </p:sp>
          <p:grpSp>
            <p:nvGrpSpPr>
              <p:cNvPr id="448" name="组合 47"/>
              <p:cNvGrpSpPr/>
              <p:nvPr/>
            </p:nvGrpSpPr>
            <p:grpSpPr>
              <a:xfrm>
                <a:off x="2014200" y="6385320"/>
                <a:ext cx="240480" cy="298080"/>
                <a:chOff x="2014200" y="6385320"/>
                <a:chExt cx="240480" cy="298080"/>
              </a:xfrm>
            </p:grpSpPr>
            <p:sp>
              <p:nvSpPr>
                <p:cNvPr id="449" name="Freeform 7"/>
                <p:cNvSpPr/>
                <p:nvPr/>
              </p:nvSpPr>
              <p:spPr>
                <a:xfrm>
                  <a:off x="2014200" y="6385320"/>
                  <a:ext cx="240480" cy="195840"/>
                </a:xfrm>
                <a:custGeom>
                  <a:avLst/>
                  <a:gdLst>
                    <a:gd name="textAreaLeft" fmla="*/ 0 w 240480"/>
                    <a:gd name="textAreaRight" fmla="*/ 240840 w 240480"/>
                    <a:gd name="textAreaTop" fmla="*/ 0 h 195840"/>
                    <a:gd name="textAreaBottom" fmla="*/ 196200 h 195840"/>
                    <a:gd name="GluePoint1X" fmla="*/ 101 w 128"/>
                    <a:gd name="GluePoint1Y" fmla="*/ 58 h 105"/>
                    <a:gd name="GluePoint2X" fmla="*/ 74 w 128"/>
                    <a:gd name="GluePoint2Y" fmla="*/ 56 h 105"/>
                    <a:gd name="GluePoint3X" fmla="*/ 68 w 128"/>
                    <a:gd name="GluePoint3Y" fmla="*/ 57 h 105"/>
                    <a:gd name="GluePoint4X" fmla="*/ 51 w 128"/>
                    <a:gd name="GluePoint4Y" fmla="*/ 59 h 105"/>
                    <a:gd name="GluePoint5X" fmla="*/ 36 w 128"/>
                    <a:gd name="GluePoint5Y" fmla="*/ 65 h 105"/>
                    <a:gd name="GluePoint6X" fmla="*/ 28 w 128"/>
                    <a:gd name="GluePoint6Y" fmla="*/ 73 h 105"/>
                    <a:gd name="GluePoint7X" fmla="*/ 16 w 128"/>
                    <a:gd name="GluePoint7Y" fmla="*/ 102 h 105"/>
                    <a:gd name="GluePoint8X" fmla="*/ 13 w 128"/>
                    <a:gd name="GluePoint8Y" fmla="*/ 104 h 105"/>
                    <a:gd name="GluePoint9X" fmla="*/ 1 w 128"/>
                    <a:gd name="GluePoint9Y" fmla="*/ 98 h 105"/>
                    <a:gd name="GluePoint10X" fmla="*/ 0 w 128"/>
                    <a:gd name="GluePoint10Y" fmla="*/ 93 h 105"/>
                    <a:gd name="GluePoint11X" fmla="*/ 15 w 128"/>
                    <a:gd name="GluePoint11Y" fmla="*/ 60 h 105"/>
                    <a:gd name="GluePoint12X" fmla="*/ 16 w 128"/>
                    <a:gd name="GluePoint12Y" fmla="*/ 58 h 105"/>
                    <a:gd name="GluePoint13X" fmla="*/ 20 w 128"/>
                    <a:gd name="GluePoint13Y" fmla="*/ 52 h 105"/>
                    <a:gd name="GluePoint14X" fmla="*/ 32 w 128"/>
                    <a:gd name="GluePoint14Y" fmla="*/ 54 h 105"/>
                    <a:gd name="GluePoint15X" fmla="*/ 39 w 128"/>
                    <a:gd name="GluePoint15Y" fmla="*/ 55 h 105"/>
                    <a:gd name="GluePoint16X" fmla="*/ 72 w 128"/>
                    <a:gd name="GluePoint16Y" fmla="*/ 21 h 105"/>
                    <a:gd name="GluePoint17X" fmla="*/ 74 w 128"/>
                    <a:gd name="GluePoint17Y" fmla="*/ 16 h 105"/>
                    <a:gd name="GluePoint18X" fmla="*/ 74 w 128"/>
                    <a:gd name="GluePoint18Y" fmla="*/ 11 h 105"/>
                    <a:gd name="GluePoint19X" fmla="*/ 71 w 128"/>
                    <a:gd name="GluePoint19Y" fmla="*/ 11 h 105"/>
                    <a:gd name="GluePoint20X" fmla="*/ 68 w 128"/>
                    <a:gd name="GluePoint20Y" fmla="*/ 15 h 105"/>
                    <a:gd name="GluePoint21X" fmla="*/ 68 w 128"/>
                    <a:gd name="GluePoint21Y" fmla="*/ 21 h 105"/>
                    <a:gd name="GluePoint22X" fmla="*/ 59 w 128"/>
                    <a:gd name="GluePoint22Y" fmla="*/ 29 h 105"/>
                    <a:gd name="GluePoint23X" fmla="*/ 53 w 128"/>
                    <a:gd name="GluePoint23Y" fmla="*/ 27 h 105"/>
                    <a:gd name="GluePoint24X" fmla="*/ 47 w 128"/>
                    <a:gd name="GluePoint24Y" fmla="*/ 24 h 105"/>
                    <a:gd name="GluePoint25X" fmla="*/ 47 w 128"/>
                    <a:gd name="GluePoint25Y" fmla="*/ 32 h 105"/>
                    <a:gd name="GluePoint26X" fmla="*/ 47 w 128"/>
                    <a:gd name="GluePoint26Y" fmla="*/ 34 h 105"/>
                    <a:gd name="GluePoint27X" fmla="*/ 43 w 128"/>
                    <a:gd name="GluePoint27Y" fmla="*/ 45 h 105"/>
                    <a:gd name="GluePoint28X" fmla="*/ 31 w 128"/>
                    <a:gd name="GluePoint28Y" fmla="*/ 39 h 105"/>
                    <a:gd name="GluePoint29X" fmla="*/ 29 w 128"/>
                    <a:gd name="GluePoint29Y" fmla="*/ 23 h 105"/>
                    <a:gd name="GluePoint30X" fmla="*/ 33 w 128"/>
                    <a:gd name="GluePoint30Y" fmla="*/ 14 h 105"/>
                    <a:gd name="GluePoint31X" fmla="*/ 36 w 128"/>
                    <a:gd name="GluePoint31Y" fmla="*/ 9 h 105"/>
                    <a:gd name="GluePoint32X" fmla="*/ 42 w 128"/>
                    <a:gd name="GluePoint32Y" fmla="*/ 13 h 105"/>
                    <a:gd name="GluePoint33X" fmla="*/ 44 w 128"/>
                    <a:gd name="GluePoint33Y" fmla="*/ 16 h 105"/>
                    <a:gd name="GluePoint34X" fmla="*/ 57 w 128"/>
                    <a:gd name="GluePoint34Y" fmla="*/ 14 h 105"/>
                    <a:gd name="GluePoint35X" fmla="*/ 62 w 128"/>
                    <a:gd name="GluePoint35Y" fmla="*/ 11 h 105"/>
                    <a:gd name="GluePoint36X" fmla="*/ 84 w 128"/>
                    <a:gd name="GluePoint36Y" fmla="*/ 0 h 105"/>
                    <a:gd name="GluePoint37X" fmla="*/ 96 w 128"/>
                    <a:gd name="GluePoint37Y" fmla="*/ 7 h 105"/>
                    <a:gd name="GluePoint38X" fmla="*/ 96 w 128"/>
                    <a:gd name="GluePoint38Y" fmla="*/ 20 h 105"/>
                    <a:gd name="GluePoint39X" fmla="*/ 83 w 128"/>
                    <a:gd name="GluePoint39Y" fmla="*/ 43 h 105"/>
                    <a:gd name="GluePoint40X" fmla="*/ 94 w 128"/>
                    <a:gd name="GluePoint40Y" fmla="*/ 44 h 105"/>
                    <a:gd name="GluePoint41X" fmla="*/ 122 w 128"/>
                    <a:gd name="GluePoint41Y" fmla="*/ 59 h 105"/>
                    <a:gd name="GluePoint42X" fmla="*/ 120 w 128"/>
                    <a:gd name="GluePoint42Y" fmla="*/ 73 h 105"/>
                    <a:gd name="GluePoint43X" fmla="*/ 98 w 128"/>
                    <a:gd name="GluePoint43Y" fmla="*/ 73 h 105"/>
                    <a:gd name="GluePoint44X" fmla="*/ 97 w 128"/>
                    <a:gd name="GluePoint44Y" fmla="*/ 66 h 105"/>
                    <a:gd name="GluePoint45X" fmla="*/ 101 w 128"/>
                    <a:gd name="GluePoint45Y" fmla="*/ 58 h 10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</a:cxnLst>
                  <a:rect l="textAreaLeft" t="textAreaTop" r="textAreaRight" b="textAreaBottom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450" name="Freeform 8"/>
                <p:cNvSpPr/>
                <p:nvPr/>
              </p:nvSpPr>
              <p:spPr>
                <a:xfrm>
                  <a:off x="2065320" y="6504480"/>
                  <a:ext cx="149760" cy="178920"/>
                </a:xfrm>
                <a:custGeom>
                  <a:avLst/>
                  <a:gdLst>
                    <a:gd name="textAreaLeft" fmla="*/ 0 w 149760"/>
                    <a:gd name="textAreaRight" fmla="*/ 150120 w 149760"/>
                    <a:gd name="textAreaTop" fmla="*/ 0 h 178920"/>
                    <a:gd name="textAreaBottom" fmla="*/ 179280 h 178920"/>
                    <a:gd name="GluePoint1X" fmla="*/ 46 w 80"/>
                    <a:gd name="GluePoint1Y" fmla="*/ 29 h 96"/>
                    <a:gd name="GluePoint2X" fmla="*/ 65 w 80"/>
                    <a:gd name="GluePoint2Y" fmla="*/ 29 h 96"/>
                    <a:gd name="GluePoint3X" fmla="*/ 79 w 80"/>
                    <a:gd name="GluePoint3Y" fmla="*/ 41 h 96"/>
                    <a:gd name="GluePoint4X" fmla="*/ 74 w 80"/>
                    <a:gd name="GluePoint4Y" fmla="*/ 43 h 96"/>
                    <a:gd name="GluePoint5X" fmla="*/ 60 w 80"/>
                    <a:gd name="GluePoint5Y" fmla="*/ 43 h 96"/>
                    <a:gd name="GluePoint6X" fmla="*/ 52 w 80"/>
                    <a:gd name="GluePoint6Y" fmla="*/ 50 h 96"/>
                    <a:gd name="GluePoint7X" fmla="*/ 49 w 80"/>
                    <a:gd name="GluePoint7Y" fmla="*/ 87 h 96"/>
                    <a:gd name="GluePoint8X" fmla="*/ 37 w 80"/>
                    <a:gd name="GluePoint8Y" fmla="*/ 95 h 96"/>
                    <a:gd name="GluePoint9X" fmla="*/ 21 w 80"/>
                    <a:gd name="GluePoint9Y" fmla="*/ 68 h 96"/>
                    <a:gd name="GluePoint10X" fmla="*/ 22 w 80"/>
                    <a:gd name="GluePoint10Y" fmla="*/ 62 h 96"/>
                    <a:gd name="GluePoint11X" fmla="*/ 30 w 80"/>
                    <a:gd name="GluePoint11Y" fmla="*/ 72 h 96"/>
                    <a:gd name="GluePoint12X" fmla="*/ 40 w 80"/>
                    <a:gd name="GluePoint12Y" fmla="*/ 70 h 96"/>
                    <a:gd name="GluePoint13X" fmla="*/ 43 w 80"/>
                    <a:gd name="GluePoint13Y" fmla="*/ 46 h 96"/>
                    <a:gd name="GluePoint14X" fmla="*/ 24 w 80"/>
                    <a:gd name="GluePoint14Y" fmla="*/ 52 h 96"/>
                    <a:gd name="GluePoint15X" fmla="*/ 19 w 80"/>
                    <a:gd name="GluePoint15Y" fmla="*/ 54 h 96"/>
                    <a:gd name="GluePoint16X" fmla="*/ 6 w 80"/>
                    <a:gd name="GluePoint16Y" fmla="*/ 54 h 96"/>
                    <a:gd name="GluePoint17X" fmla="*/ 2 w 80"/>
                    <a:gd name="GluePoint17Y" fmla="*/ 40 h 96"/>
                    <a:gd name="GluePoint18X" fmla="*/ 6 w 80"/>
                    <a:gd name="GluePoint18Y" fmla="*/ 37 h 96"/>
                    <a:gd name="GluePoint19X" fmla="*/ 28 w 80"/>
                    <a:gd name="GluePoint19Y" fmla="*/ 33 h 96"/>
                    <a:gd name="GluePoint20X" fmla="*/ 33 w 80"/>
                    <a:gd name="GluePoint20Y" fmla="*/ 32 h 96"/>
                    <a:gd name="GluePoint21X" fmla="*/ 36 w 80"/>
                    <a:gd name="GluePoint21Y" fmla="*/ 22 h 96"/>
                    <a:gd name="GluePoint22X" fmla="*/ 46 w 80"/>
                    <a:gd name="GluePoint22Y" fmla="*/ 12 h 96"/>
                    <a:gd name="GluePoint23X" fmla="*/ 45 w 80"/>
                    <a:gd name="GluePoint23Y" fmla="*/ 10 h 96"/>
                    <a:gd name="GluePoint24X" fmla="*/ 26 w 80"/>
                    <a:gd name="GluePoint24Y" fmla="*/ 17 h 96"/>
                    <a:gd name="GluePoint25X" fmla="*/ 15 w 80"/>
                    <a:gd name="GluePoint25Y" fmla="*/ 24 h 96"/>
                    <a:gd name="GluePoint26X" fmla="*/ 5 w 80"/>
                    <a:gd name="GluePoint26Y" fmla="*/ 22 h 96"/>
                    <a:gd name="GluePoint27X" fmla="*/ 1 w 80"/>
                    <a:gd name="GluePoint27Y" fmla="*/ 17 h 96"/>
                    <a:gd name="GluePoint28X" fmla="*/ 36 w 80"/>
                    <a:gd name="GluePoint28Y" fmla="*/ 2 h 96"/>
                    <a:gd name="GluePoint29X" fmla="*/ 55 w 80"/>
                    <a:gd name="GluePoint29Y" fmla="*/ 0 h 96"/>
                    <a:gd name="GluePoint30X" fmla="*/ 61 w 80"/>
                    <a:gd name="GluePoint30Y" fmla="*/ 6 h 96"/>
                    <a:gd name="GluePoint31X" fmla="*/ 59 w 80"/>
                    <a:gd name="GluePoint31Y" fmla="*/ 13 h 96"/>
                    <a:gd name="GluePoint32X" fmla="*/ 46 w 80"/>
                    <a:gd name="GluePoint32Y" fmla="*/ 29 h 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</a:cxnLst>
                  <a:rect l="textAreaLeft" t="textAreaTop" r="textAreaRight" b="textAreaBottom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451" name="组合 48"/>
              <p:cNvGrpSpPr/>
              <p:nvPr/>
            </p:nvGrpSpPr>
            <p:grpSpPr>
              <a:xfrm>
                <a:off x="2349720" y="6467040"/>
                <a:ext cx="145440" cy="155520"/>
                <a:chOff x="2349720" y="6467040"/>
                <a:chExt cx="145440" cy="155520"/>
              </a:xfrm>
            </p:grpSpPr>
            <p:sp>
              <p:nvSpPr>
                <p:cNvPr id="452" name="Freeform 15"/>
                <p:cNvSpPr/>
                <p:nvPr/>
              </p:nvSpPr>
              <p:spPr>
                <a:xfrm>
                  <a:off x="2349720" y="6501600"/>
                  <a:ext cx="66960" cy="10764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107640"/>
                    <a:gd name="textAreaBottom" fmla="*/ 108000 h 107640"/>
                    <a:gd name="GluePoint1X" fmla="*/ 16 w 39"/>
                    <a:gd name="GluePoint1Y" fmla="*/ 29 h 58"/>
                    <a:gd name="GluePoint2X" fmla="*/ 27 w 39"/>
                    <a:gd name="GluePoint2Y" fmla="*/ 7 h 58"/>
                    <a:gd name="GluePoint3X" fmla="*/ 31 w 39"/>
                    <a:gd name="GluePoint3Y" fmla="*/ 1 h 58"/>
                    <a:gd name="GluePoint4X" fmla="*/ 34 w 39"/>
                    <a:gd name="GluePoint4Y" fmla="*/ 6 h 58"/>
                    <a:gd name="GluePoint5X" fmla="*/ 35 w 39"/>
                    <a:gd name="GluePoint5Y" fmla="*/ 26 h 58"/>
                    <a:gd name="GluePoint6X" fmla="*/ 20 w 39"/>
                    <a:gd name="GluePoint6Y" fmla="*/ 52 h 58"/>
                    <a:gd name="GluePoint7X" fmla="*/ 9 w 39"/>
                    <a:gd name="GluePoint7Y" fmla="*/ 57 h 58"/>
                    <a:gd name="GluePoint8X" fmla="*/ 1 w 39"/>
                    <a:gd name="GluePoint8Y" fmla="*/ 43 h 58"/>
                    <a:gd name="GluePoint9X" fmla="*/ 4 w 39"/>
                    <a:gd name="GluePoint9Y" fmla="*/ 6 h 58"/>
                    <a:gd name="GluePoint10X" fmla="*/ 8 w 39"/>
                    <a:gd name="GluePoint10Y" fmla="*/ 0 h 58"/>
                    <a:gd name="GluePoint11X" fmla="*/ 15 w 39"/>
                    <a:gd name="GluePoint11Y" fmla="*/ 6 h 58"/>
                    <a:gd name="GluePoint12X" fmla="*/ 14 w 39"/>
                    <a:gd name="GluePoint12Y" fmla="*/ 20 h 58"/>
                    <a:gd name="GluePoint13X" fmla="*/ 14 w 39"/>
                    <a:gd name="GluePoint13Y" fmla="*/ 28 h 58"/>
                    <a:gd name="GluePoint14X" fmla="*/ 16 w 39"/>
                    <a:gd name="GluePoint14Y" fmla="*/ 29 h 5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76320" rIns="763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453" name="Freeform 16"/>
                <p:cNvSpPr/>
                <p:nvPr/>
              </p:nvSpPr>
              <p:spPr>
                <a:xfrm>
                  <a:off x="2422080" y="6470640"/>
                  <a:ext cx="73080" cy="151920"/>
                </a:xfrm>
                <a:custGeom>
                  <a:avLst/>
                  <a:gdLst>
                    <a:gd name="textAreaLeft" fmla="*/ 0 w 73080"/>
                    <a:gd name="textAreaRight" fmla="*/ 73440 w 73080"/>
                    <a:gd name="textAreaTop" fmla="*/ 0 h 151920"/>
                    <a:gd name="textAreaBottom" fmla="*/ 152280 h 151920"/>
                    <a:gd name="GluePoint1X" fmla="*/ 9 w 47"/>
                    <a:gd name="GluePoint1Y" fmla="*/ 73 h 88"/>
                    <a:gd name="GluePoint2X" fmla="*/ 3 w 47"/>
                    <a:gd name="GluePoint2Y" fmla="*/ 67 h 88"/>
                    <a:gd name="GluePoint3X" fmla="*/ 3 w 47"/>
                    <a:gd name="GluePoint3Y" fmla="*/ 57 h 88"/>
                    <a:gd name="GluePoint4X" fmla="*/ 20 w 47"/>
                    <a:gd name="GluePoint4Y" fmla="*/ 38 h 88"/>
                    <a:gd name="GluePoint5X" fmla="*/ 33 w 47"/>
                    <a:gd name="GluePoint5Y" fmla="*/ 20 h 88"/>
                    <a:gd name="GluePoint6X" fmla="*/ 33 w 47"/>
                    <a:gd name="GluePoint6Y" fmla="*/ 4 h 88"/>
                    <a:gd name="GluePoint7X" fmla="*/ 32 w 47"/>
                    <a:gd name="GluePoint7Y" fmla="*/ 1 h 88"/>
                    <a:gd name="GluePoint8X" fmla="*/ 33 w 47"/>
                    <a:gd name="GluePoint8Y" fmla="*/ 0 h 88"/>
                    <a:gd name="GluePoint9X" fmla="*/ 41 w 47"/>
                    <a:gd name="GluePoint9Y" fmla="*/ 6 h 88"/>
                    <a:gd name="GluePoint10X" fmla="*/ 43 w 47"/>
                    <a:gd name="GluePoint10Y" fmla="*/ 26 h 88"/>
                    <a:gd name="GluePoint11X" fmla="*/ 29 w 47"/>
                    <a:gd name="GluePoint11Y" fmla="*/ 48 h 88"/>
                    <a:gd name="GluePoint12X" fmla="*/ 30 w 47"/>
                    <a:gd name="GluePoint12Y" fmla="*/ 52 h 88"/>
                    <a:gd name="GluePoint13X" fmla="*/ 40 w 47"/>
                    <a:gd name="GluePoint13Y" fmla="*/ 73 h 88"/>
                    <a:gd name="GluePoint14X" fmla="*/ 41 w 47"/>
                    <a:gd name="GluePoint14Y" fmla="*/ 84 h 88"/>
                    <a:gd name="GluePoint15X" fmla="*/ 37 w 47"/>
                    <a:gd name="GluePoint15Y" fmla="*/ 86 h 88"/>
                    <a:gd name="GluePoint16X" fmla="*/ 31 w 47"/>
                    <a:gd name="GluePoint16Y" fmla="*/ 75 h 88"/>
                    <a:gd name="GluePoint17X" fmla="*/ 28 w 47"/>
                    <a:gd name="GluePoint17Y" fmla="*/ 60 h 88"/>
                    <a:gd name="GluePoint18X" fmla="*/ 22 w 47"/>
                    <a:gd name="GluePoint18Y" fmla="*/ 59 h 88"/>
                    <a:gd name="GluePoint19X" fmla="*/ 9 w 47"/>
                    <a:gd name="GluePoint19Y" fmla="*/ 73 h 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</a:cxnLst>
                  <a:rect l="textAreaLeft" t="textAreaTop" r="textAreaRight" b="textAreaBottom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83160" rIns="8316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454" name="Freeform 17"/>
                <p:cNvSpPr/>
                <p:nvPr/>
              </p:nvSpPr>
              <p:spPr>
                <a:xfrm>
                  <a:off x="2387880" y="6467040"/>
                  <a:ext cx="47880" cy="27720"/>
                </a:xfrm>
                <a:custGeom>
                  <a:avLst/>
                  <a:gdLst>
                    <a:gd name="textAreaLeft" fmla="*/ 0 w 47880"/>
                    <a:gd name="textAreaRight" fmla="*/ 48240 w 47880"/>
                    <a:gd name="textAreaTop" fmla="*/ 0 h 27720"/>
                    <a:gd name="textAreaBottom" fmla="*/ 28080 h 27720"/>
                    <a:gd name="GluePoint1X" fmla="*/ 0 w 26"/>
                    <a:gd name="GluePoint1Y" fmla="*/ 0 h 19"/>
                    <a:gd name="GluePoint2X" fmla="*/ 20 w 26"/>
                    <a:gd name="GluePoint2Y" fmla="*/ 1 h 19"/>
                    <a:gd name="GluePoint3X" fmla="*/ 23 w 26"/>
                    <a:gd name="GluePoint3Y" fmla="*/ 12 h 19"/>
                    <a:gd name="GluePoint4X" fmla="*/ 12 w 26"/>
                    <a:gd name="GluePoint4Y" fmla="*/ 18 h 19"/>
                    <a:gd name="GluePoint5X" fmla="*/ 3 w 26"/>
                    <a:gd name="GluePoint5Y" fmla="*/ 11 h 19"/>
                    <a:gd name="GluePoint6X" fmla="*/ 0 w 26"/>
                    <a:gd name="GluePoint6Y" fmla="*/ 0 h 1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4720" tIns="14040" rIns="54720" bIns="1404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  <p:grpSp>
          <p:nvGrpSpPr>
            <p:cNvPr id="455" name="组合 31"/>
            <p:cNvGrpSpPr/>
            <p:nvPr/>
          </p:nvGrpSpPr>
          <p:grpSpPr>
            <a:xfrm>
              <a:off x="587160" y="6381720"/>
              <a:ext cx="1100160" cy="304560"/>
              <a:chOff x="587160" y="6381720"/>
              <a:chExt cx="1100160" cy="304560"/>
            </a:xfrm>
          </p:grpSpPr>
          <p:grpSp>
            <p:nvGrpSpPr>
              <p:cNvPr id="456" name="组合 32"/>
              <p:cNvGrpSpPr/>
              <p:nvPr/>
            </p:nvGrpSpPr>
            <p:grpSpPr>
              <a:xfrm>
                <a:off x="1171800" y="6431400"/>
                <a:ext cx="212760" cy="223560"/>
                <a:chOff x="1171800" y="6431400"/>
                <a:chExt cx="212760" cy="223560"/>
              </a:xfrm>
            </p:grpSpPr>
            <p:sp>
              <p:nvSpPr>
                <p:cNvPr id="457" name="Freeform 9"/>
                <p:cNvSpPr/>
                <p:nvPr/>
              </p:nvSpPr>
              <p:spPr>
                <a:xfrm>
                  <a:off x="1171800" y="6447960"/>
                  <a:ext cx="110520" cy="187920"/>
                </a:xfrm>
                <a:custGeom>
                  <a:avLst/>
                  <a:gdLst>
                    <a:gd name="textAreaLeft" fmla="*/ 0 w 110520"/>
                    <a:gd name="textAreaRight" fmla="*/ 110880 w 110520"/>
                    <a:gd name="textAreaTop" fmla="*/ 0 h 187920"/>
                    <a:gd name="textAreaBottom" fmla="*/ 188280 h 187920"/>
                    <a:gd name="GluePoint1X" fmla="*/ 39 w 59"/>
                    <a:gd name="GluePoint1Y" fmla="*/ 78 h 101"/>
                    <a:gd name="GluePoint2X" fmla="*/ 17 w 59"/>
                    <a:gd name="GluePoint2Y" fmla="*/ 94 h 101"/>
                    <a:gd name="GluePoint3X" fmla="*/ 8 w 59"/>
                    <a:gd name="GluePoint3Y" fmla="*/ 94 h 101"/>
                    <a:gd name="GluePoint4X" fmla="*/ 0 w 59"/>
                    <a:gd name="GluePoint4Y" fmla="*/ 79 h 101"/>
                    <a:gd name="GluePoint5X" fmla="*/ 17 w 59"/>
                    <a:gd name="GluePoint5Y" fmla="*/ 73 h 101"/>
                    <a:gd name="GluePoint6X" fmla="*/ 10 w 59"/>
                    <a:gd name="GluePoint6Y" fmla="*/ 68 h 101"/>
                    <a:gd name="GluePoint7X" fmla="*/ 8 w 59"/>
                    <a:gd name="GluePoint7Y" fmla="*/ 60 h 101"/>
                    <a:gd name="GluePoint8X" fmla="*/ 18 w 59"/>
                    <a:gd name="GluePoint8Y" fmla="*/ 23 h 101"/>
                    <a:gd name="GluePoint9X" fmla="*/ 26 w 59"/>
                    <a:gd name="GluePoint9Y" fmla="*/ 17 h 101"/>
                    <a:gd name="GluePoint10X" fmla="*/ 36 w 59"/>
                    <a:gd name="GluePoint10Y" fmla="*/ 26 h 101"/>
                    <a:gd name="GluePoint11X" fmla="*/ 36 w 59"/>
                    <a:gd name="GluePoint11Y" fmla="*/ 27 h 101"/>
                    <a:gd name="GluePoint12X" fmla="*/ 43 w 59"/>
                    <a:gd name="GluePoint12Y" fmla="*/ 40 h 101"/>
                    <a:gd name="GluePoint13X" fmla="*/ 42 w 59"/>
                    <a:gd name="GluePoint13Y" fmla="*/ 12 h 101"/>
                    <a:gd name="GluePoint14X" fmla="*/ 21 w 59"/>
                    <a:gd name="GluePoint14Y" fmla="*/ 5 h 101"/>
                    <a:gd name="GluePoint15X" fmla="*/ 44 w 59"/>
                    <a:gd name="GluePoint15Y" fmla="*/ 1 h 101"/>
                    <a:gd name="GluePoint16X" fmla="*/ 57 w 59"/>
                    <a:gd name="GluePoint16Y" fmla="*/ 17 h 101"/>
                    <a:gd name="GluePoint17X" fmla="*/ 56 w 59"/>
                    <a:gd name="GluePoint17Y" fmla="*/ 48 h 101"/>
                    <a:gd name="GluePoint18X" fmla="*/ 57 w 59"/>
                    <a:gd name="GluePoint18Y" fmla="*/ 55 h 101"/>
                    <a:gd name="GluePoint19X" fmla="*/ 55 w 59"/>
                    <a:gd name="GluePoint19Y" fmla="*/ 64 h 101"/>
                    <a:gd name="GluePoint20X" fmla="*/ 54 w 59"/>
                    <a:gd name="GluePoint20Y" fmla="*/ 71 h 101"/>
                    <a:gd name="GluePoint21X" fmla="*/ 52 w 59"/>
                    <a:gd name="GluePoint21Y" fmla="*/ 95 h 101"/>
                    <a:gd name="GluePoint22X" fmla="*/ 49 w 59"/>
                    <a:gd name="GluePoint22Y" fmla="*/ 101 h 101"/>
                    <a:gd name="GluePoint23X" fmla="*/ 43 w 59"/>
                    <a:gd name="GluePoint23Y" fmla="*/ 98 h 101"/>
                    <a:gd name="GluePoint24X" fmla="*/ 38 w 59"/>
                    <a:gd name="GluePoint24Y" fmla="*/ 86 h 101"/>
                    <a:gd name="GluePoint25X" fmla="*/ 39 w 59"/>
                    <a:gd name="GluePoint25Y" fmla="*/ 78 h 101"/>
                    <a:gd name="GluePoint26X" fmla="*/ 42 w 59"/>
                    <a:gd name="GluePoint26Y" fmla="*/ 47 h 101"/>
                    <a:gd name="GluePoint27X" fmla="*/ 32 w 59"/>
                    <a:gd name="GluePoint27Y" fmla="*/ 44 h 101"/>
                    <a:gd name="GluePoint28X" fmla="*/ 29 w 59"/>
                    <a:gd name="GluePoint28Y" fmla="*/ 64 h 101"/>
                    <a:gd name="GluePoint29X" fmla="*/ 42 w 59"/>
                    <a:gd name="GluePoint29Y" fmla="*/ 47 h 10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</a:cxnLst>
                  <a:rect l="textAreaLeft" t="textAreaTop" r="textAreaRight" b="textAreaBottom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458" name="Freeform 10"/>
                <p:cNvSpPr/>
                <p:nvPr/>
              </p:nvSpPr>
              <p:spPr>
                <a:xfrm>
                  <a:off x="1280880" y="6431400"/>
                  <a:ext cx="103680" cy="223560"/>
                </a:xfrm>
                <a:custGeom>
                  <a:avLst/>
                  <a:gdLst>
                    <a:gd name="textAreaLeft" fmla="*/ 0 w 103680"/>
                    <a:gd name="textAreaRight" fmla="*/ 104040 w 103680"/>
                    <a:gd name="textAreaTop" fmla="*/ 0 h 223560"/>
                    <a:gd name="textAreaBottom" fmla="*/ 223920 h 223560"/>
                    <a:gd name="GluePoint1X" fmla="*/ 11 w 55"/>
                    <a:gd name="GluePoint1Y" fmla="*/ 89 h 120"/>
                    <a:gd name="GluePoint2X" fmla="*/ 10 w 55"/>
                    <a:gd name="GluePoint2Y" fmla="*/ 100 h 120"/>
                    <a:gd name="GluePoint3X" fmla="*/ 6 w 55"/>
                    <a:gd name="GluePoint3Y" fmla="*/ 104 h 120"/>
                    <a:gd name="GluePoint4X" fmla="*/ 1 w 55"/>
                    <a:gd name="GluePoint4Y" fmla="*/ 99 h 120"/>
                    <a:gd name="GluePoint5X" fmla="*/ 3 w 55"/>
                    <a:gd name="GluePoint5Y" fmla="*/ 84 h 120"/>
                    <a:gd name="GluePoint6X" fmla="*/ 14 w 55"/>
                    <a:gd name="GluePoint6Y" fmla="*/ 37 h 120"/>
                    <a:gd name="GluePoint7X" fmla="*/ 22 w 55"/>
                    <a:gd name="GluePoint7Y" fmla="*/ 11 h 120"/>
                    <a:gd name="GluePoint8X" fmla="*/ 26 w 55"/>
                    <a:gd name="GluePoint8Y" fmla="*/ 19 h 120"/>
                    <a:gd name="GluePoint9X" fmla="*/ 20 w 55"/>
                    <a:gd name="GluePoint9Y" fmla="*/ 40 h 120"/>
                    <a:gd name="GluePoint10X" fmla="*/ 27 w 55"/>
                    <a:gd name="GluePoint10Y" fmla="*/ 35 h 120"/>
                    <a:gd name="GluePoint11X" fmla="*/ 35 w 55"/>
                    <a:gd name="GluePoint11Y" fmla="*/ 30 h 120"/>
                    <a:gd name="GluePoint12X" fmla="*/ 33 w 55"/>
                    <a:gd name="GluePoint12Y" fmla="*/ 9 h 120"/>
                    <a:gd name="GluePoint13X" fmla="*/ 28 w 55"/>
                    <a:gd name="GluePoint13Y" fmla="*/ 8 h 120"/>
                    <a:gd name="GluePoint14X" fmla="*/ 19 w 55"/>
                    <a:gd name="GluePoint14Y" fmla="*/ 12 h 120"/>
                    <a:gd name="GluePoint15X" fmla="*/ 12 w 55"/>
                    <a:gd name="GluePoint15Y" fmla="*/ 15 h 120"/>
                    <a:gd name="GluePoint16X" fmla="*/ 9 w 55"/>
                    <a:gd name="GluePoint16Y" fmla="*/ 11 h 120"/>
                    <a:gd name="GluePoint17X" fmla="*/ 11 w 55"/>
                    <a:gd name="GluePoint17Y" fmla="*/ 8 h 120"/>
                    <a:gd name="GluePoint18X" fmla="*/ 31 w 55"/>
                    <a:gd name="GluePoint18Y" fmla="*/ 0 h 120"/>
                    <a:gd name="GluePoint19X" fmla="*/ 45 w 55"/>
                    <a:gd name="GluePoint19Y" fmla="*/ 15 h 120"/>
                    <a:gd name="GluePoint20X" fmla="*/ 44 w 55"/>
                    <a:gd name="GluePoint20Y" fmla="*/ 46 h 120"/>
                    <a:gd name="GluePoint21X" fmla="*/ 48 w 55"/>
                    <a:gd name="GluePoint21Y" fmla="*/ 54 h 120"/>
                    <a:gd name="GluePoint22X" fmla="*/ 48 w 55"/>
                    <a:gd name="GluePoint22Y" fmla="*/ 71 h 120"/>
                    <a:gd name="GluePoint23X" fmla="*/ 44 w 55"/>
                    <a:gd name="GluePoint23Y" fmla="*/ 77 h 120"/>
                    <a:gd name="GluePoint24X" fmla="*/ 44 w 55"/>
                    <a:gd name="GluePoint24Y" fmla="*/ 110 h 120"/>
                    <a:gd name="GluePoint25X" fmla="*/ 44 w 55"/>
                    <a:gd name="GluePoint25Y" fmla="*/ 114 h 120"/>
                    <a:gd name="GluePoint26X" fmla="*/ 41 w 55"/>
                    <a:gd name="GluePoint26Y" fmla="*/ 120 h 120"/>
                    <a:gd name="GluePoint27X" fmla="*/ 32 w 55"/>
                    <a:gd name="GluePoint27Y" fmla="*/ 118 h 120"/>
                    <a:gd name="GluePoint28X" fmla="*/ 13 w 55"/>
                    <a:gd name="GluePoint28Y" fmla="*/ 91 h 120"/>
                    <a:gd name="GluePoint29X" fmla="*/ 12 w 55"/>
                    <a:gd name="GluePoint29Y" fmla="*/ 89 h 120"/>
                    <a:gd name="GluePoint30X" fmla="*/ 11 w 55"/>
                    <a:gd name="GluePoint30Y" fmla="*/ 89 h 120"/>
                    <a:gd name="GluePoint31X" fmla="*/ 24 w 55"/>
                    <a:gd name="GluePoint31Y" fmla="*/ 76 h 120"/>
                    <a:gd name="GluePoint32X" fmla="*/ 23 w 55"/>
                    <a:gd name="GluePoint32Y" fmla="*/ 74 h 120"/>
                    <a:gd name="GluePoint33X" fmla="*/ 27 w 55"/>
                    <a:gd name="GluePoint33Y" fmla="*/ 71 h 120"/>
                    <a:gd name="GluePoint34X" fmla="*/ 33 w 55"/>
                    <a:gd name="GluePoint34Y" fmla="*/ 67 h 120"/>
                    <a:gd name="GluePoint35X" fmla="*/ 32 w 55"/>
                    <a:gd name="GluePoint35Y" fmla="*/ 63 h 120"/>
                    <a:gd name="GluePoint36X" fmla="*/ 22 w 55"/>
                    <a:gd name="GluePoint36Y" fmla="*/ 52 h 120"/>
                    <a:gd name="GluePoint37X" fmla="*/ 18 w 55"/>
                    <a:gd name="GluePoint37Y" fmla="*/ 89 h 120"/>
                    <a:gd name="GluePoint38X" fmla="*/ 33 w 55"/>
                    <a:gd name="GluePoint38Y" fmla="*/ 107 h 120"/>
                    <a:gd name="GluePoint39X" fmla="*/ 35 w 55"/>
                    <a:gd name="GluePoint39Y" fmla="*/ 77 h 120"/>
                    <a:gd name="GluePoint40X" fmla="*/ 31 w 55"/>
                    <a:gd name="GluePoint40Y" fmla="*/ 75 h 120"/>
                    <a:gd name="GluePoint41X" fmla="*/ 24 w 55"/>
                    <a:gd name="GluePoint41Y" fmla="*/ 76 h 12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</a:cxnLst>
                  <a:rect l="textAreaLeft" t="textAreaTop" r="textAreaRight" b="textAreaBottom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459" name="组合 33"/>
              <p:cNvGrpSpPr/>
              <p:nvPr/>
            </p:nvGrpSpPr>
            <p:grpSpPr>
              <a:xfrm>
                <a:off x="587160" y="6381720"/>
                <a:ext cx="241200" cy="304560"/>
                <a:chOff x="587160" y="6381720"/>
                <a:chExt cx="241200" cy="304560"/>
              </a:xfrm>
            </p:grpSpPr>
            <p:sp>
              <p:nvSpPr>
                <p:cNvPr id="460" name="Freeform 13"/>
                <p:cNvSpPr/>
                <p:nvPr/>
              </p:nvSpPr>
              <p:spPr>
                <a:xfrm>
                  <a:off x="587160" y="6381720"/>
                  <a:ext cx="241200" cy="288000"/>
                </a:xfrm>
                <a:custGeom>
                  <a:avLst/>
                  <a:gdLst>
                    <a:gd name="textAreaLeft" fmla="*/ 0 w 241200"/>
                    <a:gd name="textAreaRight" fmla="*/ 241560 w 241200"/>
                    <a:gd name="textAreaTop" fmla="*/ 0 h 288000"/>
                    <a:gd name="textAreaBottom" fmla="*/ 288360 h 288000"/>
                    <a:gd name="GluePoint1X" fmla="*/ 54 w 128"/>
                    <a:gd name="GluePoint1Y" fmla="*/ 76 h 154"/>
                    <a:gd name="GluePoint2X" fmla="*/ 66 w 128"/>
                    <a:gd name="GluePoint2Y" fmla="*/ 53 h 154"/>
                    <a:gd name="GluePoint3X" fmla="*/ 49 w 128"/>
                    <a:gd name="GluePoint3Y" fmla="*/ 47 h 154"/>
                    <a:gd name="GluePoint4X" fmla="*/ 64 w 128"/>
                    <a:gd name="GluePoint4Y" fmla="*/ 44 h 154"/>
                    <a:gd name="GluePoint5X" fmla="*/ 83 w 128"/>
                    <a:gd name="GluePoint5Y" fmla="*/ 6 h 154"/>
                    <a:gd name="GluePoint6X" fmla="*/ 91 w 128"/>
                    <a:gd name="GluePoint6Y" fmla="*/ 11 h 154"/>
                    <a:gd name="GluePoint7X" fmla="*/ 96 w 128"/>
                    <a:gd name="GluePoint7Y" fmla="*/ 36 h 154"/>
                    <a:gd name="GluePoint8X" fmla="*/ 106 w 128"/>
                    <a:gd name="GluePoint8Y" fmla="*/ 41 h 154"/>
                    <a:gd name="GluePoint9X" fmla="*/ 82 w 128"/>
                    <a:gd name="GluePoint9Y" fmla="*/ 50 h 154"/>
                    <a:gd name="GluePoint10X" fmla="*/ 71 w 128"/>
                    <a:gd name="GluePoint10Y" fmla="*/ 65 h 154"/>
                    <a:gd name="GluePoint11X" fmla="*/ 110 w 128"/>
                    <a:gd name="GluePoint11Y" fmla="*/ 74 h 154"/>
                    <a:gd name="GluePoint12X" fmla="*/ 101 w 128"/>
                    <a:gd name="GluePoint12Y" fmla="*/ 87 h 154"/>
                    <a:gd name="GluePoint13X" fmla="*/ 111 w 128"/>
                    <a:gd name="GluePoint13Y" fmla="*/ 98 h 154"/>
                    <a:gd name="GluePoint14X" fmla="*/ 92 w 128"/>
                    <a:gd name="GluePoint14Y" fmla="*/ 104 h 154"/>
                    <a:gd name="GluePoint15X" fmla="*/ 86 w 128"/>
                    <a:gd name="GluePoint15Y" fmla="*/ 116 h 154"/>
                    <a:gd name="GluePoint16X" fmla="*/ 124 w 128"/>
                    <a:gd name="GluePoint16Y" fmla="*/ 112 h 154"/>
                    <a:gd name="GluePoint17X" fmla="*/ 120 w 128"/>
                    <a:gd name="GluePoint17Y" fmla="*/ 122 h 154"/>
                    <a:gd name="GluePoint18X" fmla="*/ 111 w 128"/>
                    <a:gd name="GluePoint18Y" fmla="*/ 144 h 154"/>
                    <a:gd name="GluePoint19X" fmla="*/ 105 w 128"/>
                    <a:gd name="GluePoint19Y" fmla="*/ 153 h 154"/>
                    <a:gd name="GluePoint20X" fmla="*/ 55 w 128"/>
                    <a:gd name="GluePoint20Y" fmla="*/ 129 h 154"/>
                    <a:gd name="GluePoint21X" fmla="*/ 53 w 128"/>
                    <a:gd name="GluePoint21Y" fmla="*/ 121 h 154"/>
                    <a:gd name="GluePoint22X" fmla="*/ 61 w 128"/>
                    <a:gd name="GluePoint22Y" fmla="*/ 125 h 154"/>
                    <a:gd name="GluePoint23X" fmla="*/ 94 w 128"/>
                    <a:gd name="GluePoint23Y" fmla="*/ 140 h 154"/>
                    <a:gd name="GluePoint24X" fmla="*/ 85 w 128"/>
                    <a:gd name="GluePoint24Y" fmla="*/ 127 h 154"/>
                    <a:gd name="GluePoint25X" fmla="*/ 71 w 128"/>
                    <a:gd name="GluePoint25Y" fmla="*/ 108 h 154"/>
                    <a:gd name="GluePoint26X" fmla="*/ 52 w 128"/>
                    <a:gd name="GluePoint26Y" fmla="*/ 113 h 154"/>
                    <a:gd name="GluePoint27X" fmla="*/ 38 w 128"/>
                    <a:gd name="GluePoint27Y" fmla="*/ 97 h 154"/>
                    <a:gd name="GluePoint28X" fmla="*/ 51 w 128"/>
                    <a:gd name="GluePoint28Y" fmla="*/ 97 h 154"/>
                    <a:gd name="GluePoint29X" fmla="*/ 34 w 128"/>
                    <a:gd name="GluePoint29Y" fmla="*/ 93 h 154"/>
                    <a:gd name="GluePoint30X" fmla="*/ 35 w 128"/>
                    <a:gd name="GluePoint30Y" fmla="*/ 105 h 154"/>
                    <a:gd name="GluePoint31X" fmla="*/ 26 w 128"/>
                    <a:gd name="GluePoint31Y" fmla="*/ 154 h 154"/>
                    <a:gd name="GluePoint32X" fmla="*/ 20 w 128"/>
                    <a:gd name="GluePoint32Y" fmla="*/ 118 h 154"/>
                    <a:gd name="GluePoint33X" fmla="*/ 0 w 128"/>
                    <a:gd name="GluePoint33Y" fmla="*/ 103 h 154"/>
                    <a:gd name="GluePoint34X" fmla="*/ 19 w 128"/>
                    <a:gd name="GluePoint34Y" fmla="*/ 72 h 154"/>
                    <a:gd name="GluePoint35X" fmla="*/ 25 w 128"/>
                    <a:gd name="GluePoint35Y" fmla="*/ 51 h 154"/>
                    <a:gd name="GluePoint36X" fmla="*/ 39 w 128"/>
                    <a:gd name="GluePoint36Y" fmla="*/ 14 h 154"/>
                    <a:gd name="GluePoint37X" fmla="*/ 51 w 128"/>
                    <a:gd name="GluePoint37Y" fmla="*/ 24 h 154"/>
                    <a:gd name="GluePoint38X" fmla="*/ 39 w 128"/>
                    <a:gd name="GluePoint38Y" fmla="*/ 44 h 154"/>
                    <a:gd name="GluePoint39X" fmla="*/ 48 w 128"/>
                    <a:gd name="GluePoint39Y" fmla="*/ 73 h 154"/>
                    <a:gd name="GluePoint40X" fmla="*/ 81 w 128"/>
                    <a:gd name="GluePoint40Y" fmla="*/ 90 h 154"/>
                    <a:gd name="GluePoint41X" fmla="*/ 92 w 128"/>
                    <a:gd name="GluePoint41Y" fmla="*/ 71 h 154"/>
                    <a:gd name="GluePoint42X" fmla="*/ 81 w 128"/>
                    <a:gd name="GluePoint42Y" fmla="*/ 80 h 154"/>
                    <a:gd name="GluePoint43X" fmla="*/ 76 w 128"/>
                    <a:gd name="GluePoint43Y" fmla="*/ 73 h 154"/>
                    <a:gd name="GluePoint44X" fmla="*/ 67 w 128"/>
                    <a:gd name="GluePoint44Y" fmla="*/ 79 h 154"/>
                    <a:gd name="GluePoint45X" fmla="*/ 76 w 128"/>
                    <a:gd name="GluePoint45Y" fmla="*/ 73 h 154"/>
                    <a:gd name="GluePoint46X" fmla="*/ 56 w 128"/>
                    <a:gd name="GluePoint46Y" fmla="*/ 88 h 154"/>
                    <a:gd name="GluePoint47X" fmla="*/ 63 w 128"/>
                    <a:gd name="GluePoint47Y" fmla="*/ 81 h 154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</a:cxnLst>
                  <a:rect l="textAreaLeft" t="textAreaTop" r="textAreaRight" b="textAreaBottom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461" name="Freeform 14"/>
                <p:cNvSpPr/>
                <p:nvPr/>
              </p:nvSpPr>
              <p:spPr>
                <a:xfrm>
                  <a:off x="653760" y="6606360"/>
                  <a:ext cx="29520" cy="79920"/>
                </a:xfrm>
                <a:custGeom>
                  <a:avLst/>
                  <a:gdLst>
                    <a:gd name="textAreaLeft" fmla="*/ 0 w 29520"/>
                    <a:gd name="textAreaRight" fmla="*/ 29880 w 29520"/>
                    <a:gd name="textAreaTop" fmla="*/ 0 h 79920"/>
                    <a:gd name="textAreaBottom" fmla="*/ 80280 h 79920"/>
                    <a:gd name="GluePoint1X" fmla="*/ 9 w 16"/>
                    <a:gd name="GluePoint1Y" fmla="*/ 0 h 43"/>
                    <a:gd name="GluePoint2X" fmla="*/ 15 w 16"/>
                    <a:gd name="GluePoint2Y" fmla="*/ 11 h 43"/>
                    <a:gd name="GluePoint3X" fmla="*/ 9 w 16"/>
                    <a:gd name="GluePoint3Y" fmla="*/ 43 h 43"/>
                    <a:gd name="GluePoint4X" fmla="*/ 2 w 16"/>
                    <a:gd name="GluePoint4Y" fmla="*/ 39 h 43"/>
                    <a:gd name="GluePoint5X" fmla="*/ 0 w 16"/>
                    <a:gd name="GluePoint5Y" fmla="*/ 35 h 43"/>
                    <a:gd name="GluePoint6X" fmla="*/ 9 w 16"/>
                    <a:gd name="GluePoint6Y" fmla="*/ 0 h 4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34200" tIns="39960" rIns="34200" bIns="3996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462" name="组合 34"/>
              <p:cNvGrpSpPr/>
              <p:nvPr/>
            </p:nvGrpSpPr>
            <p:grpSpPr>
              <a:xfrm>
                <a:off x="914400" y="6468840"/>
                <a:ext cx="161640" cy="139320"/>
                <a:chOff x="914400" y="6468840"/>
                <a:chExt cx="161640" cy="139320"/>
              </a:xfrm>
            </p:grpSpPr>
            <p:sp>
              <p:nvSpPr>
                <p:cNvPr id="463" name="Freeform 18"/>
                <p:cNvSpPr/>
                <p:nvPr/>
              </p:nvSpPr>
              <p:spPr>
                <a:xfrm>
                  <a:off x="968760" y="6468840"/>
                  <a:ext cx="107280" cy="139320"/>
                </a:xfrm>
                <a:custGeom>
                  <a:avLst/>
                  <a:gdLst>
                    <a:gd name="textAreaLeft" fmla="*/ 0 w 107280"/>
                    <a:gd name="textAreaRight" fmla="*/ 107640 w 107280"/>
                    <a:gd name="textAreaTop" fmla="*/ 0 h 139320"/>
                    <a:gd name="textAreaBottom" fmla="*/ 139680 h 139320"/>
                    <a:gd name="GluePoint1X" fmla="*/ 49 w 57"/>
                    <a:gd name="GluePoint1Y" fmla="*/ 74 h 75"/>
                    <a:gd name="GluePoint2X" fmla="*/ 40 w 57"/>
                    <a:gd name="GluePoint2Y" fmla="*/ 67 h 75"/>
                    <a:gd name="GluePoint3X" fmla="*/ 33 w 57"/>
                    <a:gd name="GluePoint3Y" fmla="*/ 48 h 75"/>
                    <a:gd name="GluePoint4X" fmla="*/ 27 w 57"/>
                    <a:gd name="GluePoint4Y" fmla="*/ 46 h 75"/>
                    <a:gd name="GluePoint5X" fmla="*/ 11 w 57"/>
                    <a:gd name="GluePoint5Y" fmla="*/ 60 h 75"/>
                    <a:gd name="GluePoint6X" fmla="*/ 5 w 57"/>
                    <a:gd name="GluePoint6Y" fmla="*/ 60 h 75"/>
                    <a:gd name="GluePoint7X" fmla="*/ 6 w 57"/>
                    <a:gd name="GluePoint7Y" fmla="*/ 46 h 75"/>
                    <a:gd name="GluePoint8X" fmla="*/ 27 w 57"/>
                    <a:gd name="GluePoint8Y" fmla="*/ 26 h 75"/>
                    <a:gd name="GluePoint9X" fmla="*/ 40 w 57"/>
                    <a:gd name="GluePoint9Y" fmla="*/ 10 h 75"/>
                    <a:gd name="GluePoint10X" fmla="*/ 41 w 57"/>
                    <a:gd name="GluePoint10Y" fmla="*/ 6 h 75"/>
                    <a:gd name="GluePoint11X" fmla="*/ 45 w 57"/>
                    <a:gd name="GluePoint11Y" fmla="*/ 0 h 75"/>
                    <a:gd name="GluePoint12X" fmla="*/ 53 w 57"/>
                    <a:gd name="GluePoint12Y" fmla="*/ 3 h 75"/>
                    <a:gd name="GluePoint13X" fmla="*/ 53 w 57"/>
                    <a:gd name="GluePoint13Y" fmla="*/ 20 h 75"/>
                    <a:gd name="GluePoint14X" fmla="*/ 37 w 57"/>
                    <a:gd name="GluePoint14Y" fmla="*/ 38 h 75"/>
                    <a:gd name="GluePoint15X" fmla="*/ 49 w 57"/>
                    <a:gd name="GluePoint15Y" fmla="*/ 74 h 7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464" name="Freeform 19"/>
                <p:cNvSpPr/>
                <p:nvPr/>
              </p:nvSpPr>
              <p:spPr>
                <a:xfrm>
                  <a:off x="914400" y="6503760"/>
                  <a:ext cx="54000" cy="102960"/>
                </a:xfrm>
                <a:custGeom>
                  <a:avLst/>
                  <a:gdLst>
                    <a:gd name="textAreaLeft" fmla="*/ 0 w 54000"/>
                    <a:gd name="textAreaRight" fmla="*/ 54360 w 54000"/>
                    <a:gd name="textAreaTop" fmla="*/ 0 h 102960"/>
                    <a:gd name="textAreaBottom" fmla="*/ 103320 h 102960"/>
                    <a:gd name="GluePoint1X" fmla="*/ 12 w 29"/>
                    <a:gd name="GluePoint1Y" fmla="*/ 30 h 55"/>
                    <a:gd name="GluePoint2X" fmla="*/ 20 w 29"/>
                    <a:gd name="GluePoint2Y" fmla="*/ 7 h 55"/>
                    <a:gd name="GluePoint3X" fmla="*/ 25 w 29"/>
                    <a:gd name="GluePoint3Y" fmla="*/ 1 h 55"/>
                    <a:gd name="GluePoint4X" fmla="*/ 26 w 29"/>
                    <a:gd name="GluePoint4Y" fmla="*/ 9 h 55"/>
                    <a:gd name="GluePoint5X" fmla="*/ 16 w 29"/>
                    <a:gd name="GluePoint5Y" fmla="*/ 39 h 55"/>
                    <a:gd name="GluePoint6X" fmla="*/ 13 w 29"/>
                    <a:gd name="GluePoint6Y" fmla="*/ 52 h 55"/>
                    <a:gd name="GluePoint7X" fmla="*/ 7 w 29"/>
                    <a:gd name="GluePoint7Y" fmla="*/ 54 h 55"/>
                    <a:gd name="GluePoint8X" fmla="*/ 2 w 29"/>
                    <a:gd name="GluePoint8Y" fmla="*/ 41 h 55"/>
                    <a:gd name="GluePoint9X" fmla="*/ 3 w 29"/>
                    <a:gd name="GluePoint9Y" fmla="*/ 32 h 55"/>
                    <a:gd name="GluePoint10X" fmla="*/ 2 w 29"/>
                    <a:gd name="GluePoint10Y" fmla="*/ 6 h 55"/>
                    <a:gd name="GluePoint11X" fmla="*/ 6 w 29"/>
                    <a:gd name="GluePoint11Y" fmla="*/ 5 h 55"/>
                    <a:gd name="GluePoint12X" fmla="*/ 10 w 29"/>
                    <a:gd name="GluePoint12Y" fmla="*/ 14 h 55"/>
                    <a:gd name="GluePoint13X" fmla="*/ 11 w 29"/>
                    <a:gd name="GluePoint13Y" fmla="*/ 30 h 55"/>
                    <a:gd name="GluePoint14X" fmla="*/ 12 w 29"/>
                    <a:gd name="GluePoint14Y" fmla="*/ 30 h 5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61920" rIns="619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465" name="Freeform 20"/>
                <p:cNvSpPr/>
                <p:nvPr/>
              </p:nvSpPr>
              <p:spPr>
                <a:xfrm>
                  <a:off x="946440" y="6470280"/>
                  <a:ext cx="50040" cy="31680"/>
                </a:xfrm>
                <a:custGeom>
                  <a:avLst/>
                  <a:gdLst>
                    <a:gd name="textAreaLeft" fmla="*/ 0 w 50040"/>
                    <a:gd name="textAreaRight" fmla="*/ 50400 w 50040"/>
                    <a:gd name="textAreaTop" fmla="*/ 0 h 31680"/>
                    <a:gd name="textAreaBottom" fmla="*/ 32040 h 31680"/>
                    <a:gd name="GluePoint1X" fmla="*/ 27 w 27"/>
                    <a:gd name="GluePoint1Y" fmla="*/ 1 h 17"/>
                    <a:gd name="GluePoint2X" fmla="*/ 16 w 27"/>
                    <a:gd name="GluePoint2Y" fmla="*/ 14 h 17"/>
                    <a:gd name="GluePoint3X" fmla="*/ 5 w 27"/>
                    <a:gd name="GluePoint3Y" fmla="*/ 13 h 17"/>
                    <a:gd name="GluePoint4X" fmla="*/ 0 w 27"/>
                    <a:gd name="GluePoint4Y" fmla="*/ 4 h 17"/>
                    <a:gd name="GluePoint5X" fmla="*/ 9 w 27"/>
                    <a:gd name="GluePoint5Y" fmla="*/ 2 h 17"/>
                    <a:gd name="GluePoint6X" fmla="*/ 27 w 27"/>
                    <a:gd name="GluePoint6Y" fmla="*/ 0 h 17"/>
                    <a:gd name="GluePoint7X" fmla="*/ 27 w 27"/>
                    <a:gd name="GluePoint7Y" fmla="*/ 1 h 1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</a:cxnLst>
                  <a:rect l="textAreaLeft" t="textAreaTop" r="textAreaRight" b="textAreaBottom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7240" tIns="15840" rIns="57240" bIns="1584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466" name="组合 35"/>
              <p:cNvGrpSpPr/>
              <p:nvPr/>
            </p:nvGrpSpPr>
            <p:grpSpPr>
              <a:xfrm>
                <a:off x="1501920" y="6443640"/>
                <a:ext cx="185400" cy="184680"/>
                <a:chOff x="1501920" y="6443640"/>
                <a:chExt cx="185400" cy="184680"/>
              </a:xfrm>
            </p:grpSpPr>
            <p:sp>
              <p:nvSpPr>
                <p:cNvPr id="467" name="Freeform 11"/>
                <p:cNvSpPr/>
                <p:nvPr/>
              </p:nvSpPr>
              <p:spPr>
                <a:xfrm>
                  <a:off x="1557720" y="6443640"/>
                  <a:ext cx="129600" cy="181440"/>
                </a:xfrm>
                <a:custGeom>
                  <a:avLst/>
                  <a:gdLst>
                    <a:gd name="textAreaLeft" fmla="*/ 0 w 129600"/>
                    <a:gd name="textAreaRight" fmla="*/ 129960 w 129600"/>
                    <a:gd name="textAreaTop" fmla="*/ 0 h 181440"/>
                    <a:gd name="textAreaBottom" fmla="*/ 181800 h 181440"/>
                    <a:gd name="GluePoint1X" fmla="*/ 29 w 72"/>
                    <a:gd name="GluePoint1Y" fmla="*/ 49 h 102"/>
                    <a:gd name="GluePoint2X" fmla="*/ 15 w 72"/>
                    <a:gd name="GluePoint2Y" fmla="*/ 43 h 102"/>
                    <a:gd name="GluePoint3X" fmla="*/ 10 w 72"/>
                    <a:gd name="GluePoint3Y" fmla="*/ 21 h 102"/>
                    <a:gd name="GluePoint4X" fmla="*/ 13 w 72"/>
                    <a:gd name="GluePoint4Y" fmla="*/ 15 h 102"/>
                    <a:gd name="GluePoint5X" fmla="*/ 19 w 72"/>
                    <a:gd name="GluePoint5Y" fmla="*/ 18 h 102"/>
                    <a:gd name="GluePoint6X" fmla="*/ 20 w 72"/>
                    <a:gd name="GluePoint6Y" fmla="*/ 26 h 102"/>
                    <a:gd name="GluePoint7X" fmla="*/ 35 w 72"/>
                    <a:gd name="GluePoint7Y" fmla="*/ 22 h 102"/>
                    <a:gd name="GluePoint8X" fmla="*/ 40 w 72"/>
                    <a:gd name="GluePoint8Y" fmla="*/ 16 h 102"/>
                    <a:gd name="GluePoint9X" fmla="*/ 43 w 72"/>
                    <a:gd name="GluePoint9Y" fmla="*/ 14 h 102"/>
                    <a:gd name="GluePoint10X" fmla="*/ 44 w 72"/>
                    <a:gd name="GluePoint10Y" fmla="*/ 19 h 102"/>
                    <a:gd name="GluePoint11X" fmla="*/ 43 w 72"/>
                    <a:gd name="GluePoint11Y" fmla="*/ 28 h 102"/>
                    <a:gd name="GluePoint12X" fmla="*/ 36 w 72"/>
                    <a:gd name="GluePoint12Y" fmla="*/ 40 h 102"/>
                    <a:gd name="GluePoint13X" fmla="*/ 37 w 72"/>
                    <a:gd name="GluePoint13Y" fmla="*/ 42 h 102"/>
                    <a:gd name="GluePoint14X" fmla="*/ 44 w 72"/>
                    <a:gd name="GluePoint14Y" fmla="*/ 38 h 102"/>
                    <a:gd name="GluePoint15X" fmla="*/ 56 w 72"/>
                    <a:gd name="GluePoint15Y" fmla="*/ 20 h 102"/>
                    <a:gd name="GluePoint16X" fmla="*/ 49 w 72"/>
                    <a:gd name="GluePoint16Y" fmla="*/ 9 h 102"/>
                    <a:gd name="GluePoint17X" fmla="*/ 28 w 72"/>
                    <a:gd name="GluePoint17Y" fmla="*/ 14 h 102"/>
                    <a:gd name="GluePoint18X" fmla="*/ 20 w 72"/>
                    <a:gd name="GluePoint18Y" fmla="*/ 13 h 102"/>
                    <a:gd name="GluePoint19X" fmla="*/ 22 w 72"/>
                    <a:gd name="GluePoint19Y" fmla="*/ 6 h 102"/>
                    <a:gd name="GluePoint20X" fmla="*/ 50 w 72"/>
                    <a:gd name="GluePoint20Y" fmla="*/ 1 h 102"/>
                    <a:gd name="GluePoint21X" fmla="*/ 68 w 72"/>
                    <a:gd name="GluePoint21Y" fmla="*/ 12 h 102"/>
                    <a:gd name="GluePoint22X" fmla="*/ 67 w 72"/>
                    <a:gd name="GluePoint22Y" fmla="*/ 24 h 102"/>
                    <a:gd name="GluePoint23X" fmla="*/ 49 w 72"/>
                    <a:gd name="GluePoint23Y" fmla="*/ 48 h 102"/>
                    <a:gd name="GluePoint24X" fmla="*/ 42 w 72"/>
                    <a:gd name="GluePoint24Y" fmla="*/ 49 h 102"/>
                    <a:gd name="GluePoint25X" fmla="*/ 37 w 72"/>
                    <a:gd name="GluePoint25Y" fmla="*/ 47 h 102"/>
                    <a:gd name="GluePoint26X" fmla="*/ 35 w 72"/>
                    <a:gd name="GluePoint26Y" fmla="*/ 52 h 102"/>
                    <a:gd name="GluePoint27X" fmla="*/ 41 w 72"/>
                    <a:gd name="GluePoint27Y" fmla="*/ 58 h 102"/>
                    <a:gd name="GluePoint28X" fmla="*/ 48 w 72"/>
                    <a:gd name="GluePoint28Y" fmla="*/ 57 h 102"/>
                    <a:gd name="GluePoint29X" fmla="*/ 53 w 72"/>
                    <a:gd name="GluePoint29Y" fmla="*/ 59 h 102"/>
                    <a:gd name="GluePoint30X" fmla="*/ 53 w 72"/>
                    <a:gd name="GluePoint30Y" fmla="*/ 66 h 102"/>
                    <a:gd name="GluePoint31X" fmla="*/ 48 w 72"/>
                    <a:gd name="GluePoint31Y" fmla="*/ 70 h 102"/>
                    <a:gd name="GluePoint32X" fmla="*/ 37 w 72"/>
                    <a:gd name="GluePoint32Y" fmla="*/ 81 h 102"/>
                    <a:gd name="GluePoint33X" fmla="*/ 45 w 72"/>
                    <a:gd name="GluePoint33Y" fmla="*/ 81 h 102"/>
                    <a:gd name="GluePoint34X" fmla="*/ 57 w 72"/>
                    <a:gd name="GluePoint34Y" fmla="*/ 89 h 102"/>
                    <a:gd name="GluePoint35X" fmla="*/ 51 w 72"/>
                    <a:gd name="GluePoint35Y" fmla="*/ 98 h 102"/>
                    <a:gd name="GluePoint36X" fmla="*/ 26 w 72"/>
                    <a:gd name="GluePoint36Y" fmla="*/ 101 h 102"/>
                    <a:gd name="GluePoint37X" fmla="*/ 17 w 72"/>
                    <a:gd name="GluePoint37Y" fmla="*/ 96 h 102"/>
                    <a:gd name="GluePoint38X" fmla="*/ 15 w 72"/>
                    <a:gd name="GluePoint38Y" fmla="*/ 94 h 102"/>
                    <a:gd name="GluePoint39X" fmla="*/ 19 w 72"/>
                    <a:gd name="GluePoint39Y" fmla="*/ 77 h 102"/>
                    <a:gd name="GluePoint40X" fmla="*/ 27 w 72"/>
                    <a:gd name="GluePoint40Y" fmla="*/ 70 h 102"/>
                    <a:gd name="GluePoint41X" fmla="*/ 27 w 72"/>
                    <a:gd name="GluePoint41Y" fmla="*/ 69 h 102"/>
                    <a:gd name="GluePoint42X" fmla="*/ 21 w 72"/>
                    <a:gd name="GluePoint42Y" fmla="*/ 71 h 102"/>
                    <a:gd name="GluePoint43X" fmla="*/ 9 w 72"/>
                    <a:gd name="GluePoint43Y" fmla="*/ 76 h 102"/>
                    <a:gd name="GluePoint44X" fmla="*/ 3 w 72"/>
                    <a:gd name="GluePoint44Y" fmla="*/ 75 h 102"/>
                    <a:gd name="GluePoint45X" fmla="*/ 4 w 72"/>
                    <a:gd name="GluePoint45Y" fmla="*/ 69 h 102"/>
                    <a:gd name="GluePoint46X" fmla="*/ 26 w 72"/>
                    <a:gd name="GluePoint46Y" fmla="*/ 60 h 102"/>
                    <a:gd name="GluePoint47X" fmla="*/ 28 w 72"/>
                    <a:gd name="GluePoint47Y" fmla="*/ 57 h 102"/>
                    <a:gd name="GluePoint48X" fmla="*/ 29 w 72"/>
                    <a:gd name="GluePoint48Y" fmla="*/ 49 h 102"/>
                    <a:gd name="GluePoint49X" fmla="*/ 34 w 72"/>
                    <a:gd name="GluePoint49Y" fmla="*/ 29 h 102"/>
                    <a:gd name="GluePoint50X" fmla="*/ 33 w 72"/>
                    <a:gd name="GluePoint50Y" fmla="*/ 28 h 102"/>
                    <a:gd name="GluePoint51X" fmla="*/ 26 w 72"/>
                    <a:gd name="GluePoint51Y" fmla="*/ 32 h 102"/>
                    <a:gd name="GluePoint52X" fmla="*/ 23 w 72"/>
                    <a:gd name="GluePoint52Y" fmla="*/ 36 h 102"/>
                    <a:gd name="GluePoint53X" fmla="*/ 26 w 72"/>
                    <a:gd name="GluePoint53Y" fmla="*/ 42 h 102"/>
                    <a:gd name="GluePoint54X" fmla="*/ 31 w 72"/>
                    <a:gd name="GluePoint54Y" fmla="*/ 40 h 102"/>
                    <a:gd name="GluePoint55X" fmla="*/ 34 w 72"/>
                    <a:gd name="GluePoint55Y" fmla="*/ 29 h 10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  <a:cxn ang="0">
                      <a:pos x="GluePoint50X" y="GluePoint50Y"/>
                    </a:cxn>
                    <a:cxn ang="0">
                      <a:pos x="GluePoint51X" y="GluePoint51Y"/>
                    </a:cxn>
                    <a:cxn ang="0">
                      <a:pos x="GluePoint52X" y="GluePoint52Y"/>
                    </a:cxn>
                    <a:cxn ang="0">
                      <a:pos x="GluePoint53X" y="GluePoint53Y"/>
                    </a:cxn>
                    <a:cxn ang="0">
                      <a:pos x="GluePoint54X" y="GluePoint54Y"/>
                    </a:cxn>
                    <a:cxn ang="0">
                      <a:pos x="GluePoint55X" y="GluePoint55Y"/>
                    </a:cxn>
                  </a:cxnLst>
                  <a:rect l="textAreaLeft" t="textAreaTop" r="textAreaRight" b="textAreaBottom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468" name="Freeform 12"/>
                <p:cNvSpPr/>
                <p:nvPr/>
              </p:nvSpPr>
              <p:spPr>
                <a:xfrm>
                  <a:off x="1501920" y="6453360"/>
                  <a:ext cx="69480" cy="174960"/>
                </a:xfrm>
                <a:custGeom>
                  <a:avLst/>
                  <a:gdLst>
                    <a:gd name="textAreaLeft" fmla="*/ 0 w 69480"/>
                    <a:gd name="textAreaRight" fmla="*/ 69840 w 69480"/>
                    <a:gd name="textAreaTop" fmla="*/ 0 h 174960"/>
                    <a:gd name="textAreaBottom" fmla="*/ 175320 h 174960"/>
                    <a:gd name="GluePoint1X" fmla="*/ 30 w 39"/>
                    <a:gd name="GluePoint1Y" fmla="*/ 44 h 98"/>
                    <a:gd name="GluePoint2X" fmla="*/ 36 w 39"/>
                    <a:gd name="GluePoint2Y" fmla="*/ 34 h 98"/>
                    <a:gd name="GluePoint3X" fmla="*/ 37 w 39"/>
                    <a:gd name="GluePoint3Y" fmla="*/ 51 h 98"/>
                    <a:gd name="GluePoint4X" fmla="*/ 25 w 39"/>
                    <a:gd name="GluePoint4Y" fmla="*/ 82 h 98"/>
                    <a:gd name="GluePoint5X" fmla="*/ 21 w 39"/>
                    <a:gd name="GluePoint5Y" fmla="*/ 98 h 98"/>
                    <a:gd name="GluePoint6X" fmla="*/ 13 w 39"/>
                    <a:gd name="GluePoint6Y" fmla="*/ 96 h 98"/>
                    <a:gd name="GluePoint7X" fmla="*/ 5 w 39"/>
                    <a:gd name="GluePoint7Y" fmla="*/ 83 h 98"/>
                    <a:gd name="GluePoint8X" fmla="*/ 11 w 39"/>
                    <a:gd name="GluePoint8Y" fmla="*/ 62 h 98"/>
                    <a:gd name="GluePoint9X" fmla="*/ 9 w 39"/>
                    <a:gd name="GluePoint9Y" fmla="*/ 43 h 98"/>
                    <a:gd name="GluePoint10X" fmla="*/ 12 w 39"/>
                    <a:gd name="GluePoint10Y" fmla="*/ 38 h 98"/>
                    <a:gd name="GluePoint11X" fmla="*/ 18 w 39"/>
                    <a:gd name="GluePoint11Y" fmla="*/ 33 h 98"/>
                    <a:gd name="GluePoint12X" fmla="*/ 23 w 39"/>
                    <a:gd name="GluePoint12Y" fmla="*/ 12 h 98"/>
                    <a:gd name="GluePoint13X" fmla="*/ 11 w 39"/>
                    <a:gd name="GluePoint13Y" fmla="*/ 16 h 98"/>
                    <a:gd name="GluePoint14X" fmla="*/ 2 w 39"/>
                    <a:gd name="GluePoint14Y" fmla="*/ 16 h 98"/>
                    <a:gd name="GluePoint15X" fmla="*/ 0 w 39"/>
                    <a:gd name="GluePoint15Y" fmla="*/ 12 h 98"/>
                    <a:gd name="GluePoint16X" fmla="*/ 3 w 39"/>
                    <a:gd name="GluePoint16Y" fmla="*/ 10 h 98"/>
                    <a:gd name="GluePoint17X" fmla="*/ 16 w 39"/>
                    <a:gd name="GluePoint17Y" fmla="*/ 7 h 98"/>
                    <a:gd name="GluePoint18X" fmla="*/ 26 w 39"/>
                    <a:gd name="GluePoint18Y" fmla="*/ 2 h 98"/>
                    <a:gd name="GluePoint19X" fmla="*/ 32 w 39"/>
                    <a:gd name="GluePoint19Y" fmla="*/ 1 h 98"/>
                    <a:gd name="GluePoint20X" fmla="*/ 35 w 39"/>
                    <a:gd name="GluePoint20Y" fmla="*/ 9 h 98"/>
                    <a:gd name="GluePoint21X" fmla="*/ 34 w 39"/>
                    <a:gd name="GluePoint21Y" fmla="*/ 11 h 98"/>
                    <a:gd name="GluePoint22X" fmla="*/ 27 w 39"/>
                    <a:gd name="GluePoint22Y" fmla="*/ 38 h 98"/>
                    <a:gd name="GluePoint23X" fmla="*/ 28 w 39"/>
                    <a:gd name="GluePoint23Y" fmla="*/ 44 h 98"/>
                    <a:gd name="GluePoint24X" fmla="*/ 30 w 39"/>
                    <a:gd name="GluePoint24Y" fmla="*/ 44 h 9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</a:cxnLst>
                  <a:rect l="textAreaLeft" t="textAreaTop" r="textAreaRight" b="textAreaBottom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1840" rIns="5184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</p:grp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目录样式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目录样式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目录样式6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目录样式6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目录样式7-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" name="图片 1"/>
          <p:cNvPicPr/>
          <p:nvPr/>
        </p:nvPicPr>
        <p:blipFill>
          <a:blip r:embed="rId2"/>
          <a:srcRect l="0" t="-75" r="0" b="197"/>
          <a:stretch/>
        </p:blipFill>
        <p:spPr>
          <a:xfrm>
            <a:off x="0" y="0"/>
            <a:ext cx="12191760" cy="501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4" name="矩形 4"/>
          <p:cNvSpPr/>
          <p:nvPr/>
        </p:nvSpPr>
        <p:spPr>
          <a:xfrm>
            <a:off x="0" y="5019840"/>
            <a:ext cx="12191760" cy="1837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535" name="矩形 9"/>
          <p:cNvSpPr/>
          <p:nvPr/>
        </p:nvSpPr>
        <p:spPr>
          <a:xfrm>
            <a:off x="0" y="0"/>
            <a:ext cx="12191760" cy="501948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cxnSp>
        <p:nvCxnSpPr>
          <p:cNvPr id="536" name="直接连接符 6"/>
          <p:cNvCxnSpPr/>
          <p:nvPr/>
        </p:nvCxnSpPr>
        <p:spPr>
          <a:xfrm>
            <a:off x="-73440" y="5009760"/>
            <a:ext cx="12340080" cy="360"/>
          </a:xfrm>
          <a:prstGeom prst="straightConnector1">
            <a:avLst/>
          </a:prstGeom>
          <a:ln w="19050">
            <a:solidFill>
              <a:srgbClr val="FFFFFF"/>
            </a:solidFill>
          </a:ln>
        </p:spPr>
      </p:cxnSp>
      <p:sp>
        <p:nvSpPr>
          <p:cNvPr id="537" name="矩形 8"/>
          <p:cNvSpPr/>
          <p:nvPr/>
        </p:nvSpPr>
        <p:spPr>
          <a:xfrm>
            <a:off x="2041920" y="3927600"/>
            <a:ext cx="8107560" cy="2164320"/>
          </a:xfrm>
          <a:prstGeom prst="rect">
            <a:avLst/>
          </a:prstGeom>
          <a:solidFill>
            <a:srgbClr val="FFFFFF"/>
          </a:solidFill>
          <a:ln w="76200">
            <a:solidFill>
              <a:srgbClr val="A2A2A2">
                <a:lumMod val="20000"/>
                <a:lumOff val="80000"/>
              </a:srgbClr>
            </a:solidFill>
            <a:miter/>
          </a:ln>
          <a:effectLst>
            <a:outerShdw algn="ctr" blurRad="558720" rotWithShape="0" sx="102000" sy="102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8" name="图片 3"/>
          <p:cNvPicPr/>
          <p:nvPr/>
        </p:nvPicPr>
        <p:blipFill>
          <a:blip r:embed="rId3"/>
          <a:stretch/>
        </p:blipFill>
        <p:spPr>
          <a:xfrm>
            <a:off x="4554720" y="1532520"/>
            <a:ext cx="3081960" cy="8625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目录样式7-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9" name="图片 1"/>
          <p:cNvPicPr/>
          <p:nvPr/>
        </p:nvPicPr>
        <p:blipFill>
          <a:blip r:embed="rId2"/>
          <a:srcRect l="0" t="-75" r="0" b="197"/>
          <a:stretch/>
        </p:blipFill>
        <p:spPr>
          <a:xfrm>
            <a:off x="0" y="0"/>
            <a:ext cx="12191760" cy="501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0" name="矩形 4"/>
          <p:cNvSpPr/>
          <p:nvPr/>
        </p:nvSpPr>
        <p:spPr>
          <a:xfrm>
            <a:off x="0" y="5019840"/>
            <a:ext cx="12191760" cy="1837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541" name="矩形 9"/>
          <p:cNvSpPr/>
          <p:nvPr/>
        </p:nvSpPr>
        <p:spPr>
          <a:xfrm>
            <a:off x="0" y="0"/>
            <a:ext cx="12191760" cy="501948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cxnSp>
        <p:nvCxnSpPr>
          <p:cNvPr id="542" name="直接连接符 6"/>
          <p:cNvCxnSpPr/>
          <p:nvPr/>
        </p:nvCxnSpPr>
        <p:spPr>
          <a:xfrm>
            <a:off x="-73440" y="5009760"/>
            <a:ext cx="12340080" cy="360"/>
          </a:xfrm>
          <a:prstGeom prst="straightConnector1">
            <a:avLst/>
          </a:prstGeom>
          <a:ln w="19050">
            <a:solidFill>
              <a:srgbClr val="FFFFFF"/>
            </a:solidFill>
          </a:ln>
        </p:spPr>
      </p:cxnSp>
      <p:sp>
        <p:nvSpPr>
          <p:cNvPr id="543" name="矩形 8"/>
          <p:cNvSpPr/>
          <p:nvPr/>
        </p:nvSpPr>
        <p:spPr>
          <a:xfrm>
            <a:off x="1473840" y="3927600"/>
            <a:ext cx="9243720" cy="2164320"/>
          </a:xfrm>
          <a:prstGeom prst="rect">
            <a:avLst/>
          </a:prstGeom>
          <a:solidFill>
            <a:srgbClr val="FFFFFF"/>
          </a:solidFill>
          <a:ln w="76200">
            <a:solidFill>
              <a:srgbClr val="A2A2A2">
                <a:lumMod val="20000"/>
                <a:lumOff val="80000"/>
              </a:srgbClr>
            </a:solidFill>
            <a:miter/>
          </a:ln>
          <a:effectLst>
            <a:outerShdw algn="ctr" blurRad="558720" rotWithShape="0" sx="102000" sy="102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4" name="图片 10"/>
          <p:cNvPicPr/>
          <p:nvPr/>
        </p:nvPicPr>
        <p:blipFill>
          <a:blip r:embed="rId3"/>
          <a:stretch/>
        </p:blipFill>
        <p:spPr>
          <a:xfrm>
            <a:off x="4554720" y="1532520"/>
            <a:ext cx="3081960" cy="8625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目录样式7-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图片 1"/>
          <p:cNvPicPr/>
          <p:nvPr/>
        </p:nvPicPr>
        <p:blipFill>
          <a:blip r:embed="rId2"/>
          <a:srcRect l="1" t="13077" r="-1" b="116"/>
          <a:stretch/>
        </p:blipFill>
        <p:spPr>
          <a:xfrm>
            <a:off x="0" y="0"/>
            <a:ext cx="12191760" cy="436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6" name="矩形 4"/>
          <p:cNvSpPr/>
          <p:nvPr/>
        </p:nvSpPr>
        <p:spPr>
          <a:xfrm>
            <a:off x="0" y="4346640"/>
            <a:ext cx="12191760" cy="2511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547" name="矩形 9"/>
          <p:cNvSpPr/>
          <p:nvPr/>
        </p:nvSpPr>
        <p:spPr>
          <a:xfrm>
            <a:off x="0" y="0"/>
            <a:ext cx="12191760" cy="434628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cxnSp>
        <p:nvCxnSpPr>
          <p:cNvPr id="548" name="直接连接符 6"/>
          <p:cNvCxnSpPr/>
          <p:nvPr/>
        </p:nvCxnSpPr>
        <p:spPr>
          <a:xfrm>
            <a:off x="-73800" y="4346640"/>
            <a:ext cx="12340080" cy="360"/>
          </a:xfrm>
          <a:prstGeom prst="straightConnector1">
            <a:avLst/>
          </a:prstGeom>
          <a:ln w="19050">
            <a:solidFill>
              <a:srgbClr val="FFFFFF"/>
            </a:solidFill>
          </a:ln>
        </p:spPr>
      </p:cxnSp>
      <p:sp>
        <p:nvSpPr>
          <p:cNvPr id="549" name="矩形 8"/>
          <p:cNvSpPr/>
          <p:nvPr/>
        </p:nvSpPr>
        <p:spPr>
          <a:xfrm>
            <a:off x="1828800" y="2523960"/>
            <a:ext cx="8493480" cy="3567600"/>
          </a:xfrm>
          <a:prstGeom prst="rect">
            <a:avLst/>
          </a:prstGeom>
          <a:solidFill>
            <a:srgbClr val="FFFFFF"/>
          </a:solidFill>
          <a:ln w="76200">
            <a:solidFill>
              <a:srgbClr val="A2A2A2">
                <a:lumMod val="20000"/>
                <a:lumOff val="80000"/>
              </a:srgbClr>
            </a:solidFill>
            <a:miter/>
          </a:ln>
          <a:effectLst>
            <a:outerShdw algn="ctr" blurRad="558720" rotWithShape="0" sx="102000" sy="102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0" name="图片 68"/>
          <p:cNvPicPr/>
          <p:nvPr/>
        </p:nvPicPr>
        <p:blipFill>
          <a:blip r:embed="rId3"/>
          <a:stretch/>
        </p:blipFill>
        <p:spPr>
          <a:xfrm>
            <a:off x="4554720" y="861120"/>
            <a:ext cx="3081960" cy="8625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目录样式7-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矩形 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007E42"/>
              </a:gs>
              <a:gs pos="100000">
                <a:srgbClr val="006C39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pic>
        <p:nvPicPr>
          <p:cNvPr id="552" name="图片 10"/>
          <p:cNvPicPr/>
          <p:nvPr/>
        </p:nvPicPr>
        <p:blipFill>
          <a:blip r:embed="rId2"/>
          <a:stretch/>
        </p:blipFill>
        <p:spPr>
          <a:xfrm>
            <a:off x="6943680" y="1087560"/>
            <a:ext cx="5250600" cy="525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3" name="矩形 11"/>
          <p:cNvSpPr/>
          <p:nvPr/>
        </p:nvSpPr>
        <p:spPr>
          <a:xfrm>
            <a:off x="7423200" y="0"/>
            <a:ext cx="4768560" cy="6857640"/>
          </a:xfrm>
          <a:prstGeom prst="rect">
            <a:avLst/>
          </a:prstGeom>
          <a:gradFill rotWithShape="0">
            <a:gsLst>
              <a:gs pos="0">
                <a:srgbClr val="006C39">
                  <a:alpha val="0"/>
                </a:srgbClr>
              </a:gs>
              <a:gs pos="100000">
                <a:srgbClr val="006C39">
                  <a:alpha val="7200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554" name="矩形 42"/>
          <p:cNvSpPr/>
          <p:nvPr/>
        </p:nvSpPr>
        <p:spPr>
          <a:xfrm>
            <a:off x="6873840" y="3188520"/>
            <a:ext cx="5317920" cy="1204920"/>
          </a:xfrm>
          <a:prstGeom prst="rect">
            <a:avLst/>
          </a:prstGeom>
          <a:solidFill>
            <a:srgbClr val="FFFFFF"/>
          </a:solidFill>
          <a:ln w="76200">
            <a:noFill/>
          </a:ln>
          <a:effectLst>
            <a:outerShdw algn="ctr" blurRad="558720" rotWithShape="0" sx="102000" sy="102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矩形 43"/>
          <p:cNvSpPr/>
          <p:nvPr/>
        </p:nvSpPr>
        <p:spPr>
          <a:xfrm>
            <a:off x="6873840" y="3188520"/>
            <a:ext cx="549000" cy="1204920"/>
          </a:xfrm>
          <a:prstGeom prst="rect">
            <a:avLst/>
          </a:prstGeom>
          <a:solidFill>
            <a:schemeClr val="accent4"/>
          </a:solidFill>
          <a:ln w="762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文本框 44"/>
          <p:cNvSpPr/>
          <p:nvPr/>
        </p:nvSpPr>
        <p:spPr>
          <a:xfrm>
            <a:off x="-2647800" y="-2281680"/>
            <a:ext cx="6031440" cy="1117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0" b="0" u="none" strike="noStrike">
                <a:solidFill>
                  <a:srgbClr val="FFFFFF">
                    <a:alpha val="40000"/>
                  </a:srgbClr>
                </a:solidFill>
                <a:effectLst/>
                <a:uFillTx/>
                <a:latin typeface="Century Gothic"/>
                <a:ea typeface="微软雅黑"/>
              </a:rPr>
              <a:t>0</a:t>
            </a:r>
            <a:endParaRPr lang="en-US" sz="7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7" name="图片 45"/>
          <p:cNvPicPr/>
          <p:nvPr/>
        </p:nvPicPr>
        <p:blipFill>
          <a:blip r:embed="rId3"/>
          <a:stretch/>
        </p:blipFill>
        <p:spPr>
          <a:xfrm>
            <a:off x="9485280" y="203040"/>
            <a:ext cx="2509920" cy="7023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目录样式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页样式1-常规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5" name="直接连接符 1"/>
          <p:cNvCxnSpPr/>
          <p:nvPr/>
        </p:nvCxnSpPr>
        <p:spPr>
          <a:xfrm>
            <a:off x="1549800" y="862920"/>
            <a:ext cx="10319040" cy="360"/>
          </a:xfrm>
          <a:prstGeom prst="straightConnector1">
            <a:avLst/>
          </a:prstGeom>
          <a:ln w="28575">
            <a:solidFill>
              <a:srgbClr val="A2A2A2"/>
            </a:solidFill>
          </a:ln>
        </p:spPr>
      </p:cxnSp>
      <p:sp>
        <p:nvSpPr>
          <p:cNvPr id="626" name="矩形 23"/>
          <p:cNvSpPr/>
          <p:nvPr/>
        </p:nvSpPr>
        <p:spPr>
          <a:xfrm>
            <a:off x="11155320" y="6188040"/>
            <a:ext cx="712800" cy="66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627" name="矩形 2"/>
          <p:cNvSpPr/>
          <p:nvPr/>
        </p:nvSpPr>
        <p:spPr>
          <a:xfrm>
            <a:off x="318600" y="0"/>
            <a:ext cx="1048320" cy="872640"/>
          </a:xfrm>
          <a:prstGeom prst="rect">
            <a:avLst/>
          </a:prstGeom>
          <a:solidFill>
            <a:schemeClr val="accent1"/>
          </a:solidFill>
          <a:ln>
            <a:solidFill>
              <a:srgbClr val="006C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628" name="PlaceHolder 1"/>
          <p:cNvSpPr>
            <a:spLocks noGrp="1"/>
          </p:cNvSpPr>
          <p:nvPr>
            <p:ph type="title"/>
          </p:nvPr>
        </p:nvSpPr>
        <p:spPr>
          <a:xfrm>
            <a:off x="1606680" y="345960"/>
            <a:ext cx="864360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spAutoFit/>
          </a:bodyPr>
          <a:lstStyle>
            <a:lvl1pPr indent="0" algn="l">
              <a:lnSpc>
                <a:spcPct val="90000"/>
              </a:lnSpc>
              <a:buNone/>
              <a:defRPr lang="zh-CN" sz="2800" b="1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zh-CN" sz="2800" b="1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单击此处编辑母版标题样式</a:t>
            </a:r>
            <a:endParaRPr lang="en-US" sz="2800" b="1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  <p:sp>
        <p:nvSpPr>
          <p:cNvPr id="629" name="矩形 4"/>
          <p:cNvSpPr/>
          <p:nvPr/>
        </p:nvSpPr>
        <p:spPr>
          <a:xfrm>
            <a:off x="318600" y="6188040"/>
            <a:ext cx="10843920" cy="66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630" name="文本框 5"/>
          <p:cNvSpPr/>
          <p:nvPr/>
        </p:nvSpPr>
        <p:spPr>
          <a:xfrm>
            <a:off x="11233080" y="6353280"/>
            <a:ext cx="55044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>
              <a:lnSpc>
                <a:spcPct val="100000"/>
              </a:lnSpc>
            </a:pPr>
            <a:fld id="{E6EA355D-1067-4097-BE52-870ADB8CE85B}" type="slidenum">
              <a:rPr lang="en-US" sz="1600" b="0" u="none" strike="noStrike">
                <a:solidFill>
                  <a:srgbClr val="F2F2F2"/>
                </a:solidFill>
                <a:effectLst/>
                <a:uFillTx/>
                <a:latin typeface="微软雅黑"/>
                <a:ea typeface="微软雅黑"/>
              </a:rPr>
              <a:t>1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矩形 24"/>
          <p:cNvSpPr/>
          <p:nvPr/>
        </p:nvSpPr>
        <p:spPr>
          <a:xfrm>
            <a:off x="1378800" y="-1440"/>
            <a:ext cx="166680" cy="874440"/>
          </a:xfrm>
          <a:prstGeom prst="rect">
            <a:avLst/>
          </a:prstGeom>
          <a:solidFill>
            <a:schemeClr val="accent4"/>
          </a:solidFill>
          <a:ln>
            <a:solidFill>
              <a:srgbClr val="A13F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pic>
        <p:nvPicPr>
          <p:cNvPr id="632" name="图片 56"/>
          <p:cNvPicPr/>
          <p:nvPr/>
        </p:nvPicPr>
        <p:blipFill>
          <a:blip r:embed="rId2"/>
          <a:stretch/>
        </p:blipFill>
        <p:spPr>
          <a:xfrm>
            <a:off x="9837720" y="347400"/>
            <a:ext cx="1968840" cy="4327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33" name="直接连接符 6"/>
          <p:cNvCxnSpPr/>
          <p:nvPr/>
        </p:nvCxnSpPr>
        <p:spPr>
          <a:xfrm>
            <a:off x="1366200" y="-17640"/>
            <a:ext cx="360" cy="1079280"/>
          </a:xfrm>
          <a:prstGeom prst="straightConnector1">
            <a:avLst/>
          </a:prstGeom>
          <a:ln w="12700">
            <a:solidFill>
              <a:srgbClr val="FFFFFF"/>
            </a:solidFill>
          </a:ln>
        </p:spPr>
      </p:cxnSp>
      <p:cxnSp>
        <p:nvCxnSpPr>
          <p:cNvPr id="634" name="直接连接符 57"/>
          <p:cNvCxnSpPr/>
          <p:nvPr/>
        </p:nvCxnSpPr>
        <p:spPr>
          <a:xfrm>
            <a:off x="11155320" y="6119640"/>
            <a:ext cx="360" cy="761040"/>
          </a:xfrm>
          <a:prstGeom prst="straightConnector1">
            <a:avLst/>
          </a:prstGeom>
          <a:ln w="12700">
            <a:solidFill>
              <a:srgbClr val="FFFFFF"/>
            </a:solidFill>
          </a:ln>
        </p:spPr>
      </p:cxnSp>
      <p:grpSp>
        <p:nvGrpSpPr>
          <p:cNvPr id="635" name="组合 83"/>
          <p:cNvGrpSpPr/>
          <p:nvPr/>
        </p:nvGrpSpPr>
        <p:grpSpPr>
          <a:xfrm>
            <a:off x="587160" y="6381720"/>
            <a:ext cx="2479320" cy="304560"/>
            <a:chOff x="587160" y="6381720"/>
            <a:chExt cx="2479320" cy="304560"/>
          </a:xfrm>
        </p:grpSpPr>
        <p:grpSp>
          <p:nvGrpSpPr>
            <p:cNvPr id="636" name="组合 84"/>
            <p:cNvGrpSpPr/>
            <p:nvPr/>
          </p:nvGrpSpPr>
          <p:grpSpPr>
            <a:xfrm>
              <a:off x="2014200" y="6385320"/>
              <a:ext cx="1052280" cy="298080"/>
              <a:chOff x="2014200" y="6385320"/>
              <a:chExt cx="1052280" cy="298080"/>
            </a:xfrm>
          </p:grpSpPr>
          <p:sp>
            <p:nvSpPr>
              <p:cNvPr id="637" name="Freeform 5"/>
              <p:cNvSpPr/>
              <p:nvPr/>
            </p:nvSpPr>
            <p:spPr>
              <a:xfrm>
                <a:off x="2595600" y="6404040"/>
                <a:ext cx="234720" cy="264960"/>
              </a:xfrm>
              <a:custGeom>
                <a:avLst/>
                <a:gdLst>
                  <a:gd name="textAreaLeft" fmla="*/ 0 w 234720"/>
                  <a:gd name="textAreaRight" fmla="*/ 235080 w 234720"/>
                  <a:gd name="textAreaTop" fmla="*/ 0 h 264960"/>
                  <a:gd name="textAreaBottom" fmla="*/ 265320 h 264960"/>
                  <a:gd name="GluePoint1X" fmla="*/ 41 w 125"/>
                  <a:gd name="GluePoint1Y" fmla="*/ 16 h 142"/>
                  <a:gd name="GluePoint2X" fmla="*/ 49 w 125"/>
                  <a:gd name="GluePoint2Y" fmla="*/ 3 h 142"/>
                  <a:gd name="GluePoint3X" fmla="*/ 62 w 125"/>
                  <a:gd name="GluePoint3Y" fmla="*/ 20 h 142"/>
                  <a:gd name="GluePoint4X" fmla="*/ 64 w 125"/>
                  <a:gd name="GluePoint4Y" fmla="*/ 33 h 142"/>
                  <a:gd name="GluePoint5X" fmla="*/ 50 w 125"/>
                  <a:gd name="GluePoint5Y" fmla="*/ 34 h 142"/>
                  <a:gd name="GluePoint6X" fmla="*/ 58 w 125"/>
                  <a:gd name="GluePoint6Y" fmla="*/ 58 h 142"/>
                  <a:gd name="GluePoint7X" fmla="*/ 75 w 125"/>
                  <a:gd name="GluePoint7Y" fmla="*/ 59 h 142"/>
                  <a:gd name="GluePoint8X" fmla="*/ 71 w 125"/>
                  <a:gd name="GluePoint8Y" fmla="*/ 50 h 142"/>
                  <a:gd name="GluePoint9X" fmla="*/ 81 w 125"/>
                  <a:gd name="GluePoint9Y" fmla="*/ 47 h 142"/>
                  <a:gd name="GluePoint10X" fmla="*/ 65 w 125"/>
                  <a:gd name="GluePoint10Y" fmla="*/ 42 h 142"/>
                  <a:gd name="GluePoint11X" fmla="*/ 63 w 125"/>
                  <a:gd name="GluePoint11Y" fmla="*/ 37 h 142"/>
                  <a:gd name="GluePoint12X" fmla="*/ 85 w 125"/>
                  <a:gd name="GluePoint12Y" fmla="*/ 27 h 142"/>
                  <a:gd name="GluePoint13X" fmla="*/ 93 w 125"/>
                  <a:gd name="GluePoint13Y" fmla="*/ 2 h 142"/>
                  <a:gd name="GluePoint14X" fmla="*/ 99 w 125"/>
                  <a:gd name="GluePoint14Y" fmla="*/ 5 h 142"/>
                  <a:gd name="GluePoint15X" fmla="*/ 111 w 125"/>
                  <a:gd name="GluePoint15Y" fmla="*/ 30 h 142"/>
                  <a:gd name="GluePoint16X" fmla="*/ 102 w 125"/>
                  <a:gd name="GluePoint16Y" fmla="*/ 34 h 142"/>
                  <a:gd name="GluePoint17X" fmla="*/ 95 w 125"/>
                  <a:gd name="GluePoint17Y" fmla="*/ 59 h 142"/>
                  <a:gd name="GluePoint18X" fmla="*/ 123 w 125"/>
                  <a:gd name="GluePoint18Y" fmla="*/ 61 h 142"/>
                  <a:gd name="GluePoint19X" fmla="*/ 110 w 125"/>
                  <a:gd name="GluePoint19Y" fmla="*/ 71 h 142"/>
                  <a:gd name="GluePoint20X" fmla="*/ 104 w 125"/>
                  <a:gd name="GluePoint20Y" fmla="*/ 82 h 142"/>
                  <a:gd name="GluePoint21X" fmla="*/ 112 w 125"/>
                  <a:gd name="GluePoint21Y" fmla="*/ 134 h 142"/>
                  <a:gd name="GluePoint22X" fmla="*/ 102 w 125"/>
                  <a:gd name="GluePoint22Y" fmla="*/ 140 h 142"/>
                  <a:gd name="GluePoint23X" fmla="*/ 89 w 125"/>
                  <a:gd name="GluePoint23Y" fmla="*/ 123 h 142"/>
                  <a:gd name="GluePoint24X" fmla="*/ 101 w 125"/>
                  <a:gd name="GluePoint24Y" fmla="*/ 128 h 142"/>
                  <a:gd name="GluePoint25X" fmla="*/ 101 w 125"/>
                  <a:gd name="GluePoint25Y" fmla="*/ 92 h 142"/>
                  <a:gd name="GluePoint26X" fmla="*/ 97 w 125"/>
                  <a:gd name="GluePoint26Y" fmla="*/ 99 h 142"/>
                  <a:gd name="GluePoint27X" fmla="*/ 90 w 125"/>
                  <a:gd name="GluePoint27Y" fmla="*/ 103 h 142"/>
                  <a:gd name="GluePoint28X" fmla="*/ 86 w 125"/>
                  <a:gd name="GluePoint28Y" fmla="*/ 110 h 142"/>
                  <a:gd name="GluePoint29X" fmla="*/ 81 w 125"/>
                  <a:gd name="GluePoint29Y" fmla="*/ 120 h 142"/>
                  <a:gd name="GluePoint30X" fmla="*/ 88 w 125"/>
                  <a:gd name="GluePoint30Y" fmla="*/ 71 h 142"/>
                  <a:gd name="GluePoint31X" fmla="*/ 60 w 125"/>
                  <a:gd name="GluePoint31Y" fmla="*/ 87 h 142"/>
                  <a:gd name="GluePoint32X" fmla="*/ 53 w 125"/>
                  <a:gd name="GluePoint32Y" fmla="*/ 89 h 142"/>
                  <a:gd name="GluePoint33X" fmla="*/ 51 w 125"/>
                  <a:gd name="GluePoint33Y" fmla="*/ 128 h 142"/>
                  <a:gd name="GluePoint34X" fmla="*/ 43 w 125"/>
                  <a:gd name="GluePoint34Y" fmla="*/ 134 h 142"/>
                  <a:gd name="GluePoint35X" fmla="*/ 39 w 125"/>
                  <a:gd name="GluePoint35Y" fmla="*/ 107 h 142"/>
                  <a:gd name="GluePoint36X" fmla="*/ 33 w 125"/>
                  <a:gd name="GluePoint36Y" fmla="*/ 114 h 142"/>
                  <a:gd name="GluePoint37X" fmla="*/ 17 w 125"/>
                  <a:gd name="GluePoint37Y" fmla="*/ 108 h 142"/>
                  <a:gd name="GluePoint38X" fmla="*/ 5 w 125"/>
                  <a:gd name="GluePoint38Y" fmla="*/ 81 h 142"/>
                  <a:gd name="GluePoint39X" fmla="*/ 34 w 125"/>
                  <a:gd name="GluePoint39Y" fmla="*/ 56 h 142"/>
                  <a:gd name="GluePoint40X" fmla="*/ 38 w 125"/>
                  <a:gd name="GluePoint40Y" fmla="*/ 33 h 142"/>
                  <a:gd name="GluePoint41X" fmla="*/ 22 w 125"/>
                  <a:gd name="GluePoint41Y" fmla="*/ 55 h 142"/>
                  <a:gd name="GluePoint42X" fmla="*/ 14 w 125"/>
                  <a:gd name="GluePoint42Y" fmla="*/ 55 h 142"/>
                  <a:gd name="GluePoint43X" fmla="*/ 11 w 125"/>
                  <a:gd name="GluePoint43Y" fmla="*/ 36 h 142"/>
                  <a:gd name="GluePoint44X" fmla="*/ 32 w 125"/>
                  <a:gd name="GluePoint44Y" fmla="*/ 22 h 142"/>
                  <a:gd name="GluePoint45X" fmla="*/ 28 w 125"/>
                  <a:gd name="GluePoint45Y" fmla="*/ 33 h 1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</a:cxnLst>
                <a:rect l="textAreaLeft" t="textAreaTop" r="textAreaRight" b="textAreaBottom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entury Gothic"/>
                </a:endParaRPr>
              </a:p>
            </p:txBody>
          </p:sp>
          <p:sp>
            <p:nvSpPr>
              <p:cNvPr id="638" name="Freeform 6"/>
              <p:cNvSpPr/>
              <p:nvPr/>
            </p:nvSpPr>
            <p:spPr>
              <a:xfrm>
                <a:off x="2931480" y="6444720"/>
                <a:ext cx="135000" cy="2034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203400"/>
                  <a:gd name="textAreaBottom" fmla="*/ 203760 h 203400"/>
                  <a:gd name="GluePoint1X" fmla="*/ 33 w 72"/>
                  <a:gd name="GluePoint1Y" fmla="*/ 76 h 109"/>
                  <a:gd name="GluePoint2X" fmla="*/ 44 w 72"/>
                  <a:gd name="GluePoint2Y" fmla="*/ 73 h 109"/>
                  <a:gd name="GluePoint3X" fmla="*/ 59 w 72"/>
                  <a:gd name="GluePoint3Y" fmla="*/ 71 h 109"/>
                  <a:gd name="GluePoint4X" fmla="*/ 69 w 72"/>
                  <a:gd name="GluePoint4Y" fmla="*/ 92 h 109"/>
                  <a:gd name="GluePoint5X" fmla="*/ 66 w 72"/>
                  <a:gd name="GluePoint5Y" fmla="*/ 94 h 109"/>
                  <a:gd name="GluePoint6X" fmla="*/ 49 w 72"/>
                  <a:gd name="GluePoint6Y" fmla="*/ 96 h 109"/>
                  <a:gd name="GluePoint7X" fmla="*/ 28 w 72"/>
                  <a:gd name="GluePoint7Y" fmla="*/ 106 h 109"/>
                  <a:gd name="GluePoint8X" fmla="*/ 16 w 72"/>
                  <a:gd name="GluePoint8Y" fmla="*/ 106 h 109"/>
                  <a:gd name="GluePoint9X" fmla="*/ 1 w 72"/>
                  <a:gd name="GluePoint9Y" fmla="*/ 80 h 109"/>
                  <a:gd name="GluePoint10X" fmla="*/ 2 w 72"/>
                  <a:gd name="GluePoint10Y" fmla="*/ 74 h 109"/>
                  <a:gd name="GluePoint11X" fmla="*/ 23 w 72"/>
                  <a:gd name="GluePoint11Y" fmla="*/ 31 h 109"/>
                  <a:gd name="GluePoint12X" fmla="*/ 22 w 72"/>
                  <a:gd name="GluePoint12Y" fmla="*/ 26 h 109"/>
                  <a:gd name="GluePoint13X" fmla="*/ 12 w 72"/>
                  <a:gd name="GluePoint13Y" fmla="*/ 16 h 109"/>
                  <a:gd name="GluePoint14X" fmla="*/ 15 w 72"/>
                  <a:gd name="GluePoint14Y" fmla="*/ 10 h 109"/>
                  <a:gd name="GluePoint15X" fmla="*/ 32 w 72"/>
                  <a:gd name="GluePoint15Y" fmla="*/ 5 h 109"/>
                  <a:gd name="GluePoint16X" fmla="*/ 60 w 72"/>
                  <a:gd name="GluePoint16Y" fmla="*/ 18 h 109"/>
                  <a:gd name="GluePoint17X" fmla="*/ 59 w 72"/>
                  <a:gd name="GluePoint17Y" fmla="*/ 26 h 109"/>
                  <a:gd name="GluePoint18X" fmla="*/ 52 w 72"/>
                  <a:gd name="GluePoint18Y" fmla="*/ 36 h 109"/>
                  <a:gd name="GluePoint19X" fmla="*/ 34 w 72"/>
                  <a:gd name="GluePoint19Y" fmla="*/ 72 h 109"/>
                  <a:gd name="GluePoint20X" fmla="*/ 33 w 72"/>
                  <a:gd name="GluePoint20Y" fmla="*/ 76 h 10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</a:cxnLst>
                <a:rect l="textAreaLeft" t="textAreaTop" r="textAreaRight" b="textAreaBottom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entury Gothic"/>
                </a:endParaRPr>
              </a:p>
            </p:txBody>
          </p:sp>
          <p:grpSp>
            <p:nvGrpSpPr>
              <p:cNvPr id="639" name="组合 101"/>
              <p:cNvGrpSpPr/>
              <p:nvPr/>
            </p:nvGrpSpPr>
            <p:grpSpPr>
              <a:xfrm>
                <a:off x="2014200" y="6385320"/>
                <a:ext cx="240480" cy="298080"/>
                <a:chOff x="2014200" y="6385320"/>
                <a:chExt cx="240480" cy="298080"/>
              </a:xfrm>
            </p:grpSpPr>
            <p:sp>
              <p:nvSpPr>
                <p:cNvPr id="640" name="Freeform 7"/>
                <p:cNvSpPr/>
                <p:nvPr/>
              </p:nvSpPr>
              <p:spPr>
                <a:xfrm>
                  <a:off x="2014200" y="6385320"/>
                  <a:ext cx="240480" cy="195840"/>
                </a:xfrm>
                <a:custGeom>
                  <a:avLst/>
                  <a:gdLst>
                    <a:gd name="textAreaLeft" fmla="*/ 0 w 240480"/>
                    <a:gd name="textAreaRight" fmla="*/ 240840 w 240480"/>
                    <a:gd name="textAreaTop" fmla="*/ 0 h 195840"/>
                    <a:gd name="textAreaBottom" fmla="*/ 196200 h 195840"/>
                    <a:gd name="GluePoint1X" fmla="*/ 101 w 128"/>
                    <a:gd name="GluePoint1Y" fmla="*/ 58 h 105"/>
                    <a:gd name="GluePoint2X" fmla="*/ 74 w 128"/>
                    <a:gd name="GluePoint2Y" fmla="*/ 56 h 105"/>
                    <a:gd name="GluePoint3X" fmla="*/ 68 w 128"/>
                    <a:gd name="GluePoint3Y" fmla="*/ 57 h 105"/>
                    <a:gd name="GluePoint4X" fmla="*/ 51 w 128"/>
                    <a:gd name="GluePoint4Y" fmla="*/ 59 h 105"/>
                    <a:gd name="GluePoint5X" fmla="*/ 36 w 128"/>
                    <a:gd name="GluePoint5Y" fmla="*/ 65 h 105"/>
                    <a:gd name="GluePoint6X" fmla="*/ 28 w 128"/>
                    <a:gd name="GluePoint6Y" fmla="*/ 73 h 105"/>
                    <a:gd name="GluePoint7X" fmla="*/ 16 w 128"/>
                    <a:gd name="GluePoint7Y" fmla="*/ 102 h 105"/>
                    <a:gd name="GluePoint8X" fmla="*/ 13 w 128"/>
                    <a:gd name="GluePoint8Y" fmla="*/ 104 h 105"/>
                    <a:gd name="GluePoint9X" fmla="*/ 1 w 128"/>
                    <a:gd name="GluePoint9Y" fmla="*/ 98 h 105"/>
                    <a:gd name="GluePoint10X" fmla="*/ 0 w 128"/>
                    <a:gd name="GluePoint10Y" fmla="*/ 93 h 105"/>
                    <a:gd name="GluePoint11X" fmla="*/ 15 w 128"/>
                    <a:gd name="GluePoint11Y" fmla="*/ 60 h 105"/>
                    <a:gd name="GluePoint12X" fmla="*/ 16 w 128"/>
                    <a:gd name="GluePoint12Y" fmla="*/ 58 h 105"/>
                    <a:gd name="GluePoint13X" fmla="*/ 20 w 128"/>
                    <a:gd name="GluePoint13Y" fmla="*/ 52 h 105"/>
                    <a:gd name="GluePoint14X" fmla="*/ 32 w 128"/>
                    <a:gd name="GluePoint14Y" fmla="*/ 54 h 105"/>
                    <a:gd name="GluePoint15X" fmla="*/ 39 w 128"/>
                    <a:gd name="GluePoint15Y" fmla="*/ 55 h 105"/>
                    <a:gd name="GluePoint16X" fmla="*/ 72 w 128"/>
                    <a:gd name="GluePoint16Y" fmla="*/ 21 h 105"/>
                    <a:gd name="GluePoint17X" fmla="*/ 74 w 128"/>
                    <a:gd name="GluePoint17Y" fmla="*/ 16 h 105"/>
                    <a:gd name="GluePoint18X" fmla="*/ 74 w 128"/>
                    <a:gd name="GluePoint18Y" fmla="*/ 11 h 105"/>
                    <a:gd name="GluePoint19X" fmla="*/ 71 w 128"/>
                    <a:gd name="GluePoint19Y" fmla="*/ 11 h 105"/>
                    <a:gd name="GluePoint20X" fmla="*/ 68 w 128"/>
                    <a:gd name="GluePoint20Y" fmla="*/ 15 h 105"/>
                    <a:gd name="GluePoint21X" fmla="*/ 68 w 128"/>
                    <a:gd name="GluePoint21Y" fmla="*/ 21 h 105"/>
                    <a:gd name="GluePoint22X" fmla="*/ 59 w 128"/>
                    <a:gd name="GluePoint22Y" fmla="*/ 29 h 105"/>
                    <a:gd name="GluePoint23X" fmla="*/ 53 w 128"/>
                    <a:gd name="GluePoint23Y" fmla="*/ 27 h 105"/>
                    <a:gd name="GluePoint24X" fmla="*/ 47 w 128"/>
                    <a:gd name="GluePoint24Y" fmla="*/ 24 h 105"/>
                    <a:gd name="GluePoint25X" fmla="*/ 47 w 128"/>
                    <a:gd name="GluePoint25Y" fmla="*/ 32 h 105"/>
                    <a:gd name="GluePoint26X" fmla="*/ 47 w 128"/>
                    <a:gd name="GluePoint26Y" fmla="*/ 34 h 105"/>
                    <a:gd name="GluePoint27X" fmla="*/ 43 w 128"/>
                    <a:gd name="GluePoint27Y" fmla="*/ 45 h 105"/>
                    <a:gd name="GluePoint28X" fmla="*/ 31 w 128"/>
                    <a:gd name="GluePoint28Y" fmla="*/ 39 h 105"/>
                    <a:gd name="GluePoint29X" fmla="*/ 29 w 128"/>
                    <a:gd name="GluePoint29Y" fmla="*/ 23 h 105"/>
                    <a:gd name="GluePoint30X" fmla="*/ 33 w 128"/>
                    <a:gd name="GluePoint30Y" fmla="*/ 14 h 105"/>
                    <a:gd name="GluePoint31X" fmla="*/ 36 w 128"/>
                    <a:gd name="GluePoint31Y" fmla="*/ 9 h 105"/>
                    <a:gd name="GluePoint32X" fmla="*/ 42 w 128"/>
                    <a:gd name="GluePoint32Y" fmla="*/ 13 h 105"/>
                    <a:gd name="GluePoint33X" fmla="*/ 44 w 128"/>
                    <a:gd name="GluePoint33Y" fmla="*/ 16 h 105"/>
                    <a:gd name="GluePoint34X" fmla="*/ 57 w 128"/>
                    <a:gd name="GluePoint34Y" fmla="*/ 14 h 105"/>
                    <a:gd name="GluePoint35X" fmla="*/ 62 w 128"/>
                    <a:gd name="GluePoint35Y" fmla="*/ 11 h 105"/>
                    <a:gd name="GluePoint36X" fmla="*/ 84 w 128"/>
                    <a:gd name="GluePoint36Y" fmla="*/ 0 h 105"/>
                    <a:gd name="GluePoint37X" fmla="*/ 96 w 128"/>
                    <a:gd name="GluePoint37Y" fmla="*/ 7 h 105"/>
                    <a:gd name="GluePoint38X" fmla="*/ 96 w 128"/>
                    <a:gd name="GluePoint38Y" fmla="*/ 20 h 105"/>
                    <a:gd name="GluePoint39X" fmla="*/ 83 w 128"/>
                    <a:gd name="GluePoint39Y" fmla="*/ 43 h 105"/>
                    <a:gd name="GluePoint40X" fmla="*/ 94 w 128"/>
                    <a:gd name="GluePoint40Y" fmla="*/ 44 h 105"/>
                    <a:gd name="GluePoint41X" fmla="*/ 122 w 128"/>
                    <a:gd name="GluePoint41Y" fmla="*/ 59 h 105"/>
                    <a:gd name="GluePoint42X" fmla="*/ 120 w 128"/>
                    <a:gd name="GluePoint42Y" fmla="*/ 73 h 105"/>
                    <a:gd name="GluePoint43X" fmla="*/ 98 w 128"/>
                    <a:gd name="GluePoint43Y" fmla="*/ 73 h 105"/>
                    <a:gd name="GluePoint44X" fmla="*/ 97 w 128"/>
                    <a:gd name="GluePoint44Y" fmla="*/ 66 h 105"/>
                    <a:gd name="GluePoint45X" fmla="*/ 101 w 128"/>
                    <a:gd name="GluePoint45Y" fmla="*/ 58 h 10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</a:cxnLst>
                  <a:rect l="textAreaLeft" t="textAreaTop" r="textAreaRight" b="textAreaBottom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641" name="Freeform 8"/>
                <p:cNvSpPr/>
                <p:nvPr/>
              </p:nvSpPr>
              <p:spPr>
                <a:xfrm>
                  <a:off x="2065320" y="6504480"/>
                  <a:ext cx="149760" cy="178920"/>
                </a:xfrm>
                <a:custGeom>
                  <a:avLst/>
                  <a:gdLst>
                    <a:gd name="textAreaLeft" fmla="*/ 0 w 149760"/>
                    <a:gd name="textAreaRight" fmla="*/ 150120 w 149760"/>
                    <a:gd name="textAreaTop" fmla="*/ 0 h 178920"/>
                    <a:gd name="textAreaBottom" fmla="*/ 179280 h 178920"/>
                    <a:gd name="GluePoint1X" fmla="*/ 46 w 80"/>
                    <a:gd name="GluePoint1Y" fmla="*/ 29 h 96"/>
                    <a:gd name="GluePoint2X" fmla="*/ 65 w 80"/>
                    <a:gd name="GluePoint2Y" fmla="*/ 29 h 96"/>
                    <a:gd name="GluePoint3X" fmla="*/ 79 w 80"/>
                    <a:gd name="GluePoint3Y" fmla="*/ 41 h 96"/>
                    <a:gd name="GluePoint4X" fmla="*/ 74 w 80"/>
                    <a:gd name="GluePoint4Y" fmla="*/ 43 h 96"/>
                    <a:gd name="GluePoint5X" fmla="*/ 60 w 80"/>
                    <a:gd name="GluePoint5Y" fmla="*/ 43 h 96"/>
                    <a:gd name="GluePoint6X" fmla="*/ 52 w 80"/>
                    <a:gd name="GluePoint6Y" fmla="*/ 50 h 96"/>
                    <a:gd name="GluePoint7X" fmla="*/ 49 w 80"/>
                    <a:gd name="GluePoint7Y" fmla="*/ 87 h 96"/>
                    <a:gd name="GluePoint8X" fmla="*/ 37 w 80"/>
                    <a:gd name="GluePoint8Y" fmla="*/ 95 h 96"/>
                    <a:gd name="GluePoint9X" fmla="*/ 21 w 80"/>
                    <a:gd name="GluePoint9Y" fmla="*/ 68 h 96"/>
                    <a:gd name="GluePoint10X" fmla="*/ 22 w 80"/>
                    <a:gd name="GluePoint10Y" fmla="*/ 62 h 96"/>
                    <a:gd name="GluePoint11X" fmla="*/ 30 w 80"/>
                    <a:gd name="GluePoint11Y" fmla="*/ 72 h 96"/>
                    <a:gd name="GluePoint12X" fmla="*/ 40 w 80"/>
                    <a:gd name="GluePoint12Y" fmla="*/ 70 h 96"/>
                    <a:gd name="GluePoint13X" fmla="*/ 43 w 80"/>
                    <a:gd name="GluePoint13Y" fmla="*/ 46 h 96"/>
                    <a:gd name="GluePoint14X" fmla="*/ 24 w 80"/>
                    <a:gd name="GluePoint14Y" fmla="*/ 52 h 96"/>
                    <a:gd name="GluePoint15X" fmla="*/ 19 w 80"/>
                    <a:gd name="GluePoint15Y" fmla="*/ 54 h 96"/>
                    <a:gd name="GluePoint16X" fmla="*/ 6 w 80"/>
                    <a:gd name="GluePoint16Y" fmla="*/ 54 h 96"/>
                    <a:gd name="GluePoint17X" fmla="*/ 2 w 80"/>
                    <a:gd name="GluePoint17Y" fmla="*/ 40 h 96"/>
                    <a:gd name="GluePoint18X" fmla="*/ 6 w 80"/>
                    <a:gd name="GluePoint18Y" fmla="*/ 37 h 96"/>
                    <a:gd name="GluePoint19X" fmla="*/ 28 w 80"/>
                    <a:gd name="GluePoint19Y" fmla="*/ 33 h 96"/>
                    <a:gd name="GluePoint20X" fmla="*/ 33 w 80"/>
                    <a:gd name="GluePoint20Y" fmla="*/ 32 h 96"/>
                    <a:gd name="GluePoint21X" fmla="*/ 36 w 80"/>
                    <a:gd name="GluePoint21Y" fmla="*/ 22 h 96"/>
                    <a:gd name="GluePoint22X" fmla="*/ 46 w 80"/>
                    <a:gd name="GluePoint22Y" fmla="*/ 12 h 96"/>
                    <a:gd name="GluePoint23X" fmla="*/ 45 w 80"/>
                    <a:gd name="GluePoint23Y" fmla="*/ 10 h 96"/>
                    <a:gd name="GluePoint24X" fmla="*/ 26 w 80"/>
                    <a:gd name="GluePoint24Y" fmla="*/ 17 h 96"/>
                    <a:gd name="GluePoint25X" fmla="*/ 15 w 80"/>
                    <a:gd name="GluePoint25Y" fmla="*/ 24 h 96"/>
                    <a:gd name="GluePoint26X" fmla="*/ 5 w 80"/>
                    <a:gd name="GluePoint26Y" fmla="*/ 22 h 96"/>
                    <a:gd name="GluePoint27X" fmla="*/ 1 w 80"/>
                    <a:gd name="GluePoint27Y" fmla="*/ 17 h 96"/>
                    <a:gd name="GluePoint28X" fmla="*/ 36 w 80"/>
                    <a:gd name="GluePoint28Y" fmla="*/ 2 h 96"/>
                    <a:gd name="GluePoint29X" fmla="*/ 55 w 80"/>
                    <a:gd name="GluePoint29Y" fmla="*/ 0 h 96"/>
                    <a:gd name="GluePoint30X" fmla="*/ 61 w 80"/>
                    <a:gd name="GluePoint30Y" fmla="*/ 6 h 96"/>
                    <a:gd name="GluePoint31X" fmla="*/ 59 w 80"/>
                    <a:gd name="GluePoint31Y" fmla="*/ 13 h 96"/>
                    <a:gd name="GluePoint32X" fmla="*/ 46 w 80"/>
                    <a:gd name="GluePoint32Y" fmla="*/ 29 h 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</a:cxnLst>
                  <a:rect l="textAreaLeft" t="textAreaTop" r="textAreaRight" b="textAreaBottom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642" name="组合 102"/>
              <p:cNvGrpSpPr/>
              <p:nvPr/>
            </p:nvGrpSpPr>
            <p:grpSpPr>
              <a:xfrm>
                <a:off x="2349720" y="6467040"/>
                <a:ext cx="145440" cy="155520"/>
                <a:chOff x="2349720" y="6467040"/>
                <a:chExt cx="145440" cy="155520"/>
              </a:xfrm>
            </p:grpSpPr>
            <p:sp>
              <p:nvSpPr>
                <p:cNvPr id="643" name="Freeform 15"/>
                <p:cNvSpPr/>
                <p:nvPr/>
              </p:nvSpPr>
              <p:spPr>
                <a:xfrm>
                  <a:off x="2349720" y="6501600"/>
                  <a:ext cx="66960" cy="10764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107640"/>
                    <a:gd name="textAreaBottom" fmla="*/ 108000 h 107640"/>
                    <a:gd name="GluePoint1X" fmla="*/ 16 w 39"/>
                    <a:gd name="GluePoint1Y" fmla="*/ 29 h 58"/>
                    <a:gd name="GluePoint2X" fmla="*/ 27 w 39"/>
                    <a:gd name="GluePoint2Y" fmla="*/ 7 h 58"/>
                    <a:gd name="GluePoint3X" fmla="*/ 31 w 39"/>
                    <a:gd name="GluePoint3Y" fmla="*/ 1 h 58"/>
                    <a:gd name="GluePoint4X" fmla="*/ 34 w 39"/>
                    <a:gd name="GluePoint4Y" fmla="*/ 6 h 58"/>
                    <a:gd name="GluePoint5X" fmla="*/ 35 w 39"/>
                    <a:gd name="GluePoint5Y" fmla="*/ 26 h 58"/>
                    <a:gd name="GluePoint6X" fmla="*/ 20 w 39"/>
                    <a:gd name="GluePoint6Y" fmla="*/ 52 h 58"/>
                    <a:gd name="GluePoint7X" fmla="*/ 9 w 39"/>
                    <a:gd name="GluePoint7Y" fmla="*/ 57 h 58"/>
                    <a:gd name="GluePoint8X" fmla="*/ 1 w 39"/>
                    <a:gd name="GluePoint8Y" fmla="*/ 43 h 58"/>
                    <a:gd name="GluePoint9X" fmla="*/ 4 w 39"/>
                    <a:gd name="GluePoint9Y" fmla="*/ 6 h 58"/>
                    <a:gd name="GluePoint10X" fmla="*/ 8 w 39"/>
                    <a:gd name="GluePoint10Y" fmla="*/ 0 h 58"/>
                    <a:gd name="GluePoint11X" fmla="*/ 15 w 39"/>
                    <a:gd name="GluePoint11Y" fmla="*/ 6 h 58"/>
                    <a:gd name="GluePoint12X" fmla="*/ 14 w 39"/>
                    <a:gd name="GluePoint12Y" fmla="*/ 20 h 58"/>
                    <a:gd name="GluePoint13X" fmla="*/ 14 w 39"/>
                    <a:gd name="GluePoint13Y" fmla="*/ 28 h 58"/>
                    <a:gd name="GluePoint14X" fmla="*/ 16 w 39"/>
                    <a:gd name="GluePoint14Y" fmla="*/ 29 h 5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76320" rIns="7632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644" name="Freeform 16"/>
                <p:cNvSpPr/>
                <p:nvPr/>
              </p:nvSpPr>
              <p:spPr>
                <a:xfrm>
                  <a:off x="2422080" y="6470640"/>
                  <a:ext cx="73080" cy="151920"/>
                </a:xfrm>
                <a:custGeom>
                  <a:avLst/>
                  <a:gdLst>
                    <a:gd name="textAreaLeft" fmla="*/ 0 w 73080"/>
                    <a:gd name="textAreaRight" fmla="*/ 73440 w 73080"/>
                    <a:gd name="textAreaTop" fmla="*/ 0 h 151920"/>
                    <a:gd name="textAreaBottom" fmla="*/ 152280 h 151920"/>
                    <a:gd name="GluePoint1X" fmla="*/ 9 w 47"/>
                    <a:gd name="GluePoint1Y" fmla="*/ 73 h 88"/>
                    <a:gd name="GluePoint2X" fmla="*/ 3 w 47"/>
                    <a:gd name="GluePoint2Y" fmla="*/ 67 h 88"/>
                    <a:gd name="GluePoint3X" fmla="*/ 3 w 47"/>
                    <a:gd name="GluePoint3Y" fmla="*/ 57 h 88"/>
                    <a:gd name="GluePoint4X" fmla="*/ 20 w 47"/>
                    <a:gd name="GluePoint4Y" fmla="*/ 38 h 88"/>
                    <a:gd name="GluePoint5X" fmla="*/ 33 w 47"/>
                    <a:gd name="GluePoint5Y" fmla="*/ 20 h 88"/>
                    <a:gd name="GluePoint6X" fmla="*/ 33 w 47"/>
                    <a:gd name="GluePoint6Y" fmla="*/ 4 h 88"/>
                    <a:gd name="GluePoint7X" fmla="*/ 32 w 47"/>
                    <a:gd name="GluePoint7Y" fmla="*/ 1 h 88"/>
                    <a:gd name="GluePoint8X" fmla="*/ 33 w 47"/>
                    <a:gd name="GluePoint8Y" fmla="*/ 0 h 88"/>
                    <a:gd name="GluePoint9X" fmla="*/ 41 w 47"/>
                    <a:gd name="GluePoint9Y" fmla="*/ 6 h 88"/>
                    <a:gd name="GluePoint10X" fmla="*/ 43 w 47"/>
                    <a:gd name="GluePoint10Y" fmla="*/ 26 h 88"/>
                    <a:gd name="GluePoint11X" fmla="*/ 29 w 47"/>
                    <a:gd name="GluePoint11Y" fmla="*/ 48 h 88"/>
                    <a:gd name="GluePoint12X" fmla="*/ 30 w 47"/>
                    <a:gd name="GluePoint12Y" fmla="*/ 52 h 88"/>
                    <a:gd name="GluePoint13X" fmla="*/ 40 w 47"/>
                    <a:gd name="GluePoint13Y" fmla="*/ 73 h 88"/>
                    <a:gd name="GluePoint14X" fmla="*/ 41 w 47"/>
                    <a:gd name="GluePoint14Y" fmla="*/ 84 h 88"/>
                    <a:gd name="GluePoint15X" fmla="*/ 37 w 47"/>
                    <a:gd name="GluePoint15Y" fmla="*/ 86 h 88"/>
                    <a:gd name="GluePoint16X" fmla="*/ 31 w 47"/>
                    <a:gd name="GluePoint16Y" fmla="*/ 75 h 88"/>
                    <a:gd name="GluePoint17X" fmla="*/ 28 w 47"/>
                    <a:gd name="GluePoint17Y" fmla="*/ 60 h 88"/>
                    <a:gd name="GluePoint18X" fmla="*/ 22 w 47"/>
                    <a:gd name="GluePoint18Y" fmla="*/ 59 h 88"/>
                    <a:gd name="GluePoint19X" fmla="*/ 9 w 47"/>
                    <a:gd name="GluePoint19Y" fmla="*/ 73 h 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</a:cxnLst>
                  <a:rect l="textAreaLeft" t="textAreaTop" r="textAreaRight" b="textAreaBottom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83160" rIns="8316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645" name="Freeform 17"/>
                <p:cNvSpPr/>
                <p:nvPr/>
              </p:nvSpPr>
              <p:spPr>
                <a:xfrm>
                  <a:off x="2387880" y="6467040"/>
                  <a:ext cx="47880" cy="27720"/>
                </a:xfrm>
                <a:custGeom>
                  <a:avLst/>
                  <a:gdLst>
                    <a:gd name="textAreaLeft" fmla="*/ 0 w 47880"/>
                    <a:gd name="textAreaRight" fmla="*/ 48240 w 47880"/>
                    <a:gd name="textAreaTop" fmla="*/ 0 h 27720"/>
                    <a:gd name="textAreaBottom" fmla="*/ 28080 h 27720"/>
                    <a:gd name="GluePoint1X" fmla="*/ 0 w 26"/>
                    <a:gd name="GluePoint1Y" fmla="*/ 0 h 19"/>
                    <a:gd name="GluePoint2X" fmla="*/ 20 w 26"/>
                    <a:gd name="GluePoint2Y" fmla="*/ 1 h 19"/>
                    <a:gd name="GluePoint3X" fmla="*/ 23 w 26"/>
                    <a:gd name="GluePoint3Y" fmla="*/ 12 h 19"/>
                    <a:gd name="GluePoint4X" fmla="*/ 12 w 26"/>
                    <a:gd name="GluePoint4Y" fmla="*/ 18 h 19"/>
                    <a:gd name="GluePoint5X" fmla="*/ 3 w 26"/>
                    <a:gd name="GluePoint5Y" fmla="*/ 11 h 19"/>
                    <a:gd name="GluePoint6X" fmla="*/ 0 w 26"/>
                    <a:gd name="GluePoint6Y" fmla="*/ 0 h 1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4720" tIns="14040" rIns="54720" bIns="140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  <p:grpSp>
          <p:nvGrpSpPr>
            <p:cNvPr id="646" name="组合 85"/>
            <p:cNvGrpSpPr/>
            <p:nvPr/>
          </p:nvGrpSpPr>
          <p:grpSpPr>
            <a:xfrm>
              <a:off x="587160" y="6381720"/>
              <a:ext cx="1100160" cy="304560"/>
              <a:chOff x="587160" y="6381720"/>
              <a:chExt cx="1100160" cy="304560"/>
            </a:xfrm>
          </p:grpSpPr>
          <p:grpSp>
            <p:nvGrpSpPr>
              <p:cNvPr id="647" name="组合 86"/>
              <p:cNvGrpSpPr/>
              <p:nvPr/>
            </p:nvGrpSpPr>
            <p:grpSpPr>
              <a:xfrm>
                <a:off x="1171800" y="6431400"/>
                <a:ext cx="212760" cy="223560"/>
                <a:chOff x="1171800" y="6431400"/>
                <a:chExt cx="212760" cy="223560"/>
              </a:xfrm>
            </p:grpSpPr>
            <p:sp>
              <p:nvSpPr>
                <p:cNvPr id="648" name="Freeform 9"/>
                <p:cNvSpPr/>
                <p:nvPr/>
              </p:nvSpPr>
              <p:spPr>
                <a:xfrm>
                  <a:off x="1171800" y="6447960"/>
                  <a:ext cx="110520" cy="187920"/>
                </a:xfrm>
                <a:custGeom>
                  <a:avLst/>
                  <a:gdLst>
                    <a:gd name="textAreaLeft" fmla="*/ 0 w 110520"/>
                    <a:gd name="textAreaRight" fmla="*/ 110880 w 110520"/>
                    <a:gd name="textAreaTop" fmla="*/ 0 h 187920"/>
                    <a:gd name="textAreaBottom" fmla="*/ 188280 h 187920"/>
                    <a:gd name="GluePoint1X" fmla="*/ 39 w 59"/>
                    <a:gd name="GluePoint1Y" fmla="*/ 78 h 101"/>
                    <a:gd name="GluePoint2X" fmla="*/ 17 w 59"/>
                    <a:gd name="GluePoint2Y" fmla="*/ 94 h 101"/>
                    <a:gd name="GluePoint3X" fmla="*/ 8 w 59"/>
                    <a:gd name="GluePoint3Y" fmla="*/ 94 h 101"/>
                    <a:gd name="GluePoint4X" fmla="*/ 0 w 59"/>
                    <a:gd name="GluePoint4Y" fmla="*/ 79 h 101"/>
                    <a:gd name="GluePoint5X" fmla="*/ 17 w 59"/>
                    <a:gd name="GluePoint5Y" fmla="*/ 73 h 101"/>
                    <a:gd name="GluePoint6X" fmla="*/ 10 w 59"/>
                    <a:gd name="GluePoint6Y" fmla="*/ 68 h 101"/>
                    <a:gd name="GluePoint7X" fmla="*/ 8 w 59"/>
                    <a:gd name="GluePoint7Y" fmla="*/ 60 h 101"/>
                    <a:gd name="GluePoint8X" fmla="*/ 18 w 59"/>
                    <a:gd name="GluePoint8Y" fmla="*/ 23 h 101"/>
                    <a:gd name="GluePoint9X" fmla="*/ 26 w 59"/>
                    <a:gd name="GluePoint9Y" fmla="*/ 17 h 101"/>
                    <a:gd name="GluePoint10X" fmla="*/ 36 w 59"/>
                    <a:gd name="GluePoint10Y" fmla="*/ 26 h 101"/>
                    <a:gd name="GluePoint11X" fmla="*/ 36 w 59"/>
                    <a:gd name="GluePoint11Y" fmla="*/ 27 h 101"/>
                    <a:gd name="GluePoint12X" fmla="*/ 43 w 59"/>
                    <a:gd name="GluePoint12Y" fmla="*/ 40 h 101"/>
                    <a:gd name="GluePoint13X" fmla="*/ 42 w 59"/>
                    <a:gd name="GluePoint13Y" fmla="*/ 12 h 101"/>
                    <a:gd name="GluePoint14X" fmla="*/ 21 w 59"/>
                    <a:gd name="GluePoint14Y" fmla="*/ 5 h 101"/>
                    <a:gd name="GluePoint15X" fmla="*/ 44 w 59"/>
                    <a:gd name="GluePoint15Y" fmla="*/ 1 h 101"/>
                    <a:gd name="GluePoint16X" fmla="*/ 57 w 59"/>
                    <a:gd name="GluePoint16Y" fmla="*/ 17 h 101"/>
                    <a:gd name="GluePoint17X" fmla="*/ 56 w 59"/>
                    <a:gd name="GluePoint17Y" fmla="*/ 48 h 101"/>
                    <a:gd name="GluePoint18X" fmla="*/ 57 w 59"/>
                    <a:gd name="GluePoint18Y" fmla="*/ 55 h 101"/>
                    <a:gd name="GluePoint19X" fmla="*/ 55 w 59"/>
                    <a:gd name="GluePoint19Y" fmla="*/ 64 h 101"/>
                    <a:gd name="GluePoint20X" fmla="*/ 54 w 59"/>
                    <a:gd name="GluePoint20Y" fmla="*/ 71 h 101"/>
                    <a:gd name="GluePoint21X" fmla="*/ 52 w 59"/>
                    <a:gd name="GluePoint21Y" fmla="*/ 95 h 101"/>
                    <a:gd name="GluePoint22X" fmla="*/ 49 w 59"/>
                    <a:gd name="GluePoint22Y" fmla="*/ 101 h 101"/>
                    <a:gd name="GluePoint23X" fmla="*/ 43 w 59"/>
                    <a:gd name="GluePoint23Y" fmla="*/ 98 h 101"/>
                    <a:gd name="GluePoint24X" fmla="*/ 38 w 59"/>
                    <a:gd name="GluePoint24Y" fmla="*/ 86 h 101"/>
                    <a:gd name="GluePoint25X" fmla="*/ 39 w 59"/>
                    <a:gd name="GluePoint25Y" fmla="*/ 78 h 101"/>
                    <a:gd name="GluePoint26X" fmla="*/ 42 w 59"/>
                    <a:gd name="GluePoint26Y" fmla="*/ 47 h 101"/>
                    <a:gd name="GluePoint27X" fmla="*/ 32 w 59"/>
                    <a:gd name="GluePoint27Y" fmla="*/ 44 h 101"/>
                    <a:gd name="GluePoint28X" fmla="*/ 29 w 59"/>
                    <a:gd name="GluePoint28Y" fmla="*/ 64 h 101"/>
                    <a:gd name="GluePoint29X" fmla="*/ 42 w 59"/>
                    <a:gd name="GluePoint29Y" fmla="*/ 47 h 10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</a:cxnLst>
                  <a:rect l="textAreaLeft" t="textAreaTop" r="textAreaRight" b="textAreaBottom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649" name="Freeform 10"/>
                <p:cNvSpPr/>
                <p:nvPr/>
              </p:nvSpPr>
              <p:spPr>
                <a:xfrm>
                  <a:off x="1280880" y="6431400"/>
                  <a:ext cx="103680" cy="223560"/>
                </a:xfrm>
                <a:custGeom>
                  <a:avLst/>
                  <a:gdLst>
                    <a:gd name="textAreaLeft" fmla="*/ 0 w 103680"/>
                    <a:gd name="textAreaRight" fmla="*/ 104040 w 103680"/>
                    <a:gd name="textAreaTop" fmla="*/ 0 h 223560"/>
                    <a:gd name="textAreaBottom" fmla="*/ 223920 h 223560"/>
                    <a:gd name="GluePoint1X" fmla="*/ 11 w 55"/>
                    <a:gd name="GluePoint1Y" fmla="*/ 89 h 120"/>
                    <a:gd name="GluePoint2X" fmla="*/ 10 w 55"/>
                    <a:gd name="GluePoint2Y" fmla="*/ 100 h 120"/>
                    <a:gd name="GluePoint3X" fmla="*/ 6 w 55"/>
                    <a:gd name="GluePoint3Y" fmla="*/ 104 h 120"/>
                    <a:gd name="GluePoint4X" fmla="*/ 1 w 55"/>
                    <a:gd name="GluePoint4Y" fmla="*/ 99 h 120"/>
                    <a:gd name="GluePoint5X" fmla="*/ 3 w 55"/>
                    <a:gd name="GluePoint5Y" fmla="*/ 84 h 120"/>
                    <a:gd name="GluePoint6X" fmla="*/ 14 w 55"/>
                    <a:gd name="GluePoint6Y" fmla="*/ 37 h 120"/>
                    <a:gd name="GluePoint7X" fmla="*/ 22 w 55"/>
                    <a:gd name="GluePoint7Y" fmla="*/ 11 h 120"/>
                    <a:gd name="GluePoint8X" fmla="*/ 26 w 55"/>
                    <a:gd name="GluePoint8Y" fmla="*/ 19 h 120"/>
                    <a:gd name="GluePoint9X" fmla="*/ 20 w 55"/>
                    <a:gd name="GluePoint9Y" fmla="*/ 40 h 120"/>
                    <a:gd name="GluePoint10X" fmla="*/ 27 w 55"/>
                    <a:gd name="GluePoint10Y" fmla="*/ 35 h 120"/>
                    <a:gd name="GluePoint11X" fmla="*/ 35 w 55"/>
                    <a:gd name="GluePoint11Y" fmla="*/ 30 h 120"/>
                    <a:gd name="GluePoint12X" fmla="*/ 33 w 55"/>
                    <a:gd name="GluePoint12Y" fmla="*/ 9 h 120"/>
                    <a:gd name="GluePoint13X" fmla="*/ 28 w 55"/>
                    <a:gd name="GluePoint13Y" fmla="*/ 8 h 120"/>
                    <a:gd name="GluePoint14X" fmla="*/ 19 w 55"/>
                    <a:gd name="GluePoint14Y" fmla="*/ 12 h 120"/>
                    <a:gd name="GluePoint15X" fmla="*/ 12 w 55"/>
                    <a:gd name="GluePoint15Y" fmla="*/ 15 h 120"/>
                    <a:gd name="GluePoint16X" fmla="*/ 9 w 55"/>
                    <a:gd name="GluePoint16Y" fmla="*/ 11 h 120"/>
                    <a:gd name="GluePoint17X" fmla="*/ 11 w 55"/>
                    <a:gd name="GluePoint17Y" fmla="*/ 8 h 120"/>
                    <a:gd name="GluePoint18X" fmla="*/ 31 w 55"/>
                    <a:gd name="GluePoint18Y" fmla="*/ 0 h 120"/>
                    <a:gd name="GluePoint19X" fmla="*/ 45 w 55"/>
                    <a:gd name="GluePoint19Y" fmla="*/ 15 h 120"/>
                    <a:gd name="GluePoint20X" fmla="*/ 44 w 55"/>
                    <a:gd name="GluePoint20Y" fmla="*/ 46 h 120"/>
                    <a:gd name="GluePoint21X" fmla="*/ 48 w 55"/>
                    <a:gd name="GluePoint21Y" fmla="*/ 54 h 120"/>
                    <a:gd name="GluePoint22X" fmla="*/ 48 w 55"/>
                    <a:gd name="GluePoint22Y" fmla="*/ 71 h 120"/>
                    <a:gd name="GluePoint23X" fmla="*/ 44 w 55"/>
                    <a:gd name="GluePoint23Y" fmla="*/ 77 h 120"/>
                    <a:gd name="GluePoint24X" fmla="*/ 44 w 55"/>
                    <a:gd name="GluePoint24Y" fmla="*/ 110 h 120"/>
                    <a:gd name="GluePoint25X" fmla="*/ 44 w 55"/>
                    <a:gd name="GluePoint25Y" fmla="*/ 114 h 120"/>
                    <a:gd name="GluePoint26X" fmla="*/ 41 w 55"/>
                    <a:gd name="GluePoint26Y" fmla="*/ 120 h 120"/>
                    <a:gd name="GluePoint27X" fmla="*/ 32 w 55"/>
                    <a:gd name="GluePoint27Y" fmla="*/ 118 h 120"/>
                    <a:gd name="GluePoint28X" fmla="*/ 13 w 55"/>
                    <a:gd name="GluePoint28Y" fmla="*/ 91 h 120"/>
                    <a:gd name="GluePoint29X" fmla="*/ 12 w 55"/>
                    <a:gd name="GluePoint29Y" fmla="*/ 89 h 120"/>
                    <a:gd name="GluePoint30X" fmla="*/ 11 w 55"/>
                    <a:gd name="GluePoint30Y" fmla="*/ 89 h 120"/>
                    <a:gd name="GluePoint31X" fmla="*/ 24 w 55"/>
                    <a:gd name="GluePoint31Y" fmla="*/ 76 h 120"/>
                    <a:gd name="GluePoint32X" fmla="*/ 23 w 55"/>
                    <a:gd name="GluePoint32Y" fmla="*/ 74 h 120"/>
                    <a:gd name="GluePoint33X" fmla="*/ 27 w 55"/>
                    <a:gd name="GluePoint33Y" fmla="*/ 71 h 120"/>
                    <a:gd name="GluePoint34X" fmla="*/ 33 w 55"/>
                    <a:gd name="GluePoint34Y" fmla="*/ 67 h 120"/>
                    <a:gd name="GluePoint35X" fmla="*/ 32 w 55"/>
                    <a:gd name="GluePoint35Y" fmla="*/ 63 h 120"/>
                    <a:gd name="GluePoint36X" fmla="*/ 22 w 55"/>
                    <a:gd name="GluePoint36Y" fmla="*/ 52 h 120"/>
                    <a:gd name="GluePoint37X" fmla="*/ 18 w 55"/>
                    <a:gd name="GluePoint37Y" fmla="*/ 89 h 120"/>
                    <a:gd name="GluePoint38X" fmla="*/ 33 w 55"/>
                    <a:gd name="GluePoint38Y" fmla="*/ 107 h 120"/>
                    <a:gd name="GluePoint39X" fmla="*/ 35 w 55"/>
                    <a:gd name="GluePoint39Y" fmla="*/ 77 h 120"/>
                    <a:gd name="GluePoint40X" fmla="*/ 31 w 55"/>
                    <a:gd name="GluePoint40Y" fmla="*/ 75 h 120"/>
                    <a:gd name="GluePoint41X" fmla="*/ 24 w 55"/>
                    <a:gd name="GluePoint41Y" fmla="*/ 76 h 12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</a:cxnLst>
                  <a:rect l="textAreaLeft" t="textAreaTop" r="textAreaRight" b="textAreaBottom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650" name="组合 87"/>
              <p:cNvGrpSpPr/>
              <p:nvPr/>
            </p:nvGrpSpPr>
            <p:grpSpPr>
              <a:xfrm>
                <a:off x="587160" y="6381720"/>
                <a:ext cx="241200" cy="304560"/>
                <a:chOff x="587160" y="6381720"/>
                <a:chExt cx="241200" cy="304560"/>
              </a:xfrm>
            </p:grpSpPr>
            <p:sp>
              <p:nvSpPr>
                <p:cNvPr id="651" name="Freeform 13"/>
                <p:cNvSpPr/>
                <p:nvPr/>
              </p:nvSpPr>
              <p:spPr>
                <a:xfrm>
                  <a:off x="587160" y="6381720"/>
                  <a:ext cx="241200" cy="288000"/>
                </a:xfrm>
                <a:custGeom>
                  <a:avLst/>
                  <a:gdLst>
                    <a:gd name="textAreaLeft" fmla="*/ 0 w 241200"/>
                    <a:gd name="textAreaRight" fmla="*/ 241560 w 241200"/>
                    <a:gd name="textAreaTop" fmla="*/ 0 h 288000"/>
                    <a:gd name="textAreaBottom" fmla="*/ 288360 h 288000"/>
                    <a:gd name="GluePoint1X" fmla="*/ 54 w 128"/>
                    <a:gd name="GluePoint1Y" fmla="*/ 76 h 154"/>
                    <a:gd name="GluePoint2X" fmla="*/ 66 w 128"/>
                    <a:gd name="GluePoint2Y" fmla="*/ 53 h 154"/>
                    <a:gd name="GluePoint3X" fmla="*/ 49 w 128"/>
                    <a:gd name="GluePoint3Y" fmla="*/ 47 h 154"/>
                    <a:gd name="GluePoint4X" fmla="*/ 64 w 128"/>
                    <a:gd name="GluePoint4Y" fmla="*/ 44 h 154"/>
                    <a:gd name="GluePoint5X" fmla="*/ 83 w 128"/>
                    <a:gd name="GluePoint5Y" fmla="*/ 6 h 154"/>
                    <a:gd name="GluePoint6X" fmla="*/ 91 w 128"/>
                    <a:gd name="GluePoint6Y" fmla="*/ 11 h 154"/>
                    <a:gd name="GluePoint7X" fmla="*/ 96 w 128"/>
                    <a:gd name="GluePoint7Y" fmla="*/ 36 h 154"/>
                    <a:gd name="GluePoint8X" fmla="*/ 106 w 128"/>
                    <a:gd name="GluePoint8Y" fmla="*/ 41 h 154"/>
                    <a:gd name="GluePoint9X" fmla="*/ 82 w 128"/>
                    <a:gd name="GluePoint9Y" fmla="*/ 50 h 154"/>
                    <a:gd name="GluePoint10X" fmla="*/ 71 w 128"/>
                    <a:gd name="GluePoint10Y" fmla="*/ 65 h 154"/>
                    <a:gd name="GluePoint11X" fmla="*/ 110 w 128"/>
                    <a:gd name="GluePoint11Y" fmla="*/ 74 h 154"/>
                    <a:gd name="GluePoint12X" fmla="*/ 101 w 128"/>
                    <a:gd name="GluePoint12Y" fmla="*/ 87 h 154"/>
                    <a:gd name="GluePoint13X" fmla="*/ 111 w 128"/>
                    <a:gd name="GluePoint13Y" fmla="*/ 98 h 154"/>
                    <a:gd name="GluePoint14X" fmla="*/ 92 w 128"/>
                    <a:gd name="GluePoint14Y" fmla="*/ 104 h 154"/>
                    <a:gd name="GluePoint15X" fmla="*/ 86 w 128"/>
                    <a:gd name="GluePoint15Y" fmla="*/ 116 h 154"/>
                    <a:gd name="GluePoint16X" fmla="*/ 124 w 128"/>
                    <a:gd name="GluePoint16Y" fmla="*/ 112 h 154"/>
                    <a:gd name="GluePoint17X" fmla="*/ 120 w 128"/>
                    <a:gd name="GluePoint17Y" fmla="*/ 122 h 154"/>
                    <a:gd name="GluePoint18X" fmla="*/ 111 w 128"/>
                    <a:gd name="GluePoint18Y" fmla="*/ 144 h 154"/>
                    <a:gd name="GluePoint19X" fmla="*/ 105 w 128"/>
                    <a:gd name="GluePoint19Y" fmla="*/ 153 h 154"/>
                    <a:gd name="GluePoint20X" fmla="*/ 55 w 128"/>
                    <a:gd name="GluePoint20Y" fmla="*/ 129 h 154"/>
                    <a:gd name="GluePoint21X" fmla="*/ 53 w 128"/>
                    <a:gd name="GluePoint21Y" fmla="*/ 121 h 154"/>
                    <a:gd name="GluePoint22X" fmla="*/ 61 w 128"/>
                    <a:gd name="GluePoint22Y" fmla="*/ 125 h 154"/>
                    <a:gd name="GluePoint23X" fmla="*/ 94 w 128"/>
                    <a:gd name="GluePoint23Y" fmla="*/ 140 h 154"/>
                    <a:gd name="GluePoint24X" fmla="*/ 85 w 128"/>
                    <a:gd name="GluePoint24Y" fmla="*/ 127 h 154"/>
                    <a:gd name="GluePoint25X" fmla="*/ 71 w 128"/>
                    <a:gd name="GluePoint25Y" fmla="*/ 108 h 154"/>
                    <a:gd name="GluePoint26X" fmla="*/ 52 w 128"/>
                    <a:gd name="GluePoint26Y" fmla="*/ 113 h 154"/>
                    <a:gd name="GluePoint27X" fmla="*/ 38 w 128"/>
                    <a:gd name="GluePoint27Y" fmla="*/ 97 h 154"/>
                    <a:gd name="GluePoint28X" fmla="*/ 51 w 128"/>
                    <a:gd name="GluePoint28Y" fmla="*/ 97 h 154"/>
                    <a:gd name="GluePoint29X" fmla="*/ 34 w 128"/>
                    <a:gd name="GluePoint29Y" fmla="*/ 93 h 154"/>
                    <a:gd name="GluePoint30X" fmla="*/ 35 w 128"/>
                    <a:gd name="GluePoint30Y" fmla="*/ 105 h 154"/>
                    <a:gd name="GluePoint31X" fmla="*/ 26 w 128"/>
                    <a:gd name="GluePoint31Y" fmla="*/ 154 h 154"/>
                    <a:gd name="GluePoint32X" fmla="*/ 20 w 128"/>
                    <a:gd name="GluePoint32Y" fmla="*/ 118 h 154"/>
                    <a:gd name="GluePoint33X" fmla="*/ 0 w 128"/>
                    <a:gd name="GluePoint33Y" fmla="*/ 103 h 154"/>
                    <a:gd name="GluePoint34X" fmla="*/ 19 w 128"/>
                    <a:gd name="GluePoint34Y" fmla="*/ 72 h 154"/>
                    <a:gd name="GluePoint35X" fmla="*/ 25 w 128"/>
                    <a:gd name="GluePoint35Y" fmla="*/ 51 h 154"/>
                    <a:gd name="GluePoint36X" fmla="*/ 39 w 128"/>
                    <a:gd name="GluePoint36Y" fmla="*/ 14 h 154"/>
                    <a:gd name="GluePoint37X" fmla="*/ 51 w 128"/>
                    <a:gd name="GluePoint37Y" fmla="*/ 24 h 154"/>
                    <a:gd name="GluePoint38X" fmla="*/ 39 w 128"/>
                    <a:gd name="GluePoint38Y" fmla="*/ 44 h 154"/>
                    <a:gd name="GluePoint39X" fmla="*/ 48 w 128"/>
                    <a:gd name="GluePoint39Y" fmla="*/ 73 h 154"/>
                    <a:gd name="GluePoint40X" fmla="*/ 81 w 128"/>
                    <a:gd name="GluePoint40Y" fmla="*/ 90 h 154"/>
                    <a:gd name="GluePoint41X" fmla="*/ 92 w 128"/>
                    <a:gd name="GluePoint41Y" fmla="*/ 71 h 154"/>
                    <a:gd name="GluePoint42X" fmla="*/ 81 w 128"/>
                    <a:gd name="GluePoint42Y" fmla="*/ 80 h 154"/>
                    <a:gd name="GluePoint43X" fmla="*/ 76 w 128"/>
                    <a:gd name="GluePoint43Y" fmla="*/ 73 h 154"/>
                    <a:gd name="GluePoint44X" fmla="*/ 67 w 128"/>
                    <a:gd name="GluePoint44Y" fmla="*/ 79 h 154"/>
                    <a:gd name="GluePoint45X" fmla="*/ 76 w 128"/>
                    <a:gd name="GluePoint45Y" fmla="*/ 73 h 154"/>
                    <a:gd name="GluePoint46X" fmla="*/ 56 w 128"/>
                    <a:gd name="GluePoint46Y" fmla="*/ 88 h 154"/>
                    <a:gd name="GluePoint47X" fmla="*/ 63 w 128"/>
                    <a:gd name="GluePoint47Y" fmla="*/ 81 h 154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</a:cxnLst>
                  <a:rect l="textAreaLeft" t="textAreaTop" r="textAreaRight" b="textAreaBottom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652" name="Freeform 14"/>
                <p:cNvSpPr/>
                <p:nvPr/>
              </p:nvSpPr>
              <p:spPr>
                <a:xfrm>
                  <a:off x="653760" y="6606360"/>
                  <a:ext cx="29520" cy="79920"/>
                </a:xfrm>
                <a:custGeom>
                  <a:avLst/>
                  <a:gdLst>
                    <a:gd name="textAreaLeft" fmla="*/ 0 w 29520"/>
                    <a:gd name="textAreaRight" fmla="*/ 29880 w 29520"/>
                    <a:gd name="textAreaTop" fmla="*/ 0 h 79920"/>
                    <a:gd name="textAreaBottom" fmla="*/ 80280 h 79920"/>
                    <a:gd name="GluePoint1X" fmla="*/ 9 w 16"/>
                    <a:gd name="GluePoint1Y" fmla="*/ 0 h 43"/>
                    <a:gd name="GluePoint2X" fmla="*/ 15 w 16"/>
                    <a:gd name="GluePoint2Y" fmla="*/ 11 h 43"/>
                    <a:gd name="GluePoint3X" fmla="*/ 9 w 16"/>
                    <a:gd name="GluePoint3Y" fmla="*/ 43 h 43"/>
                    <a:gd name="GluePoint4X" fmla="*/ 2 w 16"/>
                    <a:gd name="GluePoint4Y" fmla="*/ 39 h 43"/>
                    <a:gd name="GluePoint5X" fmla="*/ 0 w 16"/>
                    <a:gd name="GluePoint5Y" fmla="*/ 35 h 43"/>
                    <a:gd name="GluePoint6X" fmla="*/ 9 w 16"/>
                    <a:gd name="GluePoint6Y" fmla="*/ 0 h 4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34200" tIns="39960" rIns="34200" bIns="3996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653" name="组合 88"/>
              <p:cNvGrpSpPr/>
              <p:nvPr/>
            </p:nvGrpSpPr>
            <p:grpSpPr>
              <a:xfrm>
                <a:off x="914400" y="6468840"/>
                <a:ext cx="161640" cy="139320"/>
                <a:chOff x="914400" y="6468840"/>
                <a:chExt cx="161640" cy="139320"/>
              </a:xfrm>
            </p:grpSpPr>
            <p:sp>
              <p:nvSpPr>
                <p:cNvPr id="654" name="Freeform 18"/>
                <p:cNvSpPr/>
                <p:nvPr/>
              </p:nvSpPr>
              <p:spPr>
                <a:xfrm>
                  <a:off x="968760" y="6468840"/>
                  <a:ext cx="107280" cy="139320"/>
                </a:xfrm>
                <a:custGeom>
                  <a:avLst/>
                  <a:gdLst>
                    <a:gd name="textAreaLeft" fmla="*/ 0 w 107280"/>
                    <a:gd name="textAreaRight" fmla="*/ 107640 w 107280"/>
                    <a:gd name="textAreaTop" fmla="*/ 0 h 139320"/>
                    <a:gd name="textAreaBottom" fmla="*/ 139680 h 139320"/>
                    <a:gd name="GluePoint1X" fmla="*/ 49 w 57"/>
                    <a:gd name="GluePoint1Y" fmla="*/ 74 h 75"/>
                    <a:gd name="GluePoint2X" fmla="*/ 40 w 57"/>
                    <a:gd name="GluePoint2Y" fmla="*/ 67 h 75"/>
                    <a:gd name="GluePoint3X" fmla="*/ 33 w 57"/>
                    <a:gd name="GluePoint3Y" fmla="*/ 48 h 75"/>
                    <a:gd name="GluePoint4X" fmla="*/ 27 w 57"/>
                    <a:gd name="GluePoint4Y" fmla="*/ 46 h 75"/>
                    <a:gd name="GluePoint5X" fmla="*/ 11 w 57"/>
                    <a:gd name="GluePoint5Y" fmla="*/ 60 h 75"/>
                    <a:gd name="GluePoint6X" fmla="*/ 5 w 57"/>
                    <a:gd name="GluePoint6Y" fmla="*/ 60 h 75"/>
                    <a:gd name="GluePoint7X" fmla="*/ 6 w 57"/>
                    <a:gd name="GluePoint7Y" fmla="*/ 46 h 75"/>
                    <a:gd name="GluePoint8X" fmla="*/ 27 w 57"/>
                    <a:gd name="GluePoint8Y" fmla="*/ 26 h 75"/>
                    <a:gd name="GluePoint9X" fmla="*/ 40 w 57"/>
                    <a:gd name="GluePoint9Y" fmla="*/ 10 h 75"/>
                    <a:gd name="GluePoint10X" fmla="*/ 41 w 57"/>
                    <a:gd name="GluePoint10Y" fmla="*/ 6 h 75"/>
                    <a:gd name="GluePoint11X" fmla="*/ 45 w 57"/>
                    <a:gd name="GluePoint11Y" fmla="*/ 0 h 75"/>
                    <a:gd name="GluePoint12X" fmla="*/ 53 w 57"/>
                    <a:gd name="GluePoint12Y" fmla="*/ 3 h 75"/>
                    <a:gd name="GluePoint13X" fmla="*/ 53 w 57"/>
                    <a:gd name="GluePoint13Y" fmla="*/ 20 h 75"/>
                    <a:gd name="GluePoint14X" fmla="*/ 37 w 57"/>
                    <a:gd name="GluePoint14Y" fmla="*/ 38 h 75"/>
                    <a:gd name="GluePoint15X" fmla="*/ 49 w 57"/>
                    <a:gd name="GluePoint15Y" fmla="*/ 74 h 7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655" name="Freeform 19"/>
                <p:cNvSpPr/>
                <p:nvPr/>
              </p:nvSpPr>
              <p:spPr>
                <a:xfrm>
                  <a:off x="914400" y="6503760"/>
                  <a:ext cx="54000" cy="102960"/>
                </a:xfrm>
                <a:custGeom>
                  <a:avLst/>
                  <a:gdLst>
                    <a:gd name="textAreaLeft" fmla="*/ 0 w 54000"/>
                    <a:gd name="textAreaRight" fmla="*/ 54360 w 54000"/>
                    <a:gd name="textAreaTop" fmla="*/ 0 h 102960"/>
                    <a:gd name="textAreaBottom" fmla="*/ 103320 h 102960"/>
                    <a:gd name="GluePoint1X" fmla="*/ 12 w 29"/>
                    <a:gd name="GluePoint1Y" fmla="*/ 30 h 55"/>
                    <a:gd name="GluePoint2X" fmla="*/ 20 w 29"/>
                    <a:gd name="GluePoint2Y" fmla="*/ 7 h 55"/>
                    <a:gd name="GluePoint3X" fmla="*/ 25 w 29"/>
                    <a:gd name="GluePoint3Y" fmla="*/ 1 h 55"/>
                    <a:gd name="GluePoint4X" fmla="*/ 26 w 29"/>
                    <a:gd name="GluePoint4Y" fmla="*/ 9 h 55"/>
                    <a:gd name="GluePoint5X" fmla="*/ 16 w 29"/>
                    <a:gd name="GluePoint5Y" fmla="*/ 39 h 55"/>
                    <a:gd name="GluePoint6X" fmla="*/ 13 w 29"/>
                    <a:gd name="GluePoint6Y" fmla="*/ 52 h 55"/>
                    <a:gd name="GluePoint7X" fmla="*/ 7 w 29"/>
                    <a:gd name="GluePoint7Y" fmla="*/ 54 h 55"/>
                    <a:gd name="GluePoint8X" fmla="*/ 2 w 29"/>
                    <a:gd name="GluePoint8Y" fmla="*/ 41 h 55"/>
                    <a:gd name="GluePoint9X" fmla="*/ 3 w 29"/>
                    <a:gd name="GluePoint9Y" fmla="*/ 32 h 55"/>
                    <a:gd name="GluePoint10X" fmla="*/ 2 w 29"/>
                    <a:gd name="GluePoint10Y" fmla="*/ 6 h 55"/>
                    <a:gd name="GluePoint11X" fmla="*/ 6 w 29"/>
                    <a:gd name="GluePoint11Y" fmla="*/ 5 h 55"/>
                    <a:gd name="GluePoint12X" fmla="*/ 10 w 29"/>
                    <a:gd name="GluePoint12Y" fmla="*/ 14 h 55"/>
                    <a:gd name="GluePoint13X" fmla="*/ 11 w 29"/>
                    <a:gd name="GluePoint13Y" fmla="*/ 30 h 55"/>
                    <a:gd name="GluePoint14X" fmla="*/ 12 w 29"/>
                    <a:gd name="GluePoint14Y" fmla="*/ 30 h 5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61920" rIns="6192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656" name="Freeform 20"/>
                <p:cNvSpPr/>
                <p:nvPr/>
              </p:nvSpPr>
              <p:spPr>
                <a:xfrm>
                  <a:off x="946440" y="6470280"/>
                  <a:ext cx="50040" cy="31680"/>
                </a:xfrm>
                <a:custGeom>
                  <a:avLst/>
                  <a:gdLst>
                    <a:gd name="textAreaLeft" fmla="*/ 0 w 50040"/>
                    <a:gd name="textAreaRight" fmla="*/ 50400 w 50040"/>
                    <a:gd name="textAreaTop" fmla="*/ 0 h 31680"/>
                    <a:gd name="textAreaBottom" fmla="*/ 32040 h 31680"/>
                    <a:gd name="GluePoint1X" fmla="*/ 27 w 27"/>
                    <a:gd name="GluePoint1Y" fmla="*/ 1 h 17"/>
                    <a:gd name="GluePoint2X" fmla="*/ 16 w 27"/>
                    <a:gd name="GluePoint2Y" fmla="*/ 14 h 17"/>
                    <a:gd name="GluePoint3X" fmla="*/ 5 w 27"/>
                    <a:gd name="GluePoint3Y" fmla="*/ 13 h 17"/>
                    <a:gd name="GluePoint4X" fmla="*/ 0 w 27"/>
                    <a:gd name="GluePoint4Y" fmla="*/ 4 h 17"/>
                    <a:gd name="GluePoint5X" fmla="*/ 9 w 27"/>
                    <a:gd name="GluePoint5Y" fmla="*/ 2 h 17"/>
                    <a:gd name="GluePoint6X" fmla="*/ 27 w 27"/>
                    <a:gd name="GluePoint6Y" fmla="*/ 0 h 17"/>
                    <a:gd name="GluePoint7X" fmla="*/ 27 w 27"/>
                    <a:gd name="GluePoint7Y" fmla="*/ 1 h 1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</a:cxnLst>
                  <a:rect l="textAreaLeft" t="textAreaTop" r="textAreaRight" b="textAreaBottom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7240" tIns="15840" rIns="57240" bIns="158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657" name="组合 89"/>
              <p:cNvGrpSpPr/>
              <p:nvPr/>
            </p:nvGrpSpPr>
            <p:grpSpPr>
              <a:xfrm>
                <a:off x="1501920" y="6443640"/>
                <a:ext cx="185400" cy="184680"/>
                <a:chOff x="1501920" y="6443640"/>
                <a:chExt cx="185400" cy="184680"/>
              </a:xfrm>
            </p:grpSpPr>
            <p:sp>
              <p:nvSpPr>
                <p:cNvPr id="658" name="Freeform 11"/>
                <p:cNvSpPr/>
                <p:nvPr/>
              </p:nvSpPr>
              <p:spPr>
                <a:xfrm>
                  <a:off x="1557720" y="6443640"/>
                  <a:ext cx="129600" cy="181440"/>
                </a:xfrm>
                <a:custGeom>
                  <a:avLst/>
                  <a:gdLst>
                    <a:gd name="textAreaLeft" fmla="*/ 0 w 129600"/>
                    <a:gd name="textAreaRight" fmla="*/ 129960 w 129600"/>
                    <a:gd name="textAreaTop" fmla="*/ 0 h 181440"/>
                    <a:gd name="textAreaBottom" fmla="*/ 181800 h 181440"/>
                    <a:gd name="GluePoint1X" fmla="*/ 29 w 72"/>
                    <a:gd name="GluePoint1Y" fmla="*/ 49 h 102"/>
                    <a:gd name="GluePoint2X" fmla="*/ 15 w 72"/>
                    <a:gd name="GluePoint2Y" fmla="*/ 43 h 102"/>
                    <a:gd name="GluePoint3X" fmla="*/ 10 w 72"/>
                    <a:gd name="GluePoint3Y" fmla="*/ 21 h 102"/>
                    <a:gd name="GluePoint4X" fmla="*/ 13 w 72"/>
                    <a:gd name="GluePoint4Y" fmla="*/ 15 h 102"/>
                    <a:gd name="GluePoint5X" fmla="*/ 19 w 72"/>
                    <a:gd name="GluePoint5Y" fmla="*/ 18 h 102"/>
                    <a:gd name="GluePoint6X" fmla="*/ 20 w 72"/>
                    <a:gd name="GluePoint6Y" fmla="*/ 26 h 102"/>
                    <a:gd name="GluePoint7X" fmla="*/ 35 w 72"/>
                    <a:gd name="GluePoint7Y" fmla="*/ 22 h 102"/>
                    <a:gd name="GluePoint8X" fmla="*/ 40 w 72"/>
                    <a:gd name="GluePoint8Y" fmla="*/ 16 h 102"/>
                    <a:gd name="GluePoint9X" fmla="*/ 43 w 72"/>
                    <a:gd name="GluePoint9Y" fmla="*/ 14 h 102"/>
                    <a:gd name="GluePoint10X" fmla="*/ 44 w 72"/>
                    <a:gd name="GluePoint10Y" fmla="*/ 19 h 102"/>
                    <a:gd name="GluePoint11X" fmla="*/ 43 w 72"/>
                    <a:gd name="GluePoint11Y" fmla="*/ 28 h 102"/>
                    <a:gd name="GluePoint12X" fmla="*/ 36 w 72"/>
                    <a:gd name="GluePoint12Y" fmla="*/ 40 h 102"/>
                    <a:gd name="GluePoint13X" fmla="*/ 37 w 72"/>
                    <a:gd name="GluePoint13Y" fmla="*/ 42 h 102"/>
                    <a:gd name="GluePoint14X" fmla="*/ 44 w 72"/>
                    <a:gd name="GluePoint14Y" fmla="*/ 38 h 102"/>
                    <a:gd name="GluePoint15X" fmla="*/ 56 w 72"/>
                    <a:gd name="GluePoint15Y" fmla="*/ 20 h 102"/>
                    <a:gd name="GluePoint16X" fmla="*/ 49 w 72"/>
                    <a:gd name="GluePoint16Y" fmla="*/ 9 h 102"/>
                    <a:gd name="GluePoint17X" fmla="*/ 28 w 72"/>
                    <a:gd name="GluePoint17Y" fmla="*/ 14 h 102"/>
                    <a:gd name="GluePoint18X" fmla="*/ 20 w 72"/>
                    <a:gd name="GluePoint18Y" fmla="*/ 13 h 102"/>
                    <a:gd name="GluePoint19X" fmla="*/ 22 w 72"/>
                    <a:gd name="GluePoint19Y" fmla="*/ 6 h 102"/>
                    <a:gd name="GluePoint20X" fmla="*/ 50 w 72"/>
                    <a:gd name="GluePoint20Y" fmla="*/ 1 h 102"/>
                    <a:gd name="GluePoint21X" fmla="*/ 68 w 72"/>
                    <a:gd name="GluePoint21Y" fmla="*/ 12 h 102"/>
                    <a:gd name="GluePoint22X" fmla="*/ 67 w 72"/>
                    <a:gd name="GluePoint22Y" fmla="*/ 24 h 102"/>
                    <a:gd name="GluePoint23X" fmla="*/ 49 w 72"/>
                    <a:gd name="GluePoint23Y" fmla="*/ 48 h 102"/>
                    <a:gd name="GluePoint24X" fmla="*/ 42 w 72"/>
                    <a:gd name="GluePoint24Y" fmla="*/ 49 h 102"/>
                    <a:gd name="GluePoint25X" fmla="*/ 37 w 72"/>
                    <a:gd name="GluePoint25Y" fmla="*/ 47 h 102"/>
                    <a:gd name="GluePoint26X" fmla="*/ 35 w 72"/>
                    <a:gd name="GluePoint26Y" fmla="*/ 52 h 102"/>
                    <a:gd name="GluePoint27X" fmla="*/ 41 w 72"/>
                    <a:gd name="GluePoint27Y" fmla="*/ 58 h 102"/>
                    <a:gd name="GluePoint28X" fmla="*/ 48 w 72"/>
                    <a:gd name="GluePoint28Y" fmla="*/ 57 h 102"/>
                    <a:gd name="GluePoint29X" fmla="*/ 53 w 72"/>
                    <a:gd name="GluePoint29Y" fmla="*/ 59 h 102"/>
                    <a:gd name="GluePoint30X" fmla="*/ 53 w 72"/>
                    <a:gd name="GluePoint30Y" fmla="*/ 66 h 102"/>
                    <a:gd name="GluePoint31X" fmla="*/ 48 w 72"/>
                    <a:gd name="GluePoint31Y" fmla="*/ 70 h 102"/>
                    <a:gd name="GluePoint32X" fmla="*/ 37 w 72"/>
                    <a:gd name="GluePoint32Y" fmla="*/ 81 h 102"/>
                    <a:gd name="GluePoint33X" fmla="*/ 45 w 72"/>
                    <a:gd name="GluePoint33Y" fmla="*/ 81 h 102"/>
                    <a:gd name="GluePoint34X" fmla="*/ 57 w 72"/>
                    <a:gd name="GluePoint34Y" fmla="*/ 89 h 102"/>
                    <a:gd name="GluePoint35X" fmla="*/ 51 w 72"/>
                    <a:gd name="GluePoint35Y" fmla="*/ 98 h 102"/>
                    <a:gd name="GluePoint36X" fmla="*/ 26 w 72"/>
                    <a:gd name="GluePoint36Y" fmla="*/ 101 h 102"/>
                    <a:gd name="GluePoint37X" fmla="*/ 17 w 72"/>
                    <a:gd name="GluePoint37Y" fmla="*/ 96 h 102"/>
                    <a:gd name="GluePoint38X" fmla="*/ 15 w 72"/>
                    <a:gd name="GluePoint38Y" fmla="*/ 94 h 102"/>
                    <a:gd name="GluePoint39X" fmla="*/ 19 w 72"/>
                    <a:gd name="GluePoint39Y" fmla="*/ 77 h 102"/>
                    <a:gd name="GluePoint40X" fmla="*/ 27 w 72"/>
                    <a:gd name="GluePoint40Y" fmla="*/ 70 h 102"/>
                    <a:gd name="GluePoint41X" fmla="*/ 27 w 72"/>
                    <a:gd name="GluePoint41Y" fmla="*/ 69 h 102"/>
                    <a:gd name="GluePoint42X" fmla="*/ 21 w 72"/>
                    <a:gd name="GluePoint42Y" fmla="*/ 71 h 102"/>
                    <a:gd name="GluePoint43X" fmla="*/ 9 w 72"/>
                    <a:gd name="GluePoint43Y" fmla="*/ 76 h 102"/>
                    <a:gd name="GluePoint44X" fmla="*/ 3 w 72"/>
                    <a:gd name="GluePoint44Y" fmla="*/ 75 h 102"/>
                    <a:gd name="GluePoint45X" fmla="*/ 4 w 72"/>
                    <a:gd name="GluePoint45Y" fmla="*/ 69 h 102"/>
                    <a:gd name="GluePoint46X" fmla="*/ 26 w 72"/>
                    <a:gd name="GluePoint46Y" fmla="*/ 60 h 102"/>
                    <a:gd name="GluePoint47X" fmla="*/ 28 w 72"/>
                    <a:gd name="GluePoint47Y" fmla="*/ 57 h 102"/>
                    <a:gd name="GluePoint48X" fmla="*/ 29 w 72"/>
                    <a:gd name="GluePoint48Y" fmla="*/ 49 h 102"/>
                    <a:gd name="GluePoint49X" fmla="*/ 34 w 72"/>
                    <a:gd name="GluePoint49Y" fmla="*/ 29 h 102"/>
                    <a:gd name="GluePoint50X" fmla="*/ 33 w 72"/>
                    <a:gd name="GluePoint50Y" fmla="*/ 28 h 102"/>
                    <a:gd name="GluePoint51X" fmla="*/ 26 w 72"/>
                    <a:gd name="GluePoint51Y" fmla="*/ 32 h 102"/>
                    <a:gd name="GluePoint52X" fmla="*/ 23 w 72"/>
                    <a:gd name="GluePoint52Y" fmla="*/ 36 h 102"/>
                    <a:gd name="GluePoint53X" fmla="*/ 26 w 72"/>
                    <a:gd name="GluePoint53Y" fmla="*/ 42 h 102"/>
                    <a:gd name="GluePoint54X" fmla="*/ 31 w 72"/>
                    <a:gd name="GluePoint54Y" fmla="*/ 40 h 102"/>
                    <a:gd name="GluePoint55X" fmla="*/ 34 w 72"/>
                    <a:gd name="GluePoint55Y" fmla="*/ 29 h 10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  <a:cxn ang="0">
                      <a:pos x="GluePoint50X" y="GluePoint50Y"/>
                    </a:cxn>
                    <a:cxn ang="0">
                      <a:pos x="GluePoint51X" y="GluePoint51Y"/>
                    </a:cxn>
                    <a:cxn ang="0">
                      <a:pos x="GluePoint52X" y="GluePoint52Y"/>
                    </a:cxn>
                    <a:cxn ang="0">
                      <a:pos x="GluePoint53X" y="GluePoint53Y"/>
                    </a:cxn>
                    <a:cxn ang="0">
                      <a:pos x="GluePoint54X" y="GluePoint54Y"/>
                    </a:cxn>
                    <a:cxn ang="0">
                      <a:pos x="GluePoint55X" y="GluePoint55Y"/>
                    </a:cxn>
                  </a:cxnLst>
                  <a:rect l="textAreaLeft" t="textAreaTop" r="textAreaRight" b="textAreaBottom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659" name="Freeform 12"/>
                <p:cNvSpPr/>
                <p:nvPr/>
              </p:nvSpPr>
              <p:spPr>
                <a:xfrm>
                  <a:off x="1501920" y="6453360"/>
                  <a:ext cx="69480" cy="174960"/>
                </a:xfrm>
                <a:custGeom>
                  <a:avLst/>
                  <a:gdLst>
                    <a:gd name="textAreaLeft" fmla="*/ 0 w 69480"/>
                    <a:gd name="textAreaRight" fmla="*/ 69840 w 69480"/>
                    <a:gd name="textAreaTop" fmla="*/ 0 h 174960"/>
                    <a:gd name="textAreaBottom" fmla="*/ 175320 h 174960"/>
                    <a:gd name="GluePoint1X" fmla="*/ 30 w 39"/>
                    <a:gd name="GluePoint1Y" fmla="*/ 44 h 98"/>
                    <a:gd name="GluePoint2X" fmla="*/ 36 w 39"/>
                    <a:gd name="GluePoint2Y" fmla="*/ 34 h 98"/>
                    <a:gd name="GluePoint3X" fmla="*/ 37 w 39"/>
                    <a:gd name="GluePoint3Y" fmla="*/ 51 h 98"/>
                    <a:gd name="GluePoint4X" fmla="*/ 25 w 39"/>
                    <a:gd name="GluePoint4Y" fmla="*/ 82 h 98"/>
                    <a:gd name="GluePoint5X" fmla="*/ 21 w 39"/>
                    <a:gd name="GluePoint5Y" fmla="*/ 98 h 98"/>
                    <a:gd name="GluePoint6X" fmla="*/ 13 w 39"/>
                    <a:gd name="GluePoint6Y" fmla="*/ 96 h 98"/>
                    <a:gd name="GluePoint7X" fmla="*/ 5 w 39"/>
                    <a:gd name="GluePoint7Y" fmla="*/ 83 h 98"/>
                    <a:gd name="GluePoint8X" fmla="*/ 11 w 39"/>
                    <a:gd name="GluePoint8Y" fmla="*/ 62 h 98"/>
                    <a:gd name="GluePoint9X" fmla="*/ 9 w 39"/>
                    <a:gd name="GluePoint9Y" fmla="*/ 43 h 98"/>
                    <a:gd name="GluePoint10X" fmla="*/ 12 w 39"/>
                    <a:gd name="GluePoint10Y" fmla="*/ 38 h 98"/>
                    <a:gd name="GluePoint11X" fmla="*/ 18 w 39"/>
                    <a:gd name="GluePoint11Y" fmla="*/ 33 h 98"/>
                    <a:gd name="GluePoint12X" fmla="*/ 23 w 39"/>
                    <a:gd name="GluePoint12Y" fmla="*/ 12 h 98"/>
                    <a:gd name="GluePoint13X" fmla="*/ 11 w 39"/>
                    <a:gd name="GluePoint13Y" fmla="*/ 16 h 98"/>
                    <a:gd name="GluePoint14X" fmla="*/ 2 w 39"/>
                    <a:gd name="GluePoint14Y" fmla="*/ 16 h 98"/>
                    <a:gd name="GluePoint15X" fmla="*/ 0 w 39"/>
                    <a:gd name="GluePoint15Y" fmla="*/ 12 h 98"/>
                    <a:gd name="GluePoint16X" fmla="*/ 3 w 39"/>
                    <a:gd name="GluePoint16Y" fmla="*/ 10 h 98"/>
                    <a:gd name="GluePoint17X" fmla="*/ 16 w 39"/>
                    <a:gd name="GluePoint17Y" fmla="*/ 7 h 98"/>
                    <a:gd name="GluePoint18X" fmla="*/ 26 w 39"/>
                    <a:gd name="GluePoint18Y" fmla="*/ 2 h 98"/>
                    <a:gd name="GluePoint19X" fmla="*/ 32 w 39"/>
                    <a:gd name="GluePoint19Y" fmla="*/ 1 h 98"/>
                    <a:gd name="GluePoint20X" fmla="*/ 35 w 39"/>
                    <a:gd name="GluePoint20Y" fmla="*/ 9 h 98"/>
                    <a:gd name="GluePoint21X" fmla="*/ 34 w 39"/>
                    <a:gd name="GluePoint21Y" fmla="*/ 11 h 98"/>
                    <a:gd name="GluePoint22X" fmla="*/ 27 w 39"/>
                    <a:gd name="GluePoint22Y" fmla="*/ 38 h 98"/>
                    <a:gd name="GluePoint23X" fmla="*/ 28 w 39"/>
                    <a:gd name="GluePoint23Y" fmla="*/ 44 h 98"/>
                    <a:gd name="GluePoint24X" fmla="*/ 30 w 39"/>
                    <a:gd name="GluePoint24Y" fmla="*/ 44 h 9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</a:cxnLst>
                  <a:rect l="textAreaLeft" t="textAreaTop" r="textAreaRight" b="textAreaBottom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1840" rIns="518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</p:grp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页样式1-一段一图-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矩形 23"/>
          <p:cNvSpPr/>
          <p:nvPr/>
        </p:nvSpPr>
        <p:spPr>
          <a:xfrm>
            <a:off x="11155320" y="6188040"/>
            <a:ext cx="712800" cy="66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864" name="矩形 4"/>
          <p:cNvSpPr/>
          <p:nvPr/>
        </p:nvSpPr>
        <p:spPr>
          <a:xfrm>
            <a:off x="318600" y="6188040"/>
            <a:ext cx="10843920" cy="66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865" name="文本框 5"/>
          <p:cNvSpPr/>
          <p:nvPr/>
        </p:nvSpPr>
        <p:spPr>
          <a:xfrm>
            <a:off x="11233080" y="6353280"/>
            <a:ext cx="55044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>
              <a:lnSpc>
                <a:spcPct val="100000"/>
              </a:lnSpc>
            </a:pPr>
            <a:fld id="{446E5369-AD31-4A5A-928C-3EC121D993AB}" type="slidenum">
              <a:rPr lang="en-US" sz="1600" b="0" u="none" strike="noStrike">
                <a:solidFill>
                  <a:srgbClr val="F2F2F2"/>
                </a:solidFill>
                <a:effectLst/>
                <a:uFillTx/>
                <a:latin typeface="微软雅黑"/>
                <a:ea typeface="微软雅黑"/>
              </a:rPr>
              <a:t>1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66" name="直接连接符 57"/>
          <p:cNvCxnSpPr/>
          <p:nvPr/>
        </p:nvCxnSpPr>
        <p:spPr>
          <a:xfrm>
            <a:off x="11155320" y="6119640"/>
            <a:ext cx="360" cy="761040"/>
          </a:xfrm>
          <a:prstGeom prst="straightConnector1">
            <a:avLst/>
          </a:prstGeom>
          <a:ln w="12700">
            <a:solidFill>
              <a:srgbClr val="FFFFFF"/>
            </a:solidFill>
          </a:ln>
        </p:spPr>
      </p:cxnSp>
      <p:grpSp>
        <p:nvGrpSpPr>
          <p:cNvPr id="867" name="组合 83"/>
          <p:cNvGrpSpPr/>
          <p:nvPr/>
        </p:nvGrpSpPr>
        <p:grpSpPr>
          <a:xfrm>
            <a:off x="587160" y="6381720"/>
            <a:ext cx="2479320" cy="304560"/>
            <a:chOff x="587160" y="6381720"/>
            <a:chExt cx="2479320" cy="304560"/>
          </a:xfrm>
        </p:grpSpPr>
        <p:grpSp>
          <p:nvGrpSpPr>
            <p:cNvPr id="868" name="组合 84"/>
            <p:cNvGrpSpPr/>
            <p:nvPr/>
          </p:nvGrpSpPr>
          <p:grpSpPr>
            <a:xfrm>
              <a:off x="2014200" y="6385320"/>
              <a:ext cx="1052280" cy="298080"/>
              <a:chOff x="2014200" y="6385320"/>
              <a:chExt cx="1052280" cy="298080"/>
            </a:xfrm>
          </p:grpSpPr>
          <p:sp>
            <p:nvSpPr>
              <p:cNvPr id="869" name="Freeform 5"/>
              <p:cNvSpPr/>
              <p:nvPr/>
            </p:nvSpPr>
            <p:spPr>
              <a:xfrm>
                <a:off x="2595600" y="6404040"/>
                <a:ext cx="234720" cy="264960"/>
              </a:xfrm>
              <a:custGeom>
                <a:avLst/>
                <a:gdLst>
                  <a:gd name="textAreaLeft" fmla="*/ 0 w 234720"/>
                  <a:gd name="textAreaRight" fmla="*/ 235080 w 234720"/>
                  <a:gd name="textAreaTop" fmla="*/ 0 h 264960"/>
                  <a:gd name="textAreaBottom" fmla="*/ 265320 h 264960"/>
                  <a:gd name="GluePoint1X" fmla="*/ 41 w 125"/>
                  <a:gd name="GluePoint1Y" fmla="*/ 16 h 142"/>
                  <a:gd name="GluePoint2X" fmla="*/ 49 w 125"/>
                  <a:gd name="GluePoint2Y" fmla="*/ 3 h 142"/>
                  <a:gd name="GluePoint3X" fmla="*/ 62 w 125"/>
                  <a:gd name="GluePoint3Y" fmla="*/ 20 h 142"/>
                  <a:gd name="GluePoint4X" fmla="*/ 64 w 125"/>
                  <a:gd name="GluePoint4Y" fmla="*/ 33 h 142"/>
                  <a:gd name="GluePoint5X" fmla="*/ 50 w 125"/>
                  <a:gd name="GluePoint5Y" fmla="*/ 34 h 142"/>
                  <a:gd name="GluePoint6X" fmla="*/ 58 w 125"/>
                  <a:gd name="GluePoint6Y" fmla="*/ 58 h 142"/>
                  <a:gd name="GluePoint7X" fmla="*/ 75 w 125"/>
                  <a:gd name="GluePoint7Y" fmla="*/ 59 h 142"/>
                  <a:gd name="GluePoint8X" fmla="*/ 71 w 125"/>
                  <a:gd name="GluePoint8Y" fmla="*/ 50 h 142"/>
                  <a:gd name="GluePoint9X" fmla="*/ 81 w 125"/>
                  <a:gd name="GluePoint9Y" fmla="*/ 47 h 142"/>
                  <a:gd name="GluePoint10X" fmla="*/ 65 w 125"/>
                  <a:gd name="GluePoint10Y" fmla="*/ 42 h 142"/>
                  <a:gd name="GluePoint11X" fmla="*/ 63 w 125"/>
                  <a:gd name="GluePoint11Y" fmla="*/ 37 h 142"/>
                  <a:gd name="GluePoint12X" fmla="*/ 85 w 125"/>
                  <a:gd name="GluePoint12Y" fmla="*/ 27 h 142"/>
                  <a:gd name="GluePoint13X" fmla="*/ 93 w 125"/>
                  <a:gd name="GluePoint13Y" fmla="*/ 2 h 142"/>
                  <a:gd name="GluePoint14X" fmla="*/ 99 w 125"/>
                  <a:gd name="GluePoint14Y" fmla="*/ 5 h 142"/>
                  <a:gd name="GluePoint15X" fmla="*/ 111 w 125"/>
                  <a:gd name="GluePoint15Y" fmla="*/ 30 h 142"/>
                  <a:gd name="GluePoint16X" fmla="*/ 102 w 125"/>
                  <a:gd name="GluePoint16Y" fmla="*/ 34 h 142"/>
                  <a:gd name="GluePoint17X" fmla="*/ 95 w 125"/>
                  <a:gd name="GluePoint17Y" fmla="*/ 59 h 142"/>
                  <a:gd name="GluePoint18X" fmla="*/ 123 w 125"/>
                  <a:gd name="GluePoint18Y" fmla="*/ 61 h 142"/>
                  <a:gd name="GluePoint19X" fmla="*/ 110 w 125"/>
                  <a:gd name="GluePoint19Y" fmla="*/ 71 h 142"/>
                  <a:gd name="GluePoint20X" fmla="*/ 104 w 125"/>
                  <a:gd name="GluePoint20Y" fmla="*/ 82 h 142"/>
                  <a:gd name="GluePoint21X" fmla="*/ 112 w 125"/>
                  <a:gd name="GluePoint21Y" fmla="*/ 134 h 142"/>
                  <a:gd name="GluePoint22X" fmla="*/ 102 w 125"/>
                  <a:gd name="GluePoint22Y" fmla="*/ 140 h 142"/>
                  <a:gd name="GluePoint23X" fmla="*/ 89 w 125"/>
                  <a:gd name="GluePoint23Y" fmla="*/ 123 h 142"/>
                  <a:gd name="GluePoint24X" fmla="*/ 101 w 125"/>
                  <a:gd name="GluePoint24Y" fmla="*/ 128 h 142"/>
                  <a:gd name="GluePoint25X" fmla="*/ 101 w 125"/>
                  <a:gd name="GluePoint25Y" fmla="*/ 92 h 142"/>
                  <a:gd name="GluePoint26X" fmla="*/ 97 w 125"/>
                  <a:gd name="GluePoint26Y" fmla="*/ 99 h 142"/>
                  <a:gd name="GluePoint27X" fmla="*/ 90 w 125"/>
                  <a:gd name="GluePoint27Y" fmla="*/ 103 h 142"/>
                  <a:gd name="GluePoint28X" fmla="*/ 86 w 125"/>
                  <a:gd name="GluePoint28Y" fmla="*/ 110 h 142"/>
                  <a:gd name="GluePoint29X" fmla="*/ 81 w 125"/>
                  <a:gd name="GluePoint29Y" fmla="*/ 120 h 142"/>
                  <a:gd name="GluePoint30X" fmla="*/ 88 w 125"/>
                  <a:gd name="GluePoint30Y" fmla="*/ 71 h 142"/>
                  <a:gd name="GluePoint31X" fmla="*/ 60 w 125"/>
                  <a:gd name="GluePoint31Y" fmla="*/ 87 h 142"/>
                  <a:gd name="GluePoint32X" fmla="*/ 53 w 125"/>
                  <a:gd name="GluePoint32Y" fmla="*/ 89 h 142"/>
                  <a:gd name="GluePoint33X" fmla="*/ 51 w 125"/>
                  <a:gd name="GluePoint33Y" fmla="*/ 128 h 142"/>
                  <a:gd name="GluePoint34X" fmla="*/ 43 w 125"/>
                  <a:gd name="GluePoint34Y" fmla="*/ 134 h 142"/>
                  <a:gd name="GluePoint35X" fmla="*/ 39 w 125"/>
                  <a:gd name="GluePoint35Y" fmla="*/ 107 h 142"/>
                  <a:gd name="GluePoint36X" fmla="*/ 33 w 125"/>
                  <a:gd name="GluePoint36Y" fmla="*/ 114 h 142"/>
                  <a:gd name="GluePoint37X" fmla="*/ 17 w 125"/>
                  <a:gd name="GluePoint37Y" fmla="*/ 108 h 142"/>
                  <a:gd name="GluePoint38X" fmla="*/ 5 w 125"/>
                  <a:gd name="GluePoint38Y" fmla="*/ 81 h 142"/>
                  <a:gd name="GluePoint39X" fmla="*/ 34 w 125"/>
                  <a:gd name="GluePoint39Y" fmla="*/ 56 h 142"/>
                  <a:gd name="GluePoint40X" fmla="*/ 38 w 125"/>
                  <a:gd name="GluePoint40Y" fmla="*/ 33 h 142"/>
                  <a:gd name="GluePoint41X" fmla="*/ 22 w 125"/>
                  <a:gd name="GluePoint41Y" fmla="*/ 55 h 142"/>
                  <a:gd name="GluePoint42X" fmla="*/ 14 w 125"/>
                  <a:gd name="GluePoint42Y" fmla="*/ 55 h 142"/>
                  <a:gd name="GluePoint43X" fmla="*/ 11 w 125"/>
                  <a:gd name="GluePoint43Y" fmla="*/ 36 h 142"/>
                  <a:gd name="GluePoint44X" fmla="*/ 32 w 125"/>
                  <a:gd name="GluePoint44Y" fmla="*/ 22 h 142"/>
                  <a:gd name="GluePoint45X" fmla="*/ 28 w 125"/>
                  <a:gd name="GluePoint45Y" fmla="*/ 33 h 1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</a:cxnLst>
                <a:rect l="textAreaLeft" t="textAreaTop" r="textAreaRight" b="textAreaBottom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entury Gothic"/>
                </a:endParaRPr>
              </a:p>
            </p:txBody>
          </p:sp>
          <p:sp>
            <p:nvSpPr>
              <p:cNvPr id="870" name="Freeform 6"/>
              <p:cNvSpPr/>
              <p:nvPr/>
            </p:nvSpPr>
            <p:spPr>
              <a:xfrm>
                <a:off x="2931480" y="6444720"/>
                <a:ext cx="135000" cy="2034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203400"/>
                  <a:gd name="textAreaBottom" fmla="*/ 203760 h 203400"/>
                  <a:gd name="GluePoint1X" fmla="*/ 33 w 72"/>
                  <a:gd name="GluePoint1Y" fmla="*/ 76 h 109"/>
                  <a:gd name="GluePoint2X" fmla="*/ 44 w 72"/>
                  <a:gd name="GluePoint2Y" fmla="*/ 73 h 109"/>
                  <a:gd name="GluePoint3X" fmla="*/ 59 w 72"/>
                  <a:gd name="GluePoint3Y" fmla="*/ 71 h 109"/>
                  <a:gd name="GluePoint4X" fmla="*/ 69 w 72"/>
                  <a:gd name="GluePoint4Y" fmla="*/ 92 h 109"/>
                  <a:gd name="GluePoint5X" fmla="*/ 66 w 72"/>
                  <a:gd name="GluePoint5Y" fmla="*/ 94 h 109"/>
                  <a:gd name="GluePoint6X" fmla="*/ 49 w 72"/>
                  <a:gd name="GluePoint6Y" fmla="*/ 96 h 109"/>
                  <a:gd name="GluePoint7X" fmla="*/ 28 w 72"/>
                  <a:gd name="GluePoint7Y" fmla="*/ 106 h 109"/>
                  <a:gd name="GluePoint8X" fmla="*/ 16 w 72"/>
                  <a:gd name="GluePoint8Y" fmla="*/ 106 h 109"/>
                  <a:gd name="GluePoint9X" fmla="*/ 1 w 72"/>
                  <a:gd name="GluePoint9Y" fmla="*/ 80 h 109"/>
                  <a:gd name="GluePoint10X" fmla="*/ 2 w 72"/>
                  <a:gd name="GluePoint10Y" fmla="*/ 74 h 109"/>
                  <a:gd name="GluePoint11X" fmla="*/ 23 w 72"/>
                  <a:gd name="GluePoint11Y" fmla="*/ 31 h 109"/>
                  <a:gd name="GluePoint12X" fmla="*/ 22 w 72"/>
                  <a:gd name="GluePoint12Y" fmla="*/ 26 h 109"/>
                  <a:gd name="GluePoint13X" fmla="*/ 12 w 72"/>
                  <a:gd name="GluePoint13Y" fmla="*/ 16 h 109"/>
                  <a:gd name="GluePoint14X" fmla="*/ 15 w 72"/>
                  <a:gd name="GluePoint14Y" fmla="*/ 10 h 109"/>
                  <a:gd name="GluePoint15X" fmla="*/ 32 w 72"/>
                  <a:gd name="GluePoint15Y" fmla="*/ 5 h 109"/>
                  <a:gd name="GluePoint16X" fmla="*/ 60 w 72"/>
                  <a:gd name="GluePoint16Y" fmla="*/ 18 h 109"/>
                  <a:gd name="GluePoint17X" fmla="*/ 59 w 72"/>
                  <a:gd name="GluePoint17Y" fmla="*/ 26 h 109"/>
                  <a:gd name="GluePoint18X" fmla="*/ 52 w 72"/>
                  <a:gd name="GluePoint18Y" fmla="*/ 36 h 109"/>
                  <a:gd name="GluePoint19X" fmla="*/ 34 w 72"/>
                  <a:gd name="GluePoint19Y" fmla="*/ 72 h 109"/>
                  <a:gd name="GluePoint20X" fmla="*/ 33 w 72"/>
                  <a:gd name="GluePoint20Y" fmla="*/ 76 h 10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</a:cxnLst>
                <a:rect l="textAreaLeft" t="textAreaTop" r="textAreaRight" b="textAreaBottom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entury Gothic"/>
                </a:endParaRPr>
              </a:p>
            </p:txBody>
          </p:sp>
          <p:grpSp>
            <p:nvGrpSpPr>
              <p:cNvPr id="871" name="组合 101"/>
              <p:cNvGrpSpPr/>
              <p:nvPr/>
            </p:nvGrpSpPr>
            <p:grpSpPr>
              <a:xfrm>
                <a:off x="2014200" y="6385320"/>
                <a:ext cx="240480" cy="298080"/>
                <a:chOff x="2014200" y="6385320"/>
                <a:chExt cx="240480" cy="298080"/>
              </a:xfrm>
            </p:grpSpPr>
            <p:sp>
              <p:nvSpPr>
                <p:cNvPr id="872" name="Freeform 7"/>
                <p:cNvSpPr/>
                <p:nvPr/>
              </p:nvSpPr>
              <p:spPr>
                <a:xfrm>
                  <a:off x="2014200" y="6385320"/>
                  <a:ext cx="240480" cy="195840"/>
                </a:xfrm>
                <a:custGeom>
                  <a:avLst/>
                  <a:gdLst>
                    <a:gd name="textAreaLeft" fmla="*/ 0 w 240480"/>
                    <a:gd name="textAreaRight" fmla="*/ 240840 w 240480"/>
                    <a:gd name="textAreaTop" fmla="*/ 0 h 195840"/>
                    <a:gd name="textAreaBottom" fmla="*/ 196200 h 195840"/>
                    <a:gd name="GluePoint1X" fmla="*/ 101 w 128"/>
                    <a:gd name="GluePoint1Y" fmla="*/ 58 h 105"/>
                    <a:gd name="GluePoint2X" fmla="*/ 74 w 128"/>
                    <a:gd name="GluePoint2Y" fmla="*/ 56 h 105"/>
                    <a:gd name="GluePoint3X" fmla="*/ 68 w 128"/>
                    <a:gd name="GluePoint3Y" fmla="*/ 57 h 105"/>
                    <a:gd name="GluePoint4X" fmla="*/ 51 w 128"/>
                    <a:gd name="GluePoint4Y" fmla="*/ 59 h 105"/>
                    <a:gd name="GluePoint5X" fmla="*/ 36 w 128"/>
                    <a:gd name="GluePoint5Y" fmla="*/ 65 h 105"/>
                    <a:gd name="GluePoint6X" fmla="*/ 28 w 128"/>
                    <a:gd name="GluePoint6Y" fmla="*/ 73 h 105"/>
                    <a:gd name="GluePoint7X" fmla="*/ 16 w 128"/>
                    <a:gd name="GluePoint7Y" fmla="*/ 102 h 105"/>
                    <a:gd name="GluePoint8X" fmla="*/ 13 w 128"/>
                    <a:gd name="GluePoint8Y" fmla="*/ 104 h 105"/>
                    <a:gd name="GluePoint9X" fmla="*/ 1 w 128"/>
                    <a:gd name="GluePoint9Y" fmla="*/ 98 h 105"/>
                    <a:gd name="GluePoint10X" fmla="*/ 0 w 128"/>
                    <a:gd name="GluePoint10Y" fmla="*/ 93 h 105"/>
                    <a:gd name="GluePoint11X" fmla="*/ 15 w 128"/>
                    <a:gd name="GluePoint11Y" fmla="*/ 60 h 105"/>
                    <a:gd name="GluePoint12X" fmla="*/ 16 w 128"/>
                    <a:gd name="GluePoint12Y" fmla="*/ 58 h 105"/>
                    <a:gd name="GluePoint13X" fmla="*/ 20 w 128"/>
                    <a:gd name="GluePoint13Y" fmla="*/ 52 h 105"/>
                    <a:gd name="GluePoint14X" fmla="*/ 32 w 128"/>
                    <a:gd name="GluePoint14Y" fmla="*/ 54 h 105"/>
                    <a:gd name="GluePoint15X" fmla="*/ 39 w 128"/>
                    <a:gd name="GluePoint15Y" fmla="*/ 55 h 105"/>
                    <a:gd name="GluePoint16X" fmla="*/ 72 w 128"/>
                    <a:gd name="GluePoint16Y" fmla="*/ 21 h 105"/>
                    <a:gd name="GluePoint17X" fmla="*/ 74 w 128"/>
                    <a:gd name="GluePoint17Y" fmla="*/ 16 h 105"/>
                    <a:gd name="GluePoint18X" fmla="*/ 74 w 128"/>
                    <a:gd name="GluePoint18Y" fmla="*/ 11 h 105"/>
                    <a:gd name="GluePoint19X" fmla="*/ 71 w 128"/>
                    <a:gd name="GluePoint19Y" fmla="*/ 11 h 105"/>
                    <a:gd name="GluePoint20X" fmla="*/ 68 w 128"/>
                    <a:gd name="GluePoint20Y" fmla="*/ 15 h 105"/>
                    <a:gd name="GluePoint21X" fmla="*/ 68 w 128"/>
                    <a:gd name="GluePoint21Y" fmla="*/ 21 h 105"/>
                    <a:gd name="GluePoint22X" fmla="*/ 59 w 128"/>
                    <a:gd name="GluePoint22Y" fmla="*/ 29 h 105"/>
                    <a:gd name="GluePoint23X" fmla="*/ 53 w 128"/>
                    <a:gd name="GluePoint23Y" fmla="*/ 27 h 105"/>
                    <a:gd name="GluePoint24X" fmla="*/ 47 w 128"/>
                    <a:gd name="GluePoint24Y" fmla="*/ 24 h 105"/>
                    <a:gd name="GluePoint25X" fmla="*/ 47 w 128"/>
                    <a:gd name="GluePoint25Y" fmla="*/ 32 h 105"/>
                    <a:gd name="GluePoint26X" fmla="*/ 47 w 128"/>
                    <a:gd name="GluePoint26Y" fmla="*/ 34 h 105"/>
                    <a:gd name="GluePoint27X" fmla="*/ 43 w 128"/>
                    <a:gd name="GluePoint27Y" fmla="*/ 45 h 105"/>
                    <a:gd name="GluePoint28X" fmla="*/ 31 w 128"/>
                    <a:gd name="GluePoint28Y" fmla="*/ 39 h 105"/>
                    <a:gd name="GluePoint29X" fmla="*/ 29 w 128"/>
                    <a:gd name="GluePoint29Y" fmla="*/ 23 h 105"/>
                    <a:gd name="GluePoint30X" fmla="*/ 33 w 128"/>
                    <a:gd name="GluePoint30Y" fmla="*/ 14 h 105"/>
                    <a:gd name="GluePoint31X" fmla="*/ 36 w 128"/>
                    <a:gd name="GluePoint31Y" fmla="*/ 9 h 105"/>
                    <a:gd name="GluePoint32X" fmla="*/ 42 w 128"/>
                    <a:gd name="GluePoint32Y" fmla="*/ 13 h 105"/>
                    <a:gd name="GluePoint33X" fmla="*/ 44 w 128"/>
                    <a:gd name="GluePoint33Y" fmla="*/ 16 h 105"/>
                    <a:gd name="GluePoint34X" fmla="*/ 57 w 128"/>
                    <a:gd name="GluePoint34Y" fmla="*/ 14 h 105"/>
                    <a:gd name="GluePoint35X" fmla="*/ 62 w 128"/>
                    <a:gd name="GluePoint35Y" fmla="*/ 11 h 105"/>
                    <a:gd name="GluePoint36X" fmla="*/ 84 w 128"/>
                    <a:gd name="GluePoint36Y" fmla="*/ 0 h 105"/>
                    <a:gd name="GluePoint37X" fmla="*/ 96 w 128"/>
                    <a:gd name="GluePoint37Y" fmla="*/ 7 h 105"/>
                    <a:gd name="GluePoint38X" fmla="*/ 96 w 128"/>
                    <a:gd name="GluePoint38Y" fmla="*/ 20 h 105"/>
                    <a:gd name="GluePoint39X" fmla="*/ 83 w 128"/>
                    <a:gd name="GluePoint39Y" fmla="*/ 43 h 105"/>
                    <a:gd name="GluePoint40X" fmla="*/ 94 w 128"/>
                    <a:gd name="GluePoint40Y" fmla="*/ 44 h 105"/>
                    <a:gd name="GluePoint41X" fmla="*/ 122 w 128"/>
                    <a:gd name="GluePoint41Y" fmla="*/ 59 h 105"/>
                    <a:gd name="GluePoint42X" fmla="*/ 120 w 128"/>
                    <a:gd name="GluePoint42Y" fmla="*/ 73 h 105"/>
                    <a:gd name="GluePoint43X" fmla="*/ 98 w 128"/>
                    <a:gd name="GluePoint43Y" fmla="*/ 73 h 105"/>
                    <a:gd name="GluePoint44X" fmla="*/ 97 w 128"/>
                    <a:gd name="GluePoint44Y" fmla="*/ 66 h 105"/>
                    <a:gd name="GluePoint45X" fmla="*/ 101 w 128"/>
                    <a:gd name="GluePoint45Y" fmla="*/ 58 h 10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</a:cxnLst>
                  <a:rect l="textAreaLeft" t="textAreaTop" r="textAreaRight" b="textAreaBottom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873" name="Freeform 8"/>
                <p:cNvSpPr/>
                <p:nvPr/>
              </p:nvSpPr>
              <p:spPr>
                <a:xfrm>
                  <a:off x="2065320" y="6504480"/>
                  <a:ext cx="149760" cy="178920"/>
                </a:xfrm>
                <a:custGeom>
                  <a:avLst/>
                  <a:gdLst>
                    <a:gd name="textAreaLeft" fmla="*/ 0 w 149760"/>
                    <a:gd name="textAreaRight" fmla="*/ 150120 w 149760"/>
                    <a:gd name="textAreaTop" fmla="*/ 0 h 178920"/>
                    <a:gd name="textAreaBottom" fmla="*/ 179280 h 178920"/>
                    <a:gd name="GluePoint1X" fmla="*/ 46 w 80"/>
                    <a:gd name="GluePoint1Y" fmla="*/ 29 h 96"/>
                    <a:gd name="GluePoint2X" fmla="*/ 65 w 80"/>
                    <a:gd name="GluePoint2Y" fmla="*/ 29 h 96"/>
                    <a:gd name="GluePoint3X" fmla="*/ 79 w 80"/>
                    <a:gd name="GluePoint3Y" fmla="*/ 41 h 96"/>
                    <a:gd name="GluePoint4X" fmla="*/ 74 w 80"/>
                    <a:gd name="GluePoint4Y" fmla="*/ 43 h 96"/>
                    <a:gd name="GluePoint5X" fmla="*/ 60 w 80"/>
                    <a:gd name="GluePoint5Y" fmla="*/ 43 h 96"/>
                    <a:gd name="GluePoint6X" fmla="*/ 52 w 80"/>
                    <a:gd name="GluePoint6Y" fmla="*/ 50 h 96"/>
                    <a:gd name="GluePoint7X" fmla="*/ 49 w 80"/>
                    <a:gd name="GluePoint7Y" fmla="*/ 87 h 96"/>
                    <a:gd name="GluePoint8X" fmla="*/ 37 w 80"/>
                    <a:gd name="GluePoint8Y" fmla="*/ 95 h 96"/>
                    <a:gd name="GluePoint9X" fmla="*/ 21 w 80"/>
                    <a:gd name="GluePoint9Y" fmla="*/ 68 h 96"/>
                    <a:gd name="GluePoint10X" fmla="*/ 22 w 80"/>
                    <a:gd name="GluePoint10Y" fmla="*/ 62 h 96"/>
                    <a:gd name="GluePoint11X" fmla="*/ 30 w 80"/>
                    <a:gd name="GluePoint11Y" fmla="*/ 72 h 96"/>
                    <a:gd name="GluePoint12X" fmla="*/ 40 w 80"/>
                    <a:gd name="GluePoint12Y" fmla="*/ 70 h 96"/>
                    <a:gd name="GluePoint13X" fmla="*/ 43 w 80"/>
                    <a:gd name="GluePoint13Y" fmla="*/ 46 h 96"/>
                    <a:gd name="GluePoint14X" fmla="*/ 24 w 80"/>
                    <a:gd name="GluePoint14Y" fmla="*/ 52 h 96"/>
                    <a:gd name="GluePoint15X" fmla="*/ 19 w 80"/>
                    <a:gd name="GluePoint15Y" fmla="*/ 54 h 96"/>
                    <a:gd name="GluePoint16X" fmla="*/ 6 w 80"/>
                    <a:gd name="GluePoint16Y" fmla="*/ 54 h 96"/>
                    <a:gd name="GluePoint17X" fmla="*/ 2 w 80"/>
                    <a:gd name="GluePoint17Y" fmla="*/ 40 h 96"/>
                    <a:gd name="GluePoint18X" fmla="*/ 6 w 80"/>
                    <a:gd name="GluePoint18Y" fmla="*/ 37 h 96"/>
                    <a:gd name="GluePoint19X" fmla="*/ 28 w 80"/>
                    <a:gd name="GluePoint19Y" fmla="*/ 33 h 96"/>
                    <a:gd name="GluePoint20X" fmla="*/ 33 w 80"/>
                    <a:gd name="GluePoint20Y" fmla="*/ 32 h 96"/>
                    <a:gd name="GluePoint21X" fmla="*/ 36 w 80"/>
                    <a:gd name="GluePoint21Y" fmla="*/ 22 h 96"/>
                    <a:gd name="GluePoint22X" fmla="*/ 46 w 80"/>
                    <a:gd name="GluePoint22Y" fmla="*/ 12 h 96"/>
                    <a:gd name="GluePoint23X" fmla="*/ 45 w 80"/>
                    <a:gd name="GluePoint23Y" fmla="*/ 10 h 96"/>
                    <a:gd name="GluePoint24X" fmla="*/ 26 w 80"/>
                    <a:gd name="GluePoint24Y" fmla="*/ 17 h 96"/>
                    <a:gd name="GluePoint25X" fmla="*/ 15 w 80"/>
                    <a:gd name="GluePoint25Y" fmla="*/ 24 h 96"/>
                    <a:gd name="GluePoint26X" fmla="*/ 5 w 80"/>
                    <a:gd name="GluePoint26Y" fmla="*/ 22 h 96"/>
                    <a:gd name="GluePoint27X" fmla="*/ 1 w 80"/>
                    <a:gd name="GluePoint27Y" fmla="*/ 17 h 96"/>
                    <a:gd name="GluePoint28X" fmla="*/ 36 w 80"/>
                    <a:gd name="GluePoint28Y" fmla="*/ 2 h 96"/>
                    <a:gd name="GluePoint29X" fmla="*/ 55 w 80"/>
                    <a:gd name="GluePoint29Y" fmla="*/ 0 h 96"/>
                    <a:gd name="GluePoint30X" fmla="*/ 61 w 80"/>
                    <a:gd name="GluePoint30Y" fmla="*/ 6 h 96"/>
                    <a:gd name="GluePoint31X" fmla="*/ 59 w 80"/>
                    <a:gd name="GluePoint31Y" fmla="*/ 13 h 96"/>
                    <a:gd name="GluePoint32X" fmla="*/ 46 w 80"/>
                    <a:gd name="GluePoint32Y" fmla="*/ 29 h 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</a:cxnLst>
                  <a:rect l="textAreaLeft" t="textAreaTop" r="textAreaRight" b="textAreaBottom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874" name="组合 102"/>
              <p:cNvGrpSpPr/>
              <p:nvPr/>
            </p:nvGrpSpPr>
            <p:grpSpPr>
              <a:xfrm>
                <a:off x="2349720" y="6467040"/>
                <a:ext cx="145440" cy="155520"/>
                <a:chOff x="2349720" y="6467040"/>
                <a:chExt cx="145440" cy="155520"/>
              </a:xfrm>
            </p:grpSpPr>
            <p:sp>
              <p:nvSpPr>
                <p:cNvPr id="875" name="Freeform 15"/>
                <p:cNvSpPr/>
                <p:nvPr/>
              </p:nvSpPr>
              <p:spPr>
                <a:xfrm>
                  <a:off x="2349720" y="6501600"/>
                  <a:ext cx="66960" cy="10764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107640"/>
                    <a:gd name="textAreaBottom" fmla="*/ 108000 h 107640"/>
                    <a:gd name="GluePoint1X" fmla="*/ 16 w 39"/>
                    <a:gd name="GluePoint1Y" fmla="*/ 29 h 58"/>
                    <a:gd name="GluePoint2X" fmla="*/ 27 w 39"/>
                    <a:gd name="GluePoint2Y" fmla="*/ 7 h 58"/>
                    <a:gd name="GluePoint3X" fmla="*/ 31 w 39"/>
                    <a:gd name="GluePoint3Y" fmla="*/ 1 h 58"/>
                    <a:gd name="GluePoint4X" fmla="*/ 34 w 39"/>
                    <a:gd name="GluePoint4Y" fmla="*/ 6 h 58"/>
                    <a:gd name="GluePoint5X" fmla="*/ 35 w 39"/>
                    <a:gd name="GluePoint5Y" fmla="*/ 26 h 58"/>
                    <a:gd name="GluePoint6X" fmla="*/ 20 w 39"/>
                    <a:gd name="GluePoint6Y" fmla="*/ 52 h 58"/>
                    <a:gd name="GluePoint7X" fmla="*/ 9 w 39"/>
                    <a:gd name="GluePoint7Y" fmla="*/ 57 h 58"/>
                    <a:gd name="GluePoint8X" fmla="*/ 1 w 39"/>
                    <a:gd name="GluePoint8Y" fmla="*/ 43 h 58"/>
                    <a:gd name="GluePoint9X" fmla="*/ 4 w 39"/>
                    <a:gd name="GluePoint9Y" fmla="*/ 6 h 58"/>
                    <a:gd name="GluePoint10X" fmla="*/ 8 w 39"/>
                    <a:gd name="GluePoint10Y" fmla="*/ 0 h 58"/>
                    <a:gd name="GluePoint11X" fmla="*/ 15 w 39"/>
                    <a:gd name="GluePoint11Y" fmla="*/ 6 h 58"/>
                    <a:gd name="GluePoint12X" fmla="*/ 14 w 39"/>
                    <a:gd name="GluePoint12Y" fmla="*/ 20 h 58"/>
                    <a:gd name="GluePoint13X" fmla="*/ 14 w 39"/>
                    <a:gd name="GluePoint13Y" fmla="*/ 28 h 58"/>
                    <a:gd name="GluePoint14X" fmla="*/ 16 w 39"/>
                    <a:gd name="GluePoint14Y" fmla="*/ 29 h 5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76320" rIns="7632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876" name="Freeform 16"/>
                <p:cNvSpPr/>
                <p:nvPr/>
              </p:nvSpPr>
              <p:spPr>
                <a:xfrm>
                  <a:off x="2422080" y="6470640"/>
                  <a:ext cx="73080" cy="151920"/>
                </a:xfrm>
                <a:custGeom>
                  <a:avLst/>
                  <a:gdLst>
                    <a:gd name="textAreaLeft" fmla="*/ 0 w 73080"/>
                    <a:gd name="textAreaRight" fmla="*/ 73440 w 73080"/>
                    <a:gd name="textAreaTop" fmla="*/ 0 h 151920"/>
                    <a:gd name="textAreaBottom" fmla="*/ 152280 h 151920"/>
                    <a:gd name="GluePoint1X" fmla="*/ 9 w 47"/>
                    <a:gd name="GluePoint1Y" fmla="*/ 73 h 88"/>
                    <a:gd name="GluePoint2X" fmla="*/ 3 w 47"/>
                    <a:gd name="GluePoint2Y" fmla="*/ 67 h 88"/>
                    <a:gd name="GluePoint3X" fmla="*/ 3 w 47"/>
                    <a:gd name="GluePoint3Y" fmla="*/ 57 h 88"/>
                    <a:gd name="GluePoint4X" fmla="*/ 20 w 47"/>
                    <a:gd name="GluePoint4Y" fmla="*/ 38 h 88"/>
                    <a:gd name="GluePoint5X" fmla="*/ 33 w 47"/>
                    <a:gd name="GluePoint5Y" fmla="*/ 20 h 88"/>
                    <a:gd name="GluePoint6X" fmla="*/ 33 w 47"/>
                    <a:gd name="GluePoint6Y" fmla="*/ 4 h 88"/>
                    <a:gd name="GluePoint7X" fmla="*/ 32 w 47"/>
                    <a:gd name="GluePoint7Y" fmla="*/ 1 h 88"/>
                    <a:gd name="GluePoint8X" fmla="*/ 33 w 47"/>
                    <a:gd name="GluePoint8Y" fmla="*/ 0 h 88"/>
                    <a:gd name="GluePoint9X" fmla="*/ 41 w 47"/>
                    <a:gd name="GluePoint9Y" fmla="*/ 6 h 88"/>
                    <a:gd name="GluePoint10X" fmla="*/ 43 w 47"/>
                    <a:gd name="GluePoint10Y" fmla="*/ 26 h 88"/>
                    <a:gd name="GluePoint11X" fmla="*/ 29 w 47"/>
                    <a:gd name="GluePoint11Y" fmla="*/ 48 h 88"/>
                    <a:gd name="GluePoint12X" fmla="*/ 30 w 47"/>
                    <a:gd name="GluePoint12Y" fmla="*/ 52 h 88"/>
                    <a:gd name="GluePoint13X" fmla="*/ 40 w 47"/>
                    <a:gd name="GluePoint13Y" fmla="*/ 73 h 88"/>
                    <a:gd name="GluePoint14X" fmla="*/ 41 w 47"/>
                    <a:gd name="GluePoint14Y" fmla="*/ 84 h 88"/>
                    <a:gd name="GluePoint15X" fmla="*/ 37 w 47"/>
                    <a:gd name="GluePoint15Y" fmla="*/ 86 h 88"/>
                    <a:gd name="GluePoint16X" fmla="*/ 31 w 47"/>
                    <a:gd name="GluePoint16Y" fmla="*/ 75 h 88"/>
                    <a:gd name="GluePoint17X" fmla="*/ 28 w 47"/>
                    <a:gd name="GluePoint17Y" fmla="*/ 60 h 88"/>
                    <a:gd name="GluePoint18X" fmla="*/ 22 w 47"/>
                    <a:gd name="GluePoint18Y" fmla="*/ 59 h 88"/>
                    <a:gd name="GluePoint19X" fmla="*/ 9 w 47"/>
                    <a:gd name="GluePoint19Y" fmla="*/ 73 h 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</a:cxnLst>
                  <a:rect l="textAreaLeft" t="textAreaTop" r="textAreaRight" b="textAreaBottom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83160" rIns="8316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877" name="Freeform 17"/>
                <p:cNvSpPr/>
                <p:nvPr/>
              </p:nvSpPr>
              <p:spPr>
                <a:xfrm>
                  <a:off x="2387880" y="6467040"/>
                  <a:ext cx="47880" cy="27720"/>
                </a:xfrm>
                <a:custGeom>
                  <a:avLst/>
                  <a:gdLst>
                    <a:gd name="textAreaLeft" fmla="*/ 0 w 47880"/>
                    <a:gd name="textAreaRight" fmla="*/ 48240 w 47880"/>
                    <a:gd name="textAreaTop" fmla="*/ 0 h 27720"/>
                    <a:gd name="textAreaBottom" fmla="*/ 28080 h 27720"/>
                    <a:gd name="GluePoint1X" fmla="*/ 0 w 26"/>
                    <a:gd name="GluePoint1Y" fmla="*/ 0 h 19"/>
                    <a:gd name="GluePoint2X" fmla="*/ 20 w 26"/>
                    <a:gd name="GluePoint2Y" fmla="*/ 1 h 19"/>
                    <a:gd name="GluePoint3X" fmla="*/ 23 w 26"/>
                    <a:gd name="GluePoint3Y" fmla="*/ 12 h 19"/>
                    <a:gd name="GluePoint4X" fmla="*/ 12 w 26"/>
                    <a:gd name="GluePoint4Y" fmla="*/ 18 h 19"/>
                    <a:gd name="GluePoint5X" fmla="*/ 3 w 26"/>
                    <a:gd name="GluePoint5Y" fmla="*/ 11 h 19"/>
                    <a:gd name="GluePoint6X" fmla="*/ 0 w 26"/>
                    <a:gd name="GluePoint6Y" fmla="*/ 0 h 1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4720" tIns="14040" rIns="54720" bIns="140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  <p:grpSp>
          <p:nvGrpSpPr>
            <p:cNvPr id="878" name="组合 85"/>
            <p:cNvGrpSpPr/>
            <p:nvPr/>
          </p:nvGrpSpPr>
          <p:grpSpPr>
            <a:xfrm>
              <a:off x="587160" y="6381720"/>
              <a:ext cx="1100160" cy="304560"/>
              <a:chOff x="587160" y="6381720"/>
              <a:chExt cx="1100160" cy="304560"/>
            </a:xfrm>
          </p:grpSpPr>
          <p:grpSp>
            <p:nvGrpSpPr>
              <p:cNvPr id="879" name="组合 86"/>
              <p:cNvGrpSpPr/>
              <p:nvPr/>
            </p:nvGrpSpPr>
            <p:grpSpPr>
              <a:xfrm>
                <a:off x="1171800" y="6431400"/>
                <a:ext cx="212760" cy="223560"/>
                <a:chOff x="1171800" y="6431400"/>
                <a:chExt cx="212760" cy="223560"/>
              </a:xfrm>
            </p:grpSpPr>
            <p:sp>
              <p:nvSpPr>
                <p:cNvPr id="880" name="Freeform 9"/>
                <p:cNvSpPr/>
                <p:nvPr/>
              </p:nvSpPr>
              <p:spPr>
                <a:xfrm>
                  <a:off x="1171800" y="6447960"/>
                  <a:ext cx="110520" cy="187920"/>
                </a:xfrm>
                <a:custGeom>
                  <a:avLst/>
                  <a:gdLst>
                    <a:gd name="textAreaLeft" fmla="*/ 0 w 110520"/>
                    <a:gd name="textAreaRight" fmla="*/ 110880 w 110520"/>
                    <a:gd name="textAreaTop" fmla="*/ 0 h 187920"/>
                    <a:gd name="textAreaBottom" fmla="*/ 188280 h 187920"/>
                    <a:gd name="GluePoint1X" fmla="*/ 39 w 59"/>
                    <a:gd name="GluePoint1Y" fmla="*/ 78 h 101"/>
                    <a:gd name="GluePoint2X" fmla="*/ 17 w 59"/>
                    <a:gd name="GluePoint2Y" fmla="*/ 94 h 101"/>
                    <a:gd name="GluePoint3X" fmla="*/ 8 w 59"/>
                    <a:gd name="GluePoint3Y" fmla="*/ 94 h 101"/>
                    <a:gd name="GluePoint4X" fmla="*/ 0 w 59"/>
                    <a:gd name="GluePoint4Y" fmla="*/ 79 h 101"/>
                    <a:gd name="GluePoint5X" fmla="*/ 17 w 59"/>
                    <a:gd name="GluePoint5Y" fmla="*/ 73 h 101"/>
                    <a:gd name="GluePoint6X" fmla="*/ 10 w 59"/>
                    <a:gd name="GluePoint6Y" fmla="*/ 68 h 101"/>
                    <a:gd name="GluePoint7X" fmla="*/ 8 w 59"/>
                    <a:gd name="GluePoint7Y" fmla="*/ 60 h 101"/>
                    <a:gd name="GluePoint8X" fmla="*/ 18 w 59"/>
                    <a:gd name="GluePoint8Y" fmla="*/ 23 h 101"/>
                    <a:gd name="GluePoint9X" fmla="*/ 26 w 59"/>
                    <a:gd name="GluePoint9Y" fmla="*/ 17 h 101"/>
                    <a:gd name="GluePoint10X" fmla="*/ 36 w 59"/>
                    <a:gd name="GluePoint10Y" fmla="*/ 26 h 101"/>
                    <a:gd name="GluePoint11X" fmla="*/ 36 w 59"/>
                    <a:gd name="GluePoint11Y" fmla="*/ 27 h 101"/>
                    <a:gd name="GluePoint12X" fmla="*/ 43 w 59"/>
                    <a:gd name="GluePoint12Y" fmla="*/ 40 h 101"/>
                    <a:gd name="GluePoint13X" fmla="*/ 42 w 59"/>
                    <a:gd name="GluePoint13Y" fmla="*/ 12 h 101"/>
                    <a:gd name="GluePoint14X" fmla="*/ 21 w 59"/>
                    <a:gd name="GluePoint14Y" fmla="*/ 5 h 101"/>
                    <a:gd name="GluePoint15X" fmla="*/ 44 w 59"/>
                    <a:gd name="GluePoint15Y" fmla="*/ 1 h 101"/>
                    <a:gd name="GluePoint16X" fmla="*/ 57 w 59"/>
                    <a:gd name="GluePoint16Y" fmla="*/ 17 h 101"/>
                    <a:gd name="GluePoint17X" fmla="*/ 56 w 59"/>
                    <a:gd name="GluePoint17Y" fmla="*/ 48 h 101"/>
                    <a:gd name="GluePoint18X" fmla="*/ 57 w 59"/>
                    <a:gd name="GluePoint18Y" fmla="*/ 55 h 101"/>
                    <a:gd name="GluePoint19X" fmla="*/ 55 w 59"/>
                    <a:gd name="GluePoint19Y" fmla="*/ 64 h 101"/>
                    <a:gd name="GluePoint20X" fmla="*/ 54 w 59"/>
                    <a:gd name="GluePoint20Y" fmla="*/ 71 h 101"/>
                    <a:gd name="GluePoint21X" fmla="*/ 52 w 59"/>
                    <a:gd name="GluePoint21Y" fmla="*/ 95 h 101"/>
                    <a:gd name="GluePoint22X" fmla="*/ 49 w 59"/>
                    <a:gd name="GluePoint22Y" fmla="*/ 101 h 101"/>
                    <a:gd name="GluePoint23X" fmla="*/ 43 w 59"/>
                    <a:gd name="GluePoint23Y" fmla="*/ 98 h 101"/>
                    <a:gd name="GluePoint24X" fmla="*/ 38 w 59"/>
                    <a:gd name="GluePoint24Y" fmla="*/ 86 h 101"/>
                    <a:gd name="GluePoint25X" fmla="*/ 39 w 59"/>
                    <a:gd name="GluePoint25Y" fmla="*/ 78 h 101"/>
                    <a:gd name="GluePoint26X" fmla="*/ 42 w 59"/>
                    <a:gd name="GluePoint26Y" fmla="*/ 47 h 101"/>
                    <a:gd name="GluePoint27X" fmla="*/ 32 w 59"/>
                    <a:gd name="GluePoint27Y" fmla="*/ 44 h 101"/>
                    <a:gd name="GluePoint28X" fmla="*/ 29 w 59"/>
                    <a:gd name="GluePoint28Y" fmla="*/ 64 h 101"/>
                    <a:gd name="GluePoint29X" fmla="*/ 42 w 59"/>
                    <a:gd name="GluePoint29Y" fmla="*/ 47 h 10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</a:cxnLst>
                  <a:rect l="textAreaLeft" t="textAreaTop" r="textAreaRight" b="textAreaBottom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881" name="Freeform 10"/>
                <p:cNvSpPr/>
                <p:nvPr/>
              </p:nvSpPr>
              <p:spPr>
                <a:xfrm>
                  <a:off x="1280880" y="6431400"/>
                  <a:ext cx="103680" cy="223560"/>
                </a:xfrm>
                <a:custGeom>
                  <a:avLst/>
                  <a:gdLst>
                    <a:gd name="textAreaLeft" fmla="*/ 0 w 103680"/>
                    <a:gd name="textAreaRight" fmla="*/ 104040 w 103680"/>
                    <a:gd name="textAreaTop" fmla="*/ 0 h 223560"/>
                    <a:gd name="textAreaBottom" fmla="*/ 223920 h 223560"/>
                    <a:gd name="GluePoint1X" fmla="*/ 11 w 55"/>
                    <a:gd name="GluePoint1Y" fmla="*/ 89 h 120"/>
                    <a:gd name="GluePoint2X" fmla="*/ 10 w 55"/>
                    <a:gd name="GluePoint2Y" fmla="*/ 100 h 120"/>
                    <a:gd name="GluePoint3X" fmla="*/ 6 w 55"/>
                    <a:gd name="GluePoint3Y" fmla="*/ 104 h 120"/>
                    <a:gd name="GluePoint4X" fmla="*/ 1 w 55"/>
                    <a:gd name="GluePoint4Y" fmla="*/ 99 h 120"/>
                    <a:gd name="GluePoint5X" fmla="*/ 3 w 55"/>
                    <a:gd name="GluePoint5Y" fmla="*/ 84 h 120"/>
                    <a:gd name="GluePoint6X" fmla="*/ 14 w 55"/>
                    <a:gd name="GluePoint6Y" fmla="*/ 37 h 120"/>
                    <a:gd name="GluePoint7X" fmla="*/ 22 w 55"/>
                    <a:gd name="GluePoint7Y" fmla="*/ 11 h 120"/>
                    <a:gd name="GluePoint8X" fmla="*/ 26 w 55"/>
                    <a:gd name="GluePoint8Y" fmla="*/ 19 h 120"/>
                    <a:gd name="GluePoint9X" fmla="*/ 20 w 55"/>
                    <a:gd name="GluePoint9Y" fmla="*/ 40 h 120"/>
                    <a:gd name="GluePoint10X" fmla="*/ 27 w 55"/>
                    <a:gd name="GluePoint10Y" fmla="*/ 35 h 120"/>
                    <a:gd name="GluePoint11X" fmla="*/ 35 w 55"/>
                    <a:gd name="GluePoint11Y" fmla="*/ 30 h 120"/>
                    <a:gd name="GluePoint12X" fmla="*/ 33 w 55"/>
                    <a:gd name="GluePoint12Y" fmla="*/ 9 h 120"/>
                    <a:gd name="GluePoint13X" fmla="*/ 28 w 55"/>
                    <a:gd name="GluePoint13Y" fmla="*/ 8 h 120"/>
                    <a:gd name="GluePoint14X" fmla="*/ 19 w 55"/>
                    <a:gd name="GluePoint14Y" fmla="*/ 12 h 120"/>
                    <a:gd name="GluePoint15X" fmla="*/ 12 w 55"/>
                    <a:gd name="GluePoint15Y" fmla="*/ 15 h 120"/>
                    <a:gd name="GluePoint16X" fmla="*/ 9 w 55"/>
                    <a:gd name="GluePoint16Y" fmla="*/ 11 h 120"/>
                    <a:gd name="GluePoint17X" fmla="*/ 11 w 55"/>
                    <a:gd name="GluePoint17Y" fmla="*/ 8 h 120"/>
                    <a:gd name="GluePoint18X" fmla="*/ 31 w 55"/>
                    <a:gd name="GluePoint18Y" fmla="*/ 0 h 120"/>
                    <a:gd name="GluePoint19X" fmla="*/ 45 w 55"/>
                    <a:gd name="GluePoint19Y" fmla="*/ 15 h 120"/>
                    <a:gd name="GluePoint20X" fmla="*/ 44 w 55"/>
                    <a:gd name="GluePoint20Y" fmla="*/ 46 h 120"/>
                    <a:gd name="GluePoint21X" fmla="*/ 48 w 55"/>
                    <a:gd name="GluePoint21Y" fmla="*/ 54 h 120"/>
                    <a:gd name="GluePoint22X" fmla="*/ 48 w 55"/>
                    <a:gd name="GluePoint22Y" fmla="*/ 71 h 120"/>
                    <a:gd name="GluePoint23X" fmla="*/ 44 w 55"/>
                    <a:gd name="GluePoint23Y" fmla="*/ 77 h 120"/>
                    <a:gd name="GluePoint24X" fmla="*/ 44 w 55"/>
                    <a:gd name="GluePoint24Y" fmla="*/ 110 h 120"/>
                    <a:gd name="GluePoint25X" fmla="*/ 44 w 55"/>
                    <a:gd name="GluePoint25Y" fmla="*/ 114 h 120"/>
                    <a:gd name="GluePoint26X" fmla="*/ 41 w 55"/>
                    <a:gd name="GluePoint26Y" fmla="*/ 120 h 120"/>
                    <a:gd name="GluePoint27X" fmla="*/ 32 w 55"/>
                    <a:gd name="GluePoint27Y" fmla="*/ 118 h 120"/>
                    <a:gd name="GluePoint28X" fmla="*/ 13 w 55"/>
                    <a:gd name="GluePoint28Y" fmla="*/ 91 h 120"/>
                    <a:gd name="GluePoint29X" fmla="*/ 12 w 55"/>
                    <a:gd name="GluePoint29Y" fmla="*/ 89 h 120"/>
                    <a:gd name="GluePoint30X" fmla="*/ 11 w 55"/>
                    <a:gd name="GluePoint30Y" fmla="*/ 89 h 120"/>
                    <a:gd name="GluePoint31X" fmla="*/ 24 w 55"/>
                    <a:gd name="GluePoint31Y" fmla="*/ 76 h 120"/>
                    <a:gd name="GluePoint32X" fmla="*/ 23 w 55"/>
                    <a:gd name="GluePoint32Y" fmla="*/ 74 h 120"/>
                    <a:gd name="GluePoint33X" fmla="*/ 27 w 55"/>
                    <a:gd name="GluePoint33Y" fmla="*/ 71 h 120"/>
                    <a:gd name="GluePoint34X" fmla="*/ 33 w 55"/>
                    <a:gd name="GluePoint34Y" fmla="*/ 67 h 120"/>
                    <a:gd name="GluePoint35X" fmla="*/ 32 w 55"/>
                    <a:gd name="GluePoint35Y" fmla="*/ 63 h 120"/>
                    <a:gd name="GluePoint36X" fmla="*/ 22 w 55"/>
                    <a:gd name="GluePoint36Y" fmla="*/ 52 h 120"/>
                    <a:gd name="GluePoint37X" fmla="*/ 18 w 55"/>
                    <a:gd name="GluePoint37Y" fmla="*/ 89 h 120"/>
                    <a:gd name="GluePoint38X" fmla="*/ 33 w 55"/>
                    <a:gd name="GluePoint38Y" fmla="*/ 107 h 120"/>
                    <a:gd name="GluePoint39X" fmla="*/ 35 w 55"/>
                    <a:gd name="GluePoint39Y" fmla="*/ 77 h 120"/>
                    <a:gd name="GluePoint40X" fmla="*/ 31 w 55"/>
                    <a:gd name="GluePoint40Y" fmla="*/ 75 h 120"/>
                    <a:gd name="GluePoint41X" fmla="*/ 24 w 55"/>
                    <a:gd name="GluePoint41Y" fmla="*/ 76 h 12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</a:cxnLst>
                  <a:rect l="textAreaLeft" t="textAreaTop" r="textAreaRight" b="textAreaBottom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882" name="组合 87"/>
              <p:cNvGrpSpPr/>
              <p:nvPr/>
            </p:nvGrpSpPr>
            <p:grpSpPr>
              <a:xfrm>
                <a:off x="587160" y="6381720"/>
                <a:ext cx="241200" cy="304560"/>
                <a:chOff x="587160" y="6381720"/>
                <a:chExt cx="241200" cy="304560"/>
              </a:xfrm>
            </p:grpSpPr>
            <p:sp>
              <p:nvSpPr>
                <p:cNvPr id="883" name="Freeform 13"/>
                <p:cNvSpPr/>
                <p:nvPr/>
              </p:nvSpPr>
              <p:spPr>
                <a:xfrm>
                  <a:off x="587160" y="6381720"/>
                  <a:ext cx="241200" cy="288000"/>
                </a:xfrm>
                <a:custGeom>
                  <a:avLst/>
                  <a:gdLst>
                    <a:gd name="textAreaLeft" fmla="*/ 0 w 241200"/>
                    <a:gd name="textAreaRight" fmla="*/ 241560 w 241200"/>
                    <a:gd name="textAreaTop" fmla="*/ 0 h 288000"/>
                    <a:gd name="textAreaBottom" fmla="*/ 288360 h 288000"/>
                    <a:gd name="GluePoint1X" fmla="*/ 54 w 128"/>
                    <a:gd name="GluePoint1Y" fmla="*/ 76 h 154"/>
                    <a:gd name="GluePoint2X" fmla="*/ 66 w 128"/>
                    <a:gd name="GluePoint2Y" fmla="*/ 53 h 154"/>
                    <a:gd name="GluePoint3X" fmla="*/ 49 w 128"/>
                    <a:gd name="GluePoint3Y" fmla="*/ 47 h 154"/>
                    <a:gd name="GluePoint4X" fmla="*/ 64 w 128"/>
                    <a:gd name="GluePoint4Y" fmla="*/ 44 h 154"/>
                    <a:gd name="GluePoint5X" fmla="*/ 83 w 128"/>
                    <a:gd name="GluePoint5Y" fmla="*/ 6 h 154"/>
                    <a:gd name="GluePoint6X" fmla="*/ 91 w 128"/>
                    <a:gd name="GluePoint6Y" fmla="*/ 11 h 154"/>
                    <a:gd name="GluePoint7X" fmla="*/ 96 w 128"/>
                    <a:gd name="GluePoint7Y" fmla="*/ 36 h 154"/>
                    <a:gd name="GluePoint8X" fmla="*/ 106 w 128"/>
                    <a:gd name="GluePoint8Y" fmla="*/ 41 h 154"/>
                    <a:gd name="GluePoint9X" fmla="*/ 82 w 128"/>
                    <a:gd name="GluePoint9Y" fmla="*/ 50 h 154"/>
                    <a:gd name="GluePoint10X" fmla="*/ 71 w 128"/>
                    <a:gd name="GluePoint10Y" fmla="*/ 65 h 154"/>
                    <a:gd name="GluePoint11X" fmla="*/ 110 w 128"/>
                    <a:gd name="GluePoint11Y" fmla="*/ 74 h 154"/>
                    <a:gd name="GluePoint12X" fmla="*/ 101 w 128"/>
                    <a:gd name="GluePoint12Y" fmla="*/ 87 h 154"/>
                    <a:gd name="GluePoint13X" fmla="*/ 111 w 128"/>
                    <a:gd name="GluePoint13Y" fmla="*/ 98 h 154"/>
                    <a:gd name="GluePoint14X" fmla="*/ 92 w 128"/>
                    <a:gd name="GluePoint14Y" fmla="*/ 104 h 154"/>
                    <a:gd name="GluePoint15X" fmla="*/ 86 w 128"/>
                    <a:gd name="GluePoint15Y" fmla="*/ 116 h 154"/>
                    <a:gd name="GluePoint16X" fmla="*/ 124 w 128"/>
                    <a:gd name="GluePoint16Y" fmla="*/ 112 h 154"/>
                    <a:gd name="GluePoint17X" fmla="*/ 120 w 128"/>
                    <a:gd name="GluePoint17Y" fmla="*/ 122 h 154"/>
                    <a:gd name="GluePoint18X" fmla="*/ 111 w 128"/>
                    <a:gd name="GluePoint18Y" fmla="*/ 144 h 154"/>
                    <a:gd name="GluePoint19X" fmla="*/ 105 w 128"/>
                    <a:gd name="GluePoint19Y" fmla="*/ 153 h 154"/>
                    <a:gd name="GluePoint20X" fmla="*/ 55 w 128"/>
                    <a:gd name="GluePoint20Y" fmla="*/ 129 h 154"/>
                    <a:gd name="GluePoint21X" fmla="*/ 53 w 128"/>
                    <a:gd name="GluePoint21Y" fmla="*/ 121 h 154"/>
                    <a:gd name="GluePoint22X" fmla="*/ 61 w 128"/>
                    <a:gd name="GluePoint22Y" fmla="*/ 125 h 154"/>
                    <a:gd name="GluePoint23X" fmla="*/ 94 w 128"/>
                    <a:gd name="GluePoint23Y" fmla="*/ 140 h 154"/>
                    <a:gd name="GluePoint24X" fmla="*/ 85 w 128"/>
                    <a:gd name="GluePoint24Y" fmla="*/ 127 h 154"/>
                    <a:gd name="GluePoint25X" fmla="*/ 71 w 128"/>
                    <a:gd name="GluePoint25Y" fmla="*/ 108 h 154"/>
                    <a:gd name="GluePoint26X" fmla="*/ 52 w 128"/>
                    <a:gd name="GluePoint26Y" fmla="*/ 113 h 154"/>
                    <a:gd name="GluePoint27X" fmla="*/ 38 w 128"/>
                    <a:gd name="GluePoint27Y" fmla="*/ 97 h 154"/>
                    <a:gd name="GluePoint28X" fmla="*/ 51 w 128"/>
                    <a:gd name="GluePoint28Y" fmla="*/ 97 h 154"/>
                    <a:gd name="GluePoint29X" fmla="*/ 34 w 128"/>
                    <a:gd name="GluePoint29Y" fmla="*/ 93 h 154"/>
                    <a:gd name="GluePoint30X" fmla="*/ 35 w 128"/>
                    <a:gd name="GluePoint30Y" fmla="*/ 105 h 154"/>
                    <a:gd name="GluePoint31X" fmla="*/ 26 w 128"/>
                    <a:gd name="GluePoint31Y" fmla="*/ 154 h 154"/>
                    <a:gd name="GluePoint32X" fmla="*/ 20 w 128"/>
                    <a:gd name="GluePoint32Y" fmla="*/ 118 h 154"/>
                    <a:gd name="GluePoint33X" fmla="*/ 0 w 128"/>
                    <a:gd name="GluePoint33Y" fmla="*/ 103 h 154"/>
                    <a:gd name="GluePoint34X" fmla="*/ 19 w 128"/>
                    <a:gd name="GluePoint34Y" fmla="*/ 72 h 154"/>
                    <a:gd name="GluePoint35X" fmla="*/ 25 w 128"/>
                    <a:gd name="GluePoint35Y" fmla="*/ 51 h 154"/>
                    <a:gd name="GluePoint36X" fmla="*/ 39 w 128"/>
                    <a:gd name="GluePoint36Y" fmla="*/ 14 h 154"/>
                    <a:gd name="GluePoint37X" fmla="*/ 51 w 128"/>
                    <a:gd name="GluePoint37Y" fmla="*/ 24 h 154"/>
                    <a:gd name="GluePoint38X" fmla="*/ 39 w 128"/>
                    <a:gd name="GluePoint38Y" fmla="*/ 44 h 154"/>
                    <a:gd name="GluePoint39X" fmla="*/ 48 w 128"/>
                    <a:gd name="GluePoint39Y" fmla="*/ 73 h 154"/>
                    <a:gd name="GluePoint40X" fmla="*/ 81 w 128"/>
                    <a:gd name="GluePoint40Y" fmla="*/ 90 h 154"/>
                    <a:gd name="GluePoint41X" fmla="*/ 92 w 128"/>
                    <a:gd name="GluePoint41Y" fmla="*/ 71 h 154"/>
                    <a:gd name="GluePoint42X" fmla="*/ 81 w 128"/>
                    <a:gd name="GluePoint42Y" fmla="*/ 80 h 154"/>
                    <a:gd name="GluePoint43X" fmla="*/ 76 w 128"/>
                    <a:gd name="GluePoint43Y" fmla="*/ 73 h 154"/>
                    <a:gd name="GluePoint44X" fmla="*/ 67 w 128"/>
                    <a:gd name="GluePoint44Y" fmla="*/ 79 h 154"/>
                    <a:gd name="GluePoint45X" fmla="*/ 76 w 128"/>
                    <a:gd name="GluePoint45Y" fmla="*/ 73 h 154"/>
                    <a:gd name="GluePoint46X" fmla="*/ 56 w 128"/>
                    <a:gd name="GluePoint46Y" fmla="*/ 88 h 154"/>
                    <a:gd name="GluePoint47X" fmla="*/ 63 w 128"/>
                    <a:gd name="GluePoint47Y" fmla="*/ 81 h 154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</a:cxnLst>
                  <a:rect l="textAreaLeft" t="textAreaTop" r="textAreaRight" b="textAreaBottom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884" name="Freeform 14"/>
                <p:cNvSpPr/>
                <p:nvPr/>
              </p:nvSpPr>
              <p:spPr>
                <a:xfrm>
                  <a:off x="653760" y="6606360"/>
                  <a:ext cx="29520" cy="79920"/>
                </a:xfrm>
                <a:custGeom>
                  <a:avLst/>
                  <a:gdLst>
                    <a:gd name="textAreaLeft" fmla="*/ 0 w 29520"/>
                    <a:gd name="textAreaRight" fmla="*/ 29880 w 29520"/>
                    <a:gd name="textAreaTop" fmla="*/ 0 h 79920"/>
                    <a:gd name="textAreaBottom" fmla="*/ 80280 h 79920"/>
                    <a:gd name="GluePoint1X" fmla="*/ 9 w 16"/>
                    <a:gd name="GluePoint1Y" fmla="*/ 0 h 43"/>
                    <a:gd name="GluePoint2X" fmla="*/ 15 w 16"/>
                    <a:gd name="GluePoint2Y" fmla="*/ 11 h 43"/>
                    <a:gd name="GluePoint3X" fmla="*/ 9 w 16"/>
                    <a:gd name="GluePoint3Y" fmla="*/ 43 h 43"/>
                    <a:gd name="GluePoint4X" fmla="*/ 2 w 16"/>
                    <a:gd name="GluePoint4Y" fmla="*/ 39 h 43"/>
                    <a:gd name="GluePoint5X" fmla="*/ 0 w 16"/>
                    <a:gd name="GluePoint5Y" fmla="*/ 35 h 43"/>
                    <a:gd name="GluePoint6X" fmla="*/ 9 w 16"/>
                    <a:gd name="GluePoint6Y" fmla="*/ 0 h 4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34200" tIns="39960" rIns="34200" bIns="3996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885" name="组合 88"/>
              <p:cNvGrpSpPr/>
              <p:nvPr/>
            </p:nvGrpSpPr>
            <p:grpSpPr>
              <a:xfrm>
                <a:off x="914400" y="6468840"/>
                <a:ext cx="161640" cy="139320"/>
                <a:chOff x="914400" y="6468840"/>
                <a:chExt cx="161640" cy="139320"/>
              </a:xfrm>
            </p:grpSpPr>
            <p:sp>
              <p:nvSpPr>
                <p:cNvPr id="886" name="Freeform 18"/>
                <p:cNvSpPr/>
                <p:nvPr/>
              </p:nvSpPr>
              <p:spPr>
                <a:xfrm>
                  <a:off x="968760" y="6468840"/>
                  <a:ext cx="107280" cy="139320"/>
                </a:xfrm>
                <a:custGeom>
                  <a:avLst/>
                  <a:gdLst>
                    <a:gd name="textAreaLeft" fmla="*/ 0 w 107280"/>
                    <a:gd name="textAreaRight" fmla="*/ 107640 w 107280"/>
                    <a:gd name="textAreaTop" fmla="*/ 0 h 139320"/>
                    <a:gd name="textAreaBottom" fmla="*/ 139680 h 139320"/>
                    <a:gd name="GluePoint1X" fmla="*/ 49 w 57"/>
                    <a:gd name="GluePoint1Y" fmla="*/ 74 h 75"/>
                    <a:gd name="GluePoint2X" fmla="*/ 40 w 57"/>
                    <a:gd name="GluePoint2Y" fmla="*/ 67 h 75"/>
                    <a:gd name="GluePoint3X" fmla="*/ 33 w 57"/>
                    <a:gd name="GluePoint3Y" fmla="*/ 48 h 75"/>
                    <a:gd name="GluePoint4X" fmla="*/ 27 w 57"/>
                    <a:gd name="GluePoint4Y" fmla="*/ 46 h 75"/>
                    <a:gd name="GluePoint5X" fmla="*/ 11 w 57"/>
                    <a:gd name="GluePoint5Y" fmla="*/ 60 h 75"/>
                    <a:gd name="GluePoint6X" fmla="*/ 5 w 57"/>
                    <a:gd name="GluePoint6Y" fmla="*/ 60 h 75"/>
                    <a:gd name="GluePoint7X" fmla="*/ 6 w 57"/>
                    <a:gd name="GluePoint7Y" fmla="*/ 46 h 75"/>
                    <a:gd name="GluePoint8X" fmla="*/ 27 w 57"/>
                    <a:gd name="GluePoint8Y" fmla="*/ 26 h 75"/>
                    <a:gd name="GluePoint9X" fmla="*/ 40 w 57"/>
                    <a:gd name="GluePoint9Y" fmla="*/ 10 h 75"/>
                    <a:gd name="GluePoint10X" fmla="*/ 41 w 57"/>
                    <a:gd name="GluePoint10Y" fmla="*/ 6 h 75"/>
                    <a:gd name="GluePoint11X" fmla="*/ 45 w 57"/>
                    <a:gd name="GluePoint11Y" fmla="*/ 0 h 75"/>
                    <a:gd name="GluePoint12X" fmla="*/ 53 w 57"/>
                    <a:gd name="GluePoint12Y" fmla="*/ 3 h 75"/>
                    <a:gd name="GluePoint13X" fmla="*/ 53 w 57"/>
                    <a:gd name="GluePoint13Y" fmla="*/ 20 h 75"/>
                    <a:gd name="GluePoint14X" fmla="*/ 37 w 57"/>
                    <a:gd name="GluePoint14Y" fmla="*/ 38 h 75"/>
                    <a:gd name="GluePoint15X" fmla="*/ 49 w 57"/>
                    <a:gd name="GluePoint15Y" fmla="*/ 74 h 7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887" name="Freeform 19"/>
                <p:cNvSpPr/>
                <p:nvPr/>
              </p:nvSpPr>
              <p:spPr>
                <a:xfrm>
                  <a:off x="914400" y="6503760"/>
                  <a:ext cx="54000" cy="102960"/>
                </a:xfrm>
                <a:custGeom>
                  <a:avLst/>
                  <a:gdLst>
                    <a:gd name="textAreaLeft" fmla="*/ 0 w 54000"/>
                    <a:gd name="textAreaRight" fmla="*/ 54360 w 54000"/>
                    <a:gd name="textAreaTop" fmla="*/ 0 h 102960"/>
                    <a:gd name="textAreaBottom" fmla="*/ 103320 h 102960"/>
                    <a:gd name="GluePoint1X" fmla="*/ 12 w 29"/>
                    <a:gd name="GluePoint1Y" fmla="*/ 30 h 55"/>
                    <a:gd name="GluePoint2X" fmla="*/ 20 w 29"/>
                    <a:gd name="GluePoint2Y" fmla="*/ 7 h 55"/>
                    <a:gd name="GluePoint3X" fmla="*/ 25 w 29"/>
                    <a:gd name="GluePoint3Y" fmla="*/ 1 h 55"/>
                    <a:gd name="GluePoint4X" fmla="*/ 26 w 29"/>
                    <a:gd name="GluePoint4Y" fmla="*/ 9 h 55"/>
                    <a:gd name="GluePoint5X" fmla="*/ 16 w 29"/>
                    <a:gd name="GluePoint5Y" fmla="*/ 39 h 55"/>
                    <a:gd name="GluePoint6X" fmla="*/ 13 w 29"/>
                    <a:gd name="GluePoint6Y" fmla="*/ 52 h 55"/>
                    <a:gd name="GluePoint7X" fmla="*/ 7 w 29"/>
                    <a:gd name="GluePoint7Y" fmla="*/ 54 h 55"/>
                    <a:gd name="GluePoint8X" fmla="*/ 2 w 29"/>
                    <a:gd name="GluePoint8Y" fmla="*/ 41 h 55"/>
                    <a:gd name="GluePoint9X" fmla="*/ 3 w 29"/>
                    <a:gd name="GluePoint9Y" fmla="*/ 32 h 55"/>
                    <a:gd name="GluePoint10X" fmla="*/ 2 w 29"/>
                    <a:gd name="GluePoint10Y" fmla="*/ 6 h 55"/>
                    <a:gd name="GluePoint11X" fmla="*/ 6 w 29"/>
                    <a:gd name="GluePoint11Y" fmla="*/ 5 h 55"/>
                    <a:gd name="GluePoint12X" fmla="*/ 10 w 29"/>
                    <a:gd name="GluePoint12Y" fmla="*/ 14 h 55"/>
                    <a:gd name="GluePoint13X" fmla="*/ 11 w 29"/>
                    <a:gd name="GluePoint13Y" fmla="*/ 30 h 55"/>
                    <a:gd name="GluePoint14X" fmla="*/ 12 w 29"/>
                    <a:gd name="GluePoint14Y" fmla="*/ 30 h 5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61920" rIns="6192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888" name="Freeform 20"/>
                <p:cNvSpPr/>
                <p:nvPr/>
              </p:nvSpPr>
              <p:spPr>
                <a:xfrm>
                  <a:off x="946440" y="6470280"/>
                  <a:ext cx="50040" cy="31680"/>
                </a:xfrm>
                <a:custGeom>
                  <a:avLst/>
                  <a:gdLst>
                    <a:gd name="textAreaLeft" fmla="*/ 0 w 50040"/>
                    <a:gd name="textAreaRight" fmla="*/ 50400 w 50040"/>
                    <a:gd name="textAreaTop" fmla="*/ 0 h 31680"/>
                    <a:gd name="textAreaBottom" fmla="*/ 32040 h 31680"/>
                    <a:gd name="GluePoint1X" fmla="*/ 27 w 27"/>
                    <a:gd name="GluePoint1Y" fmla="*/ 1 h 17"/>
                    <a:gd name="GluePoint2X" fmla="*/ 16 w 27"/>
                    <a:gd name="GluePoint2Y" fmla="*/ 14 h 17"/>
                    <a:gd name="GluePoint3X" fmla="*/ 5 w 27"/>
                    <a:gd name="GluePoint3Y" fmla="*/ 13 h 17"/>
                    <a:gd name="GluePoint4X" fmla="*/ 0 w 27"/>
                    <a:gd name="GluePoint4Y" fmla="*/ 4 h 17"/>
                    <a:gd name="GluePoint5X" fmla="*/ 9 w 27"/>
                    <a:gd name="GluePoint5Y" fmla="*/ 2 h 17"/>
                    <a:gd name="GluePoint6X" fmla="*/ 27 w 27"/>
                    <a:gd name="GluePoint6Y" fmla="*/ 0 h 17"/>
                    <a:gd name="GluePoint7X" fmla="*/ 27 w 27"/>
                    <a:gd name="GluePoint7Y" fmla="*/ 1 h 1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</a:cxnLst>
                  <a:rect l="textAreaLeft" t="textAreaTop" r="textAreaRight" b="textAreaBottom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7240" tIns="15840" rIns="57240" bIns="158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889" name="组合 89"/>
              <p:cNvGrpSpPr/>
              <p:nvPr/>
            </p:nvGrpSpPr>
            <p:grpSpPr>
              <a:xfrm>
                <a:off x="1501920" y="6443640"/>
                <a:ext cx="185400" cy="184680"/>
                <a:chOff x="1501920" y="6443640"/>
                <a:chExt cx="185400" cy="184680"/>
              </a:xfrm>
            </p:grpSpPr>
            <p:sp>
              <p:nvSpPr>
                <p:cNvPr id="890" name="Freeform 11"/>
                <p:cNvSpPr/>
                <p:nvPr/>
              </p:nvSpPr>
              <p:spPr>
                <a:xfrm>
                  <a:off x="1557720" y="6443640"/>
                  <a:ext cx="129600" cy="181440"/>
                </a:xfrm>
                <a:custGeom>
                  <a:avLst/>
                  <a:gdLst>
                    <a:gd name="textAreaLeft" fmla="*/ 0 w 129600"/>
                    <a:gd name="textAreaRight" fmla="*/ 129960 w 129600"/>
                    <a:gd name="textAreaTop" fmla="*/ 0 h 181440"/>
                    <a:gd name="textAreaBottom" fmla="*/ 181800 h 181440"/>
                    <a:gd name="GluePoint1X" fmla="*/ 29 w 72"/>
                    <a:gd name="GluePoint1Y" fmla="*/ 49 h 102"/>
                    <a:gd name="GluePoint2X" fmla="*/ 15 w 72"/>
                    <a:gd name="GluePoint2Y" fmla="*/ 43 h 102"/>
                    <a:gd name="GluePoint3X" fmla="*/ 10 w 72"/>
                    <a:gd name="GluePoint3Y" fmla="*/ 21 h 102"/>
                    <a:gd name="GluePoint4X" fmla="*/ 13 w 72"/>
                    <a:gd name="GluePoint4Y" fmla="*/ 15 h 102"/>
                    <a:gd name="GluePoint5X" fmla="*/ 19 w 72"/>
                    <a:gd name="GluePoint5Y" fmla="*/ 18 h 102"/>
                    <a:gd name="GluePoint6X" fmla="*/ 20 w 72"/>
                    <a:gd name="GluePoint6Y" fmla="*/ 26 h 102"/>
                    <a:gd name="GluePoint7X" fmla="*/ 35 w 72"/>
                    <a:gd name="GluePoint7Y" fmla="*/ 22 h 102"/>
                    <a:gd name="GluePoint8X" fmla="*/ 40 w 72"/>
                    <a:gd name="GluePoint8Y" fmla="*/ 16 h 102"/>
                    <a:gd name="GluePoint9X" fmla="*/ 43 w 72"/>
                    <a:gd name="GluePoint9Y" fmla="*/ 14 h 102"/>
                    <a:gd name="GluePoint10X" fmla="*/ 44 w 72"/>
                    <a:gd name="GluePoint10Y" fmla="*/ 19 h 102"/>
                    <a:gd name="GluePoint11X" fmla="*/ 43 w 72"/>
                    <a:gd name="GluePoint11Y" fmla="*/ 28 h 102"/>
                    <a:gd name="GluePoint12X" fmla="*/ 36 w 72"/>
                    <a:gd name="GluePoint12Y" fmla="*/ 40 h 102"/>
                    <a:gd name="GluePoint13X" fmla="*/ 37 w 72"/>
                    <a:gd name="GluePoint13Y" fmla="*/ 42 h 102"/>
                    <a:gd name="GluePoint14X" fmla="*/ 44 w 72"/>
                    <a:gd name="GluePoint14Y" fmla="*/ 38 h 102"/>
                    <a:gd name="GluePoint15X" fmla="*/ 56 w 72"/>
                    <a:gd name="GluePoint15Y" fmla="*/ 20 h 102"/>
                    <a:gd name="GluePoint16X" fmla="*/ 49 w 72"/>
                    <a:gd name="GluePoint16Y" fmla="*/ 9 h 102"/>
                    <a:gd name="GluePoint17X" fmla="*/ 28 w 72"/>
                    <a:gd name="GluePoint17Y" fmla="*/ 14 h 102"/>
                    <a:gd name="GluePoint18X" fmla="*/ 20 w 72"/>
                    <a:gd name="GluePoint18Y" fmla="*/ 13 h 102"/>
                    <a:gd name="GluePoint19X" fmla="*/ 22 w 72"/>
                    <a:gd name="GluePoint19Y" fmla="*/ 6 h 102"/>
                    <a:gd name="GluePoint20X" fmla="*/ 50 w 72"/>
                    <a:gd name="GluePoint20Y" fmla="*/ 1 h 102"/>
                    <a:gd name="GluePoint21X" fmla="*/ 68 w 72"/>
                    <a:gd name="GluePoint21Y" fmla="*/ 12 h 102"/>
                    <a:gd name="GluePoint22X" fmla="*/ 67 w 72"/>
                    <a:gd name="GluePoint22Y" fmla="*/ 24 h 102"/>
                    <a:gd name="GluePoint23X" fmla="*/ 49 w 72"/>
                    <a:gd name="GluePoint23Y" fmla="*/ 48 h 102"/>
                    <a:gd name="GluePoint24X" fmla="*/ 42 w 72"/>
                    <a:gd name="GluePoint24Y" fmla="*/ 49 h 102"/>
                    <a:gd name="GluePoint25X" fmla="*/ 37 w 72"/>
                    <a:gd name="GluePoint25Y" fmla="*/ 47 h 102"/>
                    <a:gd name="GluePoint26X" fmla="*/ 35 w 72"/>
                    <a:gd name="GluePoint26Y" fmla="*/ 52 h 102"/>
                    <a:gd name="GluePoint27X" fmla="*/ 41 w 72"/>
                    <a:gd name="GluePoint27Y" fmla="*/ 58 h 102"/>
                    <a:gd name="GluePoint28X" fmla="*/ 48 w 72"/>
                    <a:gd name="GluePoint28Y" fmla="*/ 57 h 102"/>
                    <a:gd name="GluePoint29X" fmla="*/ 53 w 72"/>
                    <a:gd name="GluePoint29Y" fmla="*/ 59 h 102"/>
                    <a:gd name="GluePoint30X" fmla="*/ 53 w 72"/>
                    <a:gd name="GluePoint30Y" fmla="*/ 66 h 102"/>
                    <a:gd name="GluePoint31X" fmla="*/ 48 w 72"/>
                    <a:gd name="GluePoint31Y" fmla="*/ 70 h 102"/>
                    <a:gd name="GluePoint32X" fmla="*/ 37 w 72"/>
                    <a:gd name="GluePoint32Y" fmla="*/ 81 h 102"/>
                    <a:gd name="GluePoint33X" fmla="*/ 45 w 72"/>
                    <a:gd name="GluePoint33Y" fmla="*/ 81 h 102"/>
                    <a:gd name="GluePoint34X" fmla="*/ 57 w 72"/>
                    <a:gd name="GluePoint34Y" fmla="*/ 89 h 102"/>
                    <a:gd name="GluePoint35X" fmla="*/ 51 w 72"/>
                    <a:gd name="GluePoint35Y" fmla="*/ 98 h 102"/>
                    <a:gd name="GluePoint36X" fmla="*/ 26 w 72"/>
                    <a:gd name="GluePoint36Y" fmla="*/ 101 h 102"/>
                    <a:gd name="GluePoint37X" fmla="*/ 17 w 72"/>
                    <a:gd name="GluePoint37Y" fmla="*/ 96 h 102"/>
                    <a:gd name="GluePoint38X" fmla="*/ 15 w 72"/>
                    <a:gd name="GluePoint38Y" fmla="*/ 94 h 102"/>
                    <a:gd name="GluePoint39X" fmla="*/ 19 w 72"/>
                    <a:gd name="GluePoint39Y" fmla="*/ 77 h 102"/>
                    <a:gd name="GluePoint40X" fmla="*/ 27 w 72"/>
                    <a:gd name="GluePoint40Y" fmla="*/ 70 h 102"/>
                    <a:gd name="GluePoint41X" fmla="*/ 27 w 72"/>
                    <a:gd name="GluePoint41Y" fmla="*/ 69 h 102"/>
                    <a:gd name="GluePoint42X" fmla="*/ 21 w 72"/>
                    <a:gd name="GluePoint42Y" fmla="*/ 71 h 102"/>
                    <a:gd name="GluePoint43X" fmla="*/ 9 w 72"/>
                    <a:gd name="GluePoint43Y" fmla="*/ 76 h 102"/>
                    <a:gd name="GluePoint44X" fmla="*/ 3 w 72"/>
                    <a:gd name="GluePoint44Y" fmla="*/ 75 h 102"/>
                    <a:gd name="GluePoint45X" fmla="*/ 4 w 72"/>
                    <a:gd name="GluePoint45Y" fmla="*/ 69 h 102"/>
                    <a:gd name="GluePoint46X" fmla="*/ 26 w 72"/>
                    <a:gd name="GluePoint46Y" fmla="*/ 60 h 102"/>
                    <a:gd name="GluePoint47X" fmla="*/ 28 w 72"/>
                    <a:gd name="GluePoint47Y" fmla="*/ 57 h 102"/>
                    <a:gd name="GluePoint48X" fmla="*/ 29 w 72"/>
                    <a:gd name="GluePoint48Y" fmla="*/ 49 h 102"/>
                    <a:gd name="GluePoint49X" fmla="*/ 34 w 72"/>
                    <a:gd name="GluePoint49Y" fmla="*/ 29 h 102"/>
                    <a:gd name="GluePoint50X" fmla="*/ 33 w 72"/>
                    <a:gd name="GluePoint50Y" fmla="*/ 28 h 102"/>
                    <a:gd name="GluePoint51X" fmla="*/ 26 w 72"/>
                    <a:gd name="GluePoint51Y" fmla="*/ 32 h 102"/>
                    <a:gd name="GluePoint52X" fmla="*/ 23 w 72"/>
                    <a:gd name="GluePoint52Y" fmla="*/ 36 h 102"/>
                    <a:gd name="GluePoint53X" fmla="*/ 26 w 72"/>
                    <a:gd name="GluePoint53Y" fmla="*/ 42 h 102"/>
                    <a:gd name="GluePoint54X" fmla="*/ 31 w 72"/>
                    <a:gd name="GluePoint54Y" fmla="*/ 40 h 102"/>
                    <a:gd name="GluePoint55X" fmla="*/ 34 w 72"/>
                    <a:gd name="GluePoint55Y" fmla="*/ 29 h 10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  <a:cxn ang="0">
                      <a:pos x="GluePoint50X" y="GluePoint50Y"/>
                    </a:cxn>
                    <a:cxn ang="0">
                      <a:pos x="GluePoint51X" y="GluePoint51Y"/>
                    </a:cxn>
                    <a:cxn ang="0">
                      <a:pos x="GluePoint52X" y="GluePoint52Y"/>
                    </a:cxn>
                    <a:cxn ang="0">
                      <a:pos x="GluePoint53X" y="GluePoint53Y"/>
                    </a:cxn>
                    <a:cxn ang="0">
                      <a:pos x="GluePoint54X" y="GluePoint54Y"/>
                    </a:cxn>
                    <a:cxn ang="0">
                      <a:pos x="GluePoint55X" y="GluePoint55Y"/>
                    </a:cxn>
                  </a:cxnLst>
                  <a:rect l="textAreaLeft" t="textAreaTop" r="textAreaRight" b="textAreaBottom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891" name="Freeform 12"/>
                <p:cNvSpPr/>
                <p:nvPr/>
              </p:nvSpPr>
              <p:spPr>
                <a:xfrm>
                  <a:off x="1501920" y="6453360"/>
                  <a:ext cx="69480" cy="174960"/>
                </a:xfrm>
                <a:custGeom>
                  <a:avLst/>
                  <a:gdLst>
                    <a:gd name="textAreaLeft" fmla="*/ 0 w 69480"/>
                    <a:gd name="textAreaRight" fmla="*/ 69840 w 69480"/>
                    <a:gd name="textAreaTop" fmla="*/ 0 h 174960"/>
                    <a:gd name="textAreaBottom" fmla="*/ 175320 h 174960"/>
                    <a:gd name="GluePoint1X" fmla="*/ 30 w 39"/>
                    <a:gd name="GluePoint1Y" fmla="*/ 44 h 98"/>
                    <a:gd name="GluePoint2X" fmla="*/ 36 w 39"/>
                    <a:gd name="GluePoint2Y" fmla="*/ 34 h 98"/>
                    <a:gd name="GluePoint3X" fmla="*/ 37 w 39"/>
                    <a:gd name="GluePoint3Y" fmla="*/ 51 h 98"/>
                    <a:gd name="GluePoint4X" fmla="*/ 25 w 39"/>
                    <a:gd name="GluePoint4Y" fmla="*/ 82 h 98"/>
                    <a:gd name="GluePoint5X" fmla="*/ 21 w 39"/>
                    <a:gd name="GluePoint5Y" fmla="*/ 98 h 98"/>
                    <a:gd name="GluePoint6X" fmla="*/ 13 w 39"/>
                    <a:gd name="GluePoint6Y" fmla="*/ 96 h 98"/>
                    <a:gd name="GluePoint7X" fmla="*/ 5 w 39"/>
                    <a:gd name="GluePoint7Y" fmla="*/ 83 h 98"/>
                    <a:gd name="GluePoint8X" fmla="*/ 11 w 39"/>
                    <a:gd name="GluePoint8Y" fmla="*/ 62 h 98"/>
                    <a:gd name="GluePoint9X" fmla="*/ 9 w 39"/>
                    <a:gd name="GluePoint9Y" fmla="*/ 43 h 98"/>
                    <a:gd name="GluePoint10X" fmla="*/ 12 w 39"/>
                    <a:gd name="GluePoint10Y" fmla="*/ 38 h 98"/>
                    <a:gd name="GluePoint11X" fmla="*/ 18 w 39"/>
                    <a:gd name="GluePoint11Y" fmla="*/ 33 h 98"/>
                    <a:gd name="GluePoint12X" fmla="*/ 23 w 39"/>
                    <a:gd name="GluePoint12Y" fmla="*/ 12 h 98"/>
                    <a:gd name="GluePoint13X" fmla="*/ 11 w 39"/>
                    <a:gd name="GluePoint13Y" fmla="*/ 16 h 98"/>
                    <a:gd name="GluePoint14X" fmla="*/ 2 w 39"/>
                    <a:gd name="GluePoint14Y" fmla="*/ 16 h 98"/>
                    <a:gd name="GluePoint15X" fmla="*/ 0 w 39"/>
                    <a:gd name="GluePoint15Y" fmla="*/ 12 h 98"/>
                    <a:gd name="GluePoint16X" fmla="*/ 3 w 39"/>
                    <a:gd name="GluePoint16Y" fmla="*/ 10 h 98"/>
                    <a:gd name="GluePoint17X" fmla="*/ 16 w 39"/>
                    <a:gd name="GluePoint17Y" fmla="*/ 7 h 98"/>
                    <a:gd name="GluePoint18X" fmla="*/ 26 w 39"/>
                    <a:gd name="GluePoint18Y" fmla="*/ 2 h 98"/>
                    <a:gd name="GluePoint19X" fmla="*/ 32 w 39"/>
                    <a:gd name="GluePoint19Y" fmla="*/ 1 h 98"/>
                    <a:gd name="GluePoint20X" fmla="*/ 35 w 39"/>
                    <a:gd name="GluePoint20Y" fmla="*/ 9 h 98"/>
                    <a:gd name="GluePoint21X" fmla="*/ 34 w 39"/>
                    <a:gd name="GluePoint21Y" fmla="*/ 11 h 98"/>
                    <a:gd name="GluePoint22X" fmla="*/ 27 w 39"/>
                    <a:gd name="GluePoint22Y" fmla="*/ 38 h 98"/>
                    <a:gd name="GluePoint23X" fmla="*/ 28 w 39"/>
                    <a:gd name="GluePoint23Y" fmla="*/ 44 h 98"/>
                    <a:gd name="GluePoint24X" fmla="*/ 30 w 39"/>
                    <a:gd name="GluePoint24Y" fmla="*/ 44 h 9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</a:cxnLst>
                  <a:rect l="textAreaLeft" t="textAreaTop" r="textAreaRight" b="textAreaBottom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1840" rIns="518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</p:grpSp>
      <p:sp>
        <p:nvSpPr>
          <p:cNvPr id="892" name="PlaceHolder 1"/>
          <p:cNvSpPr>
            <a:spLocks noGrp="1"/>
          </p:cNvSpPr>
          <p:nvPr>
            <p:ph type="title"/>
          </p:nvPr>
        </p:nvSpPr>
        <p:spPr>
          <a:xfrm>
            <a:off x="1767600" y="3019680"/>
            <a:ext cx="8643600" cy="69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spAutoFit/>
          </a:bodyPr>
          <a:lstStyle>
            <a:lvl1pPr indent="0" algn="ctr">
              <a:lnSpc>
                <a:spcPct val="90000"/>
              </a:lnSpc>
              <a:buNone/>
              <a:defRPr lang="zh-CN" sz="4400" b="1" u="none" strike="noStrike">
                <a:solidFill>
                  <a:srgbClr val="006C39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ctr">
              <a:lnSpc>
                <a:spcPct val="90000"/>
              </a:lnSpc>
              <a:buNone/>
            </a:pPr>
            <a:r>
              <a:rPr lang="zh-CN" sz="4400" b="1" u="none" strike="noStrike">
                <a:solidFill>
                  <a:srgbClr val="006C39"/>
                </a:solidFill>
                <a:effectLst/>
                <a:uFillTx/>
                <a:latin typeface="微软雅黑"/>
                <a:ea typeface="微软雅黑"/>
              </a:rPr>
              <a:t>单击此处编辑母版标题样式</a:t>
            </a:r>
            <a:endParaRPr lang="en-US" sz="4400" b="1" u="none" strike="noStrike">
              <a:solidFill>
                <a:srgbClr val="006C39"/>
              </a:solidFill>
              <a:effectLst/>
              <a:uFillTx/>
              <a:latin typeface="微软雅黑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页样式8-常规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矩形 6"/>
          <p:cNvSpPr/>
          <p:nvPr/>
        </p:nvSpPr>
        <p:spPr>
          <a:xfrm>
            <a:off x="318600" y="6188040"/>
            <a:ext cx="11549880" cy="6696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80" dir="16200000" dist="38160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898" name="矩形 7"/>
          <p:cNvSpPr/>
          <p:nvPr/>
        </p:nvSpPr>
        <p:spPr>
          <a:xfrm>
            <a:off x="318600" y="0"/>
            <a:ext cx="11549880" cy="872640"/>
          </a:xfrm>
          <a:prstGeom prst="rect">
            <a:avLst/>
          </a:prstGeom>
          <a:solidFill>
            <a:schemeClr val="accent1"/>
          </a:solidFill>
          <a:ln>
            <a:solidFill>
              <a:srgbClr val="006C39"/>
            </a:solidFill>
          </a:ln>
          <a:effectLst>
            <a:outerShdw algn="t" blurRad="127080" dir="5400000" dist="38160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899" name="PlaceHolder 1"/>
          <p:cNvSpPr>
            <a:spLocks noGrp="1"/>
          </p:cNvSpPr>
          <p:nvPr>
            <p:ph type="title"/>
          </p:nvPr>
        </p:nvSpPr>
        <p:spPr>
          <a:xfrm>
            <a:off x="541440" y="249120"/>
            <a:ext cx="864360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spAutoFit/>
          </a:bodyPr>
          <a:lstStyle>
            <a:lvl1pPr indent="0" algn="l">
              <a:lnSpc>
                <a:spcPct val="90000"/>
              </a:lnSpc>
              <a:buNone/>
              <a:defRPr lang="zh-CN" sz="2800" b="1" u="none" strike="noStrik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zh-CN" sz="2800" b="1" u="none" strike="noStrik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单击此处编辑母版标题样式</a:t>
            </a:r>
            <a:endParaRPr lang="en-US" sz="2800" b="1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900" name="文本框 10"/>
          <p:cNvSpPr/>
          <p:nvPr/>
        </p:nvSpPr>
        <p:spPr>
          <a:xfrm>
            <a:off x="11233080" y="6353280"/>
            <a:ext cx="55044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>
              <a:lnSpc>
                <a:spcPct val="100000"/>
              </a:lnSpc>
            </a:pPr>
            <a:fld id="{06E15D13-2996-450B-94EB-98E28D008A5A}" type="slidenum">
              <a:rPr lang="en-US" sz="1600" b="0" u="none" strike="noStrike">
                <a:solidFill>
                  <a:srgbClr val="F2F2F2"/>
                </a:solidFill>
                <a:effectLst/>
                <a:uFillTx/>
                <a:latin typeface="微软雅黑"/>
                <a:ea typeface="微软雅黑"/>
              </a:rPr>
              <a:t>1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1" name="图片 39"/>
          <p:cNvPicPr/>
          <p:nvPr/>
        </p:nvPicPr>
        <p:blipFill>
          <a:blip r:embed="rId2"/>
          <a:stretch/>
        </p:blipFill>
        <p:spPr>
          <a:xfrm>
            <a:off x="9564120" y="131400"/>
            <a:ext cx="2242800" cy="627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02" name="组合 36"/>
          <p:cNvGrpSpPr/>
          <p:nvPr/>
        </p:nvGrpSpPr>
        <p:grpSpPr>
          <a:xfrm>
            <a:off x="587160" y="6381720"/>
            <a:ext cx="2479320" cy="304560"/>
            <a:chOff x="587160" y="6381720"/>
            <a:chExt cx="2479320" cy="304560"/>
          </a:xfrm>
        </p:grpSpPr>
        <p:grpSp>
          <p:nvGrpSpPr>
            <p:cNvPr id="903" name="组合 37"/>
            <p:cNvGrpSpPr/>
            <p:nvPr/>
          </p:nvGrpSpPr>
          <p:grpSpPr>
            <a:xfrm>
              <a:off x="2014200" y="6385320"/>
              <a:ext cx="1052280" cy="298080"/>
              <a:chOff x="2014200" y="6385320"/>
              <a:chExt cx="1052280" cy="298080"/>
            </a:xfrm>
          </p:grpSpPr>
          <p:sp>
            <p:nvSpPr>
              <p:cNvPr id="904" name="Freeform 5"/>
              <p:cNvSpPr/>
              <p:nvPr/>
            </p:nvSpPr>
            <p:spPr>
              <a:xfrm>
                <a:off x="2595600" y="6404040"/>
                <a:ext cx="234720" cy="264960"/>
              </a:xfrm>
              <a:custGeom>
                <a:avLst/>
                <a:gdLst>
                  <a:gd name="textAreaLeft" fmla="*/ 0 w 234720"/>
                  <a:gd name="textAreaRight" fmla="*/ 235080 w 234720"/>
                  <a:gd name="textAreaTop" fmla="*/ 0 h 264960"/>
                  <a:gd name="textAreaBottom" fmla="*/ 265320 h 264960"/>
                  <a:gd name="GluePoint1X" fmla="*/ 41 w 125"/>
                  <a:gd name="GluePoint1Y" fmla="*/ 16 h 142"/>
                  <a:gd name="GluePoint2X" fmla="*/ 49 w 125"/>
                  <a:gd name="GluePoint2Y" fmla="*/ 3 h 142"/>
                  <a:gd name="GluePoint3X" fmla="*/ 62 w 125"/>
                  <a:gd name="GluePoint3Y" fmla="*/ 20 h 142"/>
                  <a:gd name="GluePoint4X" fmla="*/ 64 w 125"/>
                  <a:gd name="GluePoint4Y" fmla="*/ 33 h 142"/>
                  <a:gd name="GluePoint5X" fmla="*/ 50 w 125"/>
                  <a:gd name="GluePoint5Y" fmla="*/ 34 h 142"/>
                  <a:gd name="GluePoint6X" fmla="*/ 58 w 125"/>
                  <a:gd name="GluePoint6Y" fmla="*/ 58 h 142"/>
                  <a:gd name="GluePoint7X" fmla="*/ 75 w 125"/>
                  <a:gd name="GluePoint7Y" fmla="*/ 59 h 142"/>
                  <a:gd name="GluePoint8X" fmla="*/ 71 w 125"/>
                  <a:gd name="GluePoint8Y" fmla="*/ 50 h 142"/>
                  <a:gd name="GluePoint9X" fmla="*/ 81 w 125"/>
                  <a:gd name="GluePoint9Y" fmla="*/ 47 h 142"/>
                  <a:gd name="GluePoint10X" fmla="*/ 65 w 125"/>
                  <a:gd name="GluePoint10Y" fmla="*/ 42 h 142"/>
                  <a:gd name="GluePoint11X" fmla="*/ 63 w 125"/>
                  <a:gd name="GluePoint11Y" fmla="*/ 37 h 142"/>
                  <a:gd name="GluePoint12X" fmla="*/ 85 w 125"/>
                  <a:gd name="GluePoint12Y" fmla="*/ 27 h 142"/>
                  <a:gd name="GluePoint13X" fmla="*/ 93 w 125"/>
                  <a:gd name="GluePoint13Y" fmla="*/ 2 h 142"/>
                  <a:gd name="GluePoint14X" fmla="*/ 99 w 125"/>
                  <a:gd name="GluePoint14Y" fmla="*/ 5 h 142"/>
                  <a:gd name="GluePoint15X" fmla="*/ 111 w 125"/>
                  <a:gd name="GluePoint15Y" fmla="*/ 30 h 142"/>
                  <a:gd name="GluePoint16X" fmla="*/ 102 w 125"/>
                  <a:gd name="GluePoint16Y" fmla="*/ 34 h 142"/>
                  <a:gd name="GluePoint17X" fmla="*/ 95 w 125"/>
                  <a:gd name="GluePoint17Y" fmla="*/ 59 h 142"/>
                  <a:gd name="GluePoint18X" fmla="*/ 123 w 125"/>
                  <a:gd name="GluePoint18Y" fmla="*/ 61 h 142"/>
                  <a:gd name="GluePoint19X" fmla="*/ 110 w 125"/>
                  <a:gd name="GluePoint19Y" fmla="*/ 71 h 142"/>
                  <a:gd name="GluePoint20X" fmla="*/ 104 w 125"/>
                  <a:gd name="GluePoint20Y" fmla="*/ 82 h 142"/>
                  <a:gd name="GluePoint21X" fmla="*/ 112 w 125"/>
                  <a:gd name="GluePoint21Y" fmla="*/ 134 h 142"/>
                  <a:gd name="GluePoint22X" fmla="*/ 102 w 125"/>
                  <a:gd name="GluePoint22Y" fmla="*/ 140 h 142"/>
                  <a:gd name="GluePoint23X" fmla="*/ 89 w 125"/>
                  <a:gd name="GluePoint23Y" fmla="*/ 123 h 142"/>
                  <a:gd name="GluePoint24X" fmla="*/ 101 w 125"/>
                  <a:gd name="GluePoint24Y" fmla="*/ 128 h 142"/>
                  <a:gd name="GluePoint25X" fmla="*/ 101 w 125"/>
                  <a:gd name="GluePoint25Y" fmla="*/ 92 h 142"/>
                  <a:gd name="GluePoint26X" fmla="*/ 97 w 125"/>
                  <a:gd name="GluePoint26Y" fmla="*/ 99 h 142"/>
                  <a:gd name="GluePoint27X" fmla="*/ 90 w 125"/>
                  <a:gd name="GluePoint27Y" fmla="*/ 103 h 142"/>
                  <a:gd name="GluePoint28X" fmla="*/ 86 w 125"/>
                  <a:gd name="GluePoint28Y" fmla="*/ 110 h 142"/>
                  <a:gd name="GluePoint29X" fmla="*/ 81 w 125"/>
                  <a:gd name="GluePoint29Y" fmla="*/ 120 h 142"/>
                  <a:gd name="GluePoint30X" fmla="*/ 88 w 125"/>
                  <a:gd name="GluePoint30Y" fmla="*/ 71 h 142"/>
                  <a:gd name="GluePoint31X" fmla="*/ 60 w 125"/>
                  <a:gd name="GluePoint31Y" fmla="*/ 87 h 142"/>
                  <a:gd name="GluePoint32X" fmla="*/ 53 w 125"/>
                  <a:gd name="GluePoint32Y" fmla="*/ 89 h 142"/>
                  <a:gd name="GluePoint33X" fmla="*/ 51 w 125"/>
                  <a:gd name="GluePoint33Y" fmla="*/ 128 h 142"/>
                  <a:gd name="GluePoint34X" fmla="*/ 43 w 125"/>
                  <a:gd name="GluePoint34Y" fmla="*/ 134 h 142"/>
                  <a:gd name="GluePoint35X" fmla="*/ 39 w 125"/>
                  <a:gd name="GluePoint35Y" fmla="*/ 107 h 142"/>
                  <a:gd name="GluePoint36X" fmla="*/ 33 w 125"/>
                  <a:gd name="GluePoint36Y" fmla="*/ 114 h 142"/>
                  <a:gd name="GluePoint37X" fmla="*/ 17 w 125"/>
                  <a:gd name="GluePoint37Y" fmla="*/ 108 h 142"/>
                  <a:gd name="GluePoint38X" fmla="*/ 5 w 125"/>
                  <a:gd name="GluePoint38Y" fmla="*/ 81 h 142"/>
                  <a:gd name="GluePoint39X" fmla="*/ 34 w 125"/>
                  <a:gd name="GluePoint39Y" fmla="*/ 56 h 142"/>
                  <a:gd name="GluePoint40X" fmla="*/ 38 w 125"/>
                  <a:gd name="GluePoint40Y" fmla="*/ 33 h 142"/>
                  <a:gd name="GluePoint41X" fmla="*/ 22 w 125"/>
                  <a:gd name="GluePoint41Y" fmla="*/ 55 h 142"/>
                  <a:gd name="GluePoint42X" fmla="*/ 14 w 125"/>
                  <a:gd name="GluePoint42Y" fmla="*/ 55 h 142"/>
                  <a:gd name="GluePoint43X" fmla="*/ 11 w 125"/>
                  <a:gd name="GluePoint43Y" fmla="*/ 36 h 142"/>
                  <a:gd name="GluePoint44X" fmla="*/ 32 w 125"/>
                  <a:gd name="GluePoint44Y" fmla="*/ 22 h 142"/>
                  <a:gd name="GluePoint45X" fmla="*/ 28 w 125"/>
                  <a:gd name="GluePoint45Y" fmla="*/ 33 h 1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</a:cxnLst>
                <a:rect l="textAreaLeft" t="textAreaTop" r="textAreaRight" b="textAreaBottom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entury Gothic"/>
                </a:endParaRPr>
              </a:p>
            </p:txBody>
          </p:sp>
          <p:sp>
            <p:nvSpPr>
              <p:cNvPr id="905" name="Freeform 6"/>
              <p:cNvSpPr/>
              <p:nvPr/>
            </p:nvSpPr>
            <p:spPr>
              <a:xfrm>
                <a:off x="2931480" y="6444720"/>
                <a:ext cx="135000" cy="2034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203400"/>
                  <a:gd name="textAreaBottom" fmla="*/ 203760 h 203400"/>
                  <a:gd name="GluePoint1X" fmla="*/ 33 w 72"/>
                  <a:gd name="GluePoint1Y" fmla="*/ 76 h 109"/>
                  <a:gd name="GluePoint2X" fmla="*/ 44 w 72"/>
                  <a:gd name="GluePoint2Y" fmla="*/ 73 h 109"/>
                  <a:gd name="GluePoint3X" fmla="*/ 59 w 72"/>
                  <a:gd name="GluePoint3Y" fmla="*/ 71 h 109"/>
                  <a:gd name="GluePoint4X" fmla="*/ 69 w 72"/>
                  <a:gd name="GluePoint4Y" fmla="*/ 92 h 109"/>
                  <a:gd name="GluePoint5X" fmla="*/ 66 w 72"/>
                  <a:gd name="GluePoint5Y" fmla="*/ 94 h 109"/>
                  <a:gd name="GluePoint6X" fmla="*/ 49 w 72"/>
                  <a:gd name="GluePoint6Y" fmla="*/ 96 h 109"/>
                  <a:gd name="GluePoint7X" fmla="*/ 28 w 72"/>
                  <a:gd name="GluePoint7Y" fmla="*/ 106 h 109"/>
                  <a:gd name="GluePoint8X" fmla="*/ 16 w 72"/>
                  <a:gd name="GluePoint8Y" fmla="*/ 106 h 109"/>
                  <a:gd name="GluePoint9X" fmla="*/ 1 w 72"/>
                  <a:gd name="GluePoint9Y" fmla="*/ 80 h 109"/>
                  <a:gd name="GluePoint10X" fmla="*/ 2 w 72"/>
                  <a:gd name="GluePoint10Y" fmla="*/ 74 h 109"/>
                  <a:gd name="GluePoint11X" fmla="*/ 23 w 72"/>
                  <a:gd name="GluePoint11Y" fmla="*/ 31 h 109"/>
                  <a:gd name="GluePoint12X" fmla="*/ 22 w 72"/>
                  <a:gd name="GluePoint12Y" fmla="*/ 26 h 109"/>
                  <a:gd name="GluePoint13X" fmla="*/ 12 w 72"/>
                  <a:gd name="GluePoint13Y" fmla="*/ 16 h 109"/>
                  <a:gd name="GluePoint14X" fmla="*/ 15 w 72"/>
                  <a:gd name="GluePoint14Y" fmla="*/ 10 h 109"/>
                  <a:gd name="GluePoint15X" fmla="*/ 32 w 72"/>
                  <a:gd name="GluePoint15Y" fmla="*/ 5 h 109"/>
                  <a:gd name="GluePoint16X" fmla="*/ 60 w 72"/>
                  <a:gd name="GluePoint16Y" fmla="*/ 18 h 109"/>
                  <a:gd name="GluePoint17X" fmla="*/ 59 w 72"/>
                  <a:gd name="GluePoint17Y" fmla="*/ 26 h 109"/>
                  <a:gd name="GluePoint18X" fmla="*/ 52 w 72"/>
                  <a:gd name="GluePoint18Y" fmla="*/ 36 h 109"/>
                  <a:gd name="GluePoint19X" fmla="*/ 34 w 72"/>
                  <a:gd name="GluePoint19Y" fmla="*/ 72 h 109"/>
                  <a:gd name="GluePoint20X" fmla="*/ 33 w 72"/>
                  <a:gd name="GluePoint20Y" fmla="*/ 76 h 10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</a:cxnLst>
                <a:rect l="textAreaLeft" t="textAreaTop" r="textAreaRight" b="textAreaBottom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entury Gothic"/>
                </a:endParaRPr>
              </a:p>
            </p:txBody>
          </p:sp>
          <p:grpSp>
            <p:nvGrpSpPr>
              <p:cNvPr id="906" name="组合 55"/>
              <p:cNvGrpSpPr/>
              <p:nvPr/>
            </p:nvGrpSpPr>
            <p:grpSpPr>
              <a:xfrm>
                <a:off x="2014200" y="6385320"/>
                <a:ext cx="240480" cy="298080"/>
                <a:chOff x="2014200" y="6385320"/>
                <a:chExt cx="240480" cy="298080"/>
              </a:xfrm>
            </p:grpSpPr>
            <p:sp>
              <p:nvSpPr>
                <p:cNvPr id="907" name="Freeform 7"/>
                <p:cNvSpPr/>
                <p:nvPr/>
              </p:nvSpPr>
              <p:spPr>
                <a:xfrm>
                  <a:off x="2014200" y="6385320"/>
                  <a:ext cx="240480" cy="195840"/>
                </a:xfrm>
                <a:custGeom>
                  <a:avLst/>
                  <a:gdLst>
                    <a:gd name="textAreaLeft" fmla="*/ 0 w 240480"/>
                    <a:gd name="textAreaRight" fmla="*/ 240840 w 240480"/>
                    <a:gd name="textAreaTop" fmla="*/ 0 h 195840"/>
                    <a:gd name="textAreaBottom" fmla="*/ 196200 h 195840"/>
                    <a:gd name="GluePoint1X" fmla="*/ 101 w 128"/>
                    <a:gd name="GluePoint1Y" fmla="*/ 58 h 105"/>
                    <a:gd name="GluePoint2X" fmla="*/ 74 w 128"/>
                    <a:gd name="GluePoint2Y" fmla="*/ 56 h 105"/>
                    <a:gd name="GluePoint3X" fmla="*/ 68 w 128"/>
                    <a:gd name="GluePoint3Y" fmla="*/ 57 h 105"/>
                    <a:gd name="GluePoint4X" fmla="*/ 51 w 128"/>
                    <a:gd name="GluePoint4Y" fmla="*/ 59 h 105"/>
                    <a:gd name="GluePoint5X" fmla="*/ 36 w 128"/>
                    <a:gd name="GluePoint5Y" fmla="*/ 65 h 105"/>
                    <a:gd name="GluePoint6X" fmla="*/ 28 w 128"/>
                    <a:gd name="GluePoint6Y" fmla="*/ 73 h 105"/>
                    <a:gd name="GluePoint7X" fmla="*/ 16 w 128"/>
                    <a:gd name="GluePoint7Y" fmla="*/ 102 h 105"/>
                    <a:gd name="GluePoint8X" fmla="*/ 13 w 128"/>
                    <a:gd name="GluePoint8Y" fmla="*/ 104 h 105"/>
                    <a:gd name="GluePoint9X" fmla="*/ 1 w 128"/>
                    <a:gd name="GluePoint9Y" fmla="*/ 98 h 105"/>
                    <a:gd name="GluePoint10X" fmla="*/ 0 w 128"/>
                    <a:gd name="GluePoint10Y" fmla="*/ 93 h 105"/>
                    <a:gd name="GluePoint11X" fmla="*/ 15 w 128"/>
                    <a:gd name="GluePoint11Y" fmla="*/ 60 h 105"/>
                    <a:gd name="GluePoint12X" fmla="*/ 16 w 128"/>
                    <a:gd name="GluePoint12Y" fmla="*/ 58 h 105"/>
                    <a:gd name="GluePoint13X" fmla="*/ 20 w 128"/>
                    <a:gd name="GluePoint13Y" fmla="*/ 52 h 105"/>
                    <a:gd name="GluePoint14X" fmla="*/ 32 w 128"/>
                    <a:gd name="GluePoint14Y" fmla="*/ 54 h 105"/>
                    <a:gd name="GluePoint15X" fmla="*/ 39 w 128"/>
                    <a:gd name="GluePoint15Y" fmla="*/ 55 h 105"/>
                    <a:gd name="GluePoint16X" fmla="*/ 72 w 128"/>
                    <a:gd name="GluePoint16Y" fmla="*/ 21 h 105"/>
                    <a:gd name="GluePoint17X" fmla="*/ 74 w 128"/>
                    <a:gd name="GluePoint17Y" fmla="*/ 16 h 105"/>
                    <a:gd name="GluePoint18X" fmla="*/ 74 w 128"/>
                    <a:gd name="GluePoint18Y" fmla="*/ 11 h 105"/>
                    <a:gd name="GluePoint19X" fmla="*/ 71 w 128"/>
                    <a:gd name="GluePoint19Y" fmla="*/ 11 h 105"/>
                    <a:gd name="GluePoint20X" fmla="*/ 68 w 128"/>
                    <a:gd name="GluePoint20Y" fmla="*/ 15 h 105"/>
                    <a:gd name="GluePoint21X" fmla="*/ 68 w 128"/>
                    <a:gd name="GluePoint21Y" fmla="*/ 21 h 105"/>
                    <a:gd name="GluePoint22X" fmla="*/ 59 w 128"/>
                    <a:gd name="GluePoint22Y" fmla="*/ 29 h 105"/>
                    <a:gd name="GluePoint23X" fmla="*/ 53 w 128"/>
                    <a:gd name="GluePoint23Y" fmla="*/ 27 h 105"/>
                    <a:gd name="GluePoint24X" fmla="*/ 47 w 128"/>
                    <a:gd name="GluePoint24Y" fmla="*/ 24 h 105"/>
                    <a:gd name="GluePoint25X" fmla="*/ 47 w 128"/>
                    <a:gd name="GluePoint25Y" fmla="*/ 32 h 105"/>
                    <a:gd name="GluePoint26X" fmla="*/ 47 w 128"/>
                    <a:gd name="GluePoint26Y" fmla="*/ 34 h 105"/>
                    <a:gd name="GluePoint27X" fmla="*/ 43 w 128"/>
                    <a:gd name="GluePoint27Y" fmla="*/ 45 h 105"/>
                    <a:gd name="GluePoint28X" fmla="*/ 31 w 128"/>
                    <a:gd name="GluePoint28Y" fmla="*/ 39 h 105"/>
                    <a:gd name="GluePoint29X" fmla="*/ 29 w 128"/>
                    <a:gd name="GluePoint29Y" fmla="*/ 23 h 105"/>
                    <a:gd name="GluePoint30X" fmla="*/ 33 w 128"/>
                    <a:gd name="GluePoint30Y" fmla="*/ 14 h 105"/>
                    <a:gd name="GluePoint31X" fmla="*/ 36 w 128"/>
                    <a:gd name="GluePoint31Y" fmla="*/ 9 h 105"/>
                    <a:gd name="GluePoint32X" fmla="*/ 42 w 128"/>
                    <a:gd name="GluePoint32Y" fmla="*/ 13 h 105"/>
                    <a:gd name="GluePoint33X" fmla="*/ 44 w 128"/>
                    <a:gd name="GluePoint33Y" fmla="*/ 16 h 105"/>
                    <a:gd name="GluePoint34X" fmla="*/ 57 w 128"/>
                    <a:gd name="GluePoint34Y" fmla="*/ 14 h 105"/>
                    <a:gd name="GluePoint35X" fmla="*/ 62 w 128"/>
                    <a:gd name="GluePoint35Y" fmla="*/ 11 h 105"/>
                    <a:gd name="GluePoint36X" fmla="*/ 84 w 128"/>
                    <a:gd name="GluePoint36Y" fmla="*/ 0 h 105"/>
                    <a:gd name="GluePoint37X" fmla="*/ 96 w 128"/>
                    <a:gd name="GluePoint37Y" fmla="*/ 7 h 105"/>
                    <a:gd name="GluePoint38X" fmla="*/ 96 w 128"/>
                    <a:gd name="GluePoint38Y" fmla="*/ 20 h 105"/>
                    <a:gd name="GluePoint39X" fmla="*/ 83 w 128"/>
                    <a:gd name="GluePoint39Y" fmla="*/ 43 h 105"/>
                    <a:gd name="GluePoint40X" fmla="*/ 94 w 128"/>
                    <a:gd name="GluePoint40Y" fmla="*/ 44 h 105"/>
                    <a:gd name="GluePoint41X" fmla="*/ 122 w 128"/>
                    <a:gd name="GluePoint41Y" fmla="*/ 59 h 105"/>
                    <a:gd name="GluePoint42X" fmla="*/ 120 w 128"/>
                    <a:gd name="GluePoint42Y" fmla="*/ 73 h 105"/>
                    <a:gd name="GluePoint43X" fmla="*/ 98 w 128"/>
                    <a:gd name="GluePoint43Y" fmla="*/ 73 h 105"/>
                    <a:gd name="GluePoint44X" fmla="*/ 97 w 128"/>
                    <a:gd name="GluePoint44Y" fmla="*/ 66 h 105"/>
                    <a:gd name="GluePoint45X" fmla="*/ 101 w 128"/>
                    <a:gd name="GluePoint45Y" fmla="*/ 58 h 10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</a:cxnLst>
                  <a:rect l="textAreaLeft" t="textAreaTop" r="textAreaRight" b="textAreaBottom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908" name="Freeform 8"/>
                <p:cNvSpPr/>
                <p:nvPr/>
              </p:nvSpPr>
              <p:spPr>
                <a:xfrm>
                  <a:off x="2065320" y="6504480"/>
                  <a:ext cx="149760" cy="178920"/>
                </a:xfrm>
                <a:custGeom>
                  <a:avLst/>
                  <a:gdLst>
                    <a:gd name="textAreaLeft" fmla="*/ 0 w 149760"/>
                    <a:gd name="textAreaRight" fmla="*/ 150120 w 149760"/>
                    <a:gd name="textAreaTop" fmla="*/ 0 h 178920"/>
                    <a:gd name="textAreaBottom" fmla="*/ 179280 h 178920"/>
                    <a:gd name="GluePoint1X" fmla="*/ 46 w 80"/>
                    <a:gd name="GluePoint1Y" fmla="*/ 29 h 96"/>
                    <a:gd name="GluePoint2X" fmla="*/ 65 w 80"/>
                    <a:gd name="GluePoint2Y" fmla="*/ 29 h 96"/>
                    <a:gd name="GluePoint3X" fmla="*/ 79 w 80"/>
                    <a:gd name="GluePoint3Y" fmla="*/ 41 h 96"/>
                    <a:gd name="GluePoint4X" fmla="*/ 74 w 80"/>
                    <a:gd name="GluePoint4Y" fmla="*/ 43 h 96"/>
                    <a:gd name="GluePoint5X" fmla="*/ 60 w 80"/>
                    <a:gd name="GluePoint5Y" fmla="*/ 43 h 96"/>
                    <a:gd name="GluePoint6X" fmla="*/ 52 w 80"/>
                    <a:gd name="GluePoint6Y" fmla="*/ 50 h 96"/>
                    <a:gd name="GluePoint7X" fmla="*/ 49 w 80"/>
                    <a:gd name="GluePoint7Y" fmla="*/ 87 h 96"/>
                    <a:gd name="GluePoint8X" fmla="*/ 37 w 80"/>
                    <a:gd name="GluePoint8Y" fmla="*/ 95 h 96"/>
                    <a:gd name="GluePoint9X" fmla="*/ 21 w 80"/>
                    <a:gd name="GluePoint9Y" fmla="*/ 68 h 96"/>
                    <a:gd name="GluePoint10X" fmla="*/ 22 w 80"/>
                    <a:gd name="GluePoint10Y" fmla="*/ 62 h 96"/>
                    <a:gd name="GluePoint11X" fmla="*/ 30 w 80"/>
                    <a:gd name="GluePoint11Y" fmla="*/ 72 h 96"/>
                    <a:gd name="GluePoint12X" fmla="*/ 40 w 80"/>
                    <a:gd name="GluePoint12Y" fmla="*/ 70 h 96"/>
                    <a:gd name="GluePoint13X" fmla="*/ 43 w 80"/>
                    <a:gd name="GluePoint13Y" fmla="*/ 46 h 96"/>
                    <a:gd name="GluePoint14X" fmla="*/ 24 w 80"/>
                    <a:gd name="GluePoint14Y" fmla="*/ 52 h 96"/>
                    <a:gd name="GluePoint15X" fmla="*/ 19 w 80"/>
                    <a:gd name="GluePoint15Y" fmla="*/ 54 h 96"/>
                    <a:gd name="GluePoint16X" fmla="*/ 6 w 80"/>
                    <a:gd name="GluePoint16Y" fmla="*/ 54 h 96"/>
                    <a:gd name="GluePoint17X" fmla="*/ 2 w 80"/>
                    <a:gd name="GluePoint17Y" fmla="*/ 40 h 96"/>
                    <a:gd name="GluePoint18X" fmla="*/ 6 w 80"/>
                    <a:gd name="GluePoint18Y" fmla="*/ 37 h 96"/>
                    <a:gd name="GluePoint19X" fmla="*/ 28 w 80"/>
                    <a:gd name="GluePoint19Y" fmla="*/ 33 h 96"/>
                    <a:gd name="GluePoint20X" fmla="*/ 33 w 80"/>
                    <a:gd name="GluePoint20Y" fmla="*/ 32 h 96"/>
                    <a:gd name="GluePoint21X" fmla="*/ 36 w 80"/>
                    <a:gd name="GluePoint21Y" fmla="*/ 22 h 96"/>
                    <a:gd name="GluePoint22X" fmla="*/ 46 w 80"/>
                    <a:gd name="GluePoint22Y" fmla="*/ 12 h 96"/>
                    <a:gd name="GluePoint23X" fmla="*/ 45 w 80"/>
                    <a:gd name="GluePoint23Y" fmla="*/ 10 h 96"/>
                    <a:gd name="GluePoint24X" fmla="*/ 26 w 80"/>
                    <a:gd name="GluePoint24Y" fmla="*/ 17 h 96"/>
                    <a:gd name="GluePoint25X" fmla="*/ 15 w 80"/>
                    <a:gd name="GluePoint25Y" fmla="*/ 24 h 96"/>
                    <a:gd name="GluePoint26X" fmla="*/ 5 w 80"/>
                    <a:gd name="GluePoint26Y" fmla="*/ 22 h 96"/>
                    <a:gd name="GluePoint27X" fmla="*/ 1 w 80"/>
                    <a:gd name="GluePoint27Y" fmla="*/ 17 h 96"/>
                    <a:gd name="GluePoint28X" fmla="*/ 36 w 80"/>
                    <a:gd name="GluePoint28Y" fmla="*/ 2 h 96"/>
                    <a:gd name="GluePoint29X" fmla="*/ 55 w 80"/>
                    <a:gd name="GluePoint29Y" fmla="*/ 0 h 96"/>
                    <a:gd name="GluePoint30X" fmla="*/ 61 w 80"/>
                    <a:gd name="GluePoint30Y" fmla="*/ 6 h 96"/>
                    <a:gd name="GluePoint31X" fmla="*/ 59 w 80"/>
                    <a:gd name="GluePoint31Y" fmla="*/ 13 h 96"/>
                    <a:gd name="GluePoint32X" fmla="*/ 46 w 80"/>
                    <a:gd name="GluePoint32Y" fmla="*/ 29 h 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</a:cxnLst>
                  <a:rect l="textAreaLeft" t="textAreaTop" r="textAreaRight" b="textAreaBottom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909" name="组合 56"/>
              <p:cNvGrpSpPr/>
              <p:nvPr/>
            </p:nvGrpSpPr>
            <p:grpSpPr>
              <a:xfrm>
                <a:off x="2349720" y="6467040"/>
                <a:ext cx="145440" cy="155520"/>
                <a:chOff x="2349720" y="6467040"/>
                <a:chExt cx="145440" cy="155520"/>
              </a:xfrm>
            </p:grpSpPr>
            <p:sp>
              <p:nvSpPr>
                <p:cNvPr id="910" name="Freeform 15"/>
                <p:cNvSpPr/>
                <p:nvPr/>
              </p:nvSpPr>
              <p:spPr>
                <a:xfrm>
                  <a:off x="2349720" y="6501600"/>
                  <a:ext cx="66960" cy="10764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107640"/>
                    <a:gd name="textAreaBottom" fmla="*/ 108000 h 107640"/>
                    <a:gd name="GluePoint1X" fmla="*/ 16 w 39"/>
                    <a:gd name="GluePoint1Y" fmla="*/ 29 h 58"/>
                    <a:gd name="GluePoint2X" fmla="*/ 27 w 39"/>
                    <a:gd name="GluePoint2Y" fmla="*/ 7 h 58"/>
                    <a:gd name="GluePoint3X" fmla="*/ 31 w 39"/>
                    <a:gd name="GluePoint3Y" fmla="*/ 1 h 58"/>
                    <a:gd name="GluePoint4X" fmla="*/ 34 w 39"/>
                    <a:gd name="GluePoint4Y" fmla="*/ 6 h 58"/>
                    <a:gd name="GluePoint5X" fmla="*/ 35 w 39"/>
                    <a:gd name="GluePoint5Y" fmla="*/ 26 h 58"/>
                    <a:gd name="GluePoint6X" fmla="*/ 20 w 39"/>
                    <a:gd name="GluePoint6Y" fmla="*/ 52 h 58"/>
                    <a:gd name="GluePoint7X" fmla="*/ 9 w 39"/>
                    <a:gd name="GluePoint7Y" fmla="*/ 57 h 58"/>
                    <a:gd name="GluePoint8X" fmla="*/ 1 w 39"/>
                    <a:gd name="GluePoint8Y" fmla="*/ 43 h 58"/>
                    <a:gd name="GluePoint9X" fmla="*/ 4 w 39"/>
                    <a:gd name="GluePoint9Y" fmla="*/ 6 h 58"/>
                    <a:gd name="GluePoint10X" fmla="*/ 8 w 39"/>
                    <a:gd name="GluePoint10Y" fmla="*/ 0 h 58"/>
                    <a:gd name="GluePoint11X" fmla="*/ 15 w 39"/>
                    <a:gd name="GluePoint11Y" fmla="*/ 6 h 58"/>
                    <a:gd name="GluePoint12X" fmla="*/ 14 w 39"/>
                    <a:gd name="GluePoint12Y" fmla="*/ 20 h 58"/>
                    <a:gd name="GluePoint13X" fmla="*/ 14 w 39"/>
                    <a:gd name="GluePoint13Y" fmla="*/ 28 h 58"/>
                    <a:gd name="GluePoint14X" fmla="*/ 16 w 39"/>
                    <a:gd name="GluePoint14Y" fmla="*/ 29 h 5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76320" rIns="7632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911" name="Freeform 16"/>
                <p:cNvSpPr/>
                <p:nvPr/>
              </p:nvSpPr>
              <p:spPr>
                <a:xfrm>
                  <a:off x="2422080" y="6470640"/>
                  <a:ext cx="73080" cy="151920"/>
                </a:xfrm>
                <a:custGeom>
                  <a:avLst/>
                  <a:gdLst>
                    <a:gd name="textAreaLeft" fmla="*/ 0 w 73080"/>
                    <a:gd name="textAreaRight" fmla="*/ 73440 w 73080"/>
                    <a:gd name="textAreaTop" fmla="*/ 0 h 151920"/>
                    <a:gd name="textAreaBottom" fmla="*/ 152280 h 151920"/>
                    <a:gd name="GluePoint1X" fmla="*/ 9 w 47"/>
                    <a:gd name="GluePoint1Y" fmla="*/ 73 h 88"/>
                    <a:gd name="GluePoint2X" fmla="*/ 3 w 47"/>
                    <a:gd name="GluePoint2Y" fmla="*/ 67 h 88"/>
                    <a:gd name="GluePoint3X" fmla="*/ 3 w 47"/>
                    <a:gd name="GluePoint3Y" fmla="*/ 57 h 88"/>
                    <a:gd name="GluePoint4X" fmla="*/ 20 w 47"/>
                    <a:gd name="GluePoint4Y" fmla="*/ 38 h 88"/>
                    <a:gd name="GluePoint5X" fmla="*/ 33 w 47"/>
                    <a:gd name="GluePoint5Y" fmla="*/ 20 h 88"/>
                    <a:gd name="GluePoint6X" fmla="*/ 33 w 47"/>
                    <a:gd name="GluePoint6Y" fmla="*/ 4 h 88"/>
                    <a:gd name="GluePoint7X" fmla="*/ 32 w 47"/>
                    <a:gd name="GluePoint7Y" fmla="*/ 1 h 88"/>
                    <a:gd name="GluePoint8X" fmla="*/ 33 w 47"/>
                    <a:gd name="GluePoint8Y" fmla="*/ 0 h 88"/>
                    <a:gd name="GluePoint9X" fmla="*/ 41 w 47"/>
                    <a:gd name="GluePoint9Y" fmla="*/ 6 h 88"/>
                    <a:gd name="GluePoint10X" fmla="*/ 43 w 47"/>
                    <a:gd name="GluePoint10Y" fmla="*/ 26 h 88"/>
                    <a:gd name="GluePoint11X" fmla="*/ 29 w 47"/>
                    <a:gd name="GluePoint11Y" fmla="*/ 48 h 88"/>
                    <a:gd name="GluePoint12X" fmla="*/ 30 w 47"/>
                    <a:gd name="GluePoint12Y" fmla="*/ 52 h 88"/>
                    <a:gd name="GluePoint13X" fmla="*/ 40 w 47"/>
                    <a:gd name="GluePoint13Y" fmla="*/ 73 h 88"/>
                    <a:gd name="GluePoint14X" fmla="*/ 41 w 47"/>
                    <a:gd name="GluePoint14Y" fmla="*/ 84 h 88"/>
                    <a:gd name="GluePoint15X" fmla="*/ 37 w 47"/>
                    <a:gd name="GluePoint15Y" fmla="*/ 86 h 88"/>
                    <a:gd name="GluePoint16X" fmla="*/ 31 w 47"/>
                    <a:gd name="GluePoint16Y" fmla="*/ 75 h 88"/>
                    <a:gd name="GluePoint17X" fmla="*/ 28 w 47"/>
                    <a:gd name="GluePoint17Y" fmla="*/ 60 h 88"/>
                    <a:gd name="GluePoint18X" fmla="*/ 22 w 47"/>
                    <a:gd name="GluePoint18Y" fmla="*/ 59 h 88"/>
                    <a:gd name="GluePoint19X" fmla="*/ 9 w 47"/>
                    <a:gd name="GluePoint19Y" fmla="*/ 73 h 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</a:cxnLst>
                  <a:rect l="textAreaLeft" t="textAreaTop" r="textAreaRight" b="textAreaBottom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83160" rIns="8316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912" name="Freeform 17"/>
                <p:cNvSpPr/>
                <p:nvPr/>
              </p:nvSpPr>
              <p:spPr>
                <a:xfrm>
                  <a:off x="2387880" y="6467040"/>
                  <a:ext cx="47880" cy="27720"/>
                </a:xfrm>
                <a:custGeom>
                  <a:avLst/>
                  <a:gdLst>
                    <a:gd name="textAreaLeft" fmla="*/ 0 w 47880"/>
                    <a:gd name="textAreaRight" fmla="*/ 48240 w 47880"/>
                    <a:gd name="textAreaTop" fmla="*/ 0 h 27720"/>
                    <a:gd name="textAreaBottom" fmla="*/ 28080 h 27720"/>
                    <a:gd name="GluePoint1X" fmla="*/ 0 w 26"/>
                    <a:gd name="GluePoint1Y" fmla="*/ 0 h 19"/>
                    <a:gd name="GluePoint2X" fmla="*/ 20 w 26"/>
                    <a:gd name="GluePoint2Y" fmla="*/ 1 h 19"/>
                    <a:gd name="GluePoint3X" fmla="*/ 23 w 26"/>
                    <a:gd name="GluePoint3Y" fmla="*/ 12 h 19"/>
                    <a:gd name="GluePoint4X" fmla="*/ 12 w 26"/>
                    <a:gd name="GluePoint4Y" fmla="*/ 18 h 19"/>
                    <a:gd name="GluePoint5X" fmla="*/ 3 w 26"/>
                    <a:gd name="GluePoint5Y" fmla="*/ 11 h 19"/>
                    <a:gd name="GluePoint6X" fmla="*/ 0 w 26"/>
                    <a:gd name="GluePoint6Y" fmla="*/ 0 h 1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4720" tIns="14040" rIns="54720" bIns="140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  <p:grpSp>
          <p:nvGrpSpPr>
            <p:cNvPr id="913" name="组合 38"/>
            <p:cNvGrpSpPr/>
            <p:nvPr/>
          </p:nvGrpSpPr>
          <p:grpSpPr>
            <a:xfrm>
              <a:off x="587160" y="6381720"/>
              <a:ext cx="1100160" cy="304560"/>
              <a:chOff x="587160" y="6381720"/>
              <a:chExt cx="1100160" cy="304560"/>
            </a:xfrm>
          </p:grpSpPr>
          <p:grpSp>
            <p:nvGrpSpPr>
              <p:cNvPr id="914" name="组合 40"/>
              <p:cNvGrpSpPr/>
              <p:nvPr/>
            </p:nvGrpSpPr>
            <p:grpSpPr>
              <a:xfrm>
                <a:off x="1171800" y="6431400"/>
                <a:ext cx="212760" cy="223560"/>
                <a:chOff x="1171800" y="6431400"/>
                <a:chExt cx="212760" cy="223560"/>
              </a:xfrm>
            </p:grpSpPr>
            <p:sp>
              <p:nvSpPr>
                <p:cNvPr id="915" name="Freeform 9"/>
                <p:cNvSpPr/>
                <p:nvPr/>
              </p:nvSpPr>
              <p:spPr>
                <a:xfrm>
                  <a:off x="1171800" y="6447960"/>
                  <a:ext cx="110520" cy="187920"/>
                </a:xfrm>
                <a:custGeom>
                  <a:avLst/>
                  <a:gdLst>
                    <a:gd name="textAreaLeft" fmla="*/ 0 w 110520"/>
                    <a:gd name="textAreaRight" fmla="*/ 110880 w 110520"/>
                    <a:gd name="textAreaTop" fmla="*/ 0 h 187920"/>
                    <a:gd name="textAreaBottom" fmla="*/ 188280 h 187920"/>
                    <a:gd name="GluePoint1X" fmla="*/ 39 w 59"/>
                    <a:gd name="GluePoint1Y" fmla="*/ 78 h 101"/>
                    <a:gd name="GluePoint2X" fmla="*/ 17 w 59"/>
                    <a:gd name="GluePoint2Y" fmla="*/ 94 h 101"/>
                    <a:gd name="GluePoint3X" fmla="*/ 8 w 59"/>
                    <a:gd name="GluePoint3Y" fmla="*/ 94 h 101"/>
                    <a:gd name="GluePoint4X" fmla="*/ 0 w 59"/>
                    <a:gd name="GluePoint4Y" fmla="*/ 79 h 101"/>
                    <a:gd name="GluePoint5X" fmla="*/ 17 w 59"/>
                    <a:gd name="GluePoint5Y" fmla="*/ 73 h 101"/>
                    <a:gd name="GluePoint6X" fmla="*/ 10 w 59"/>
                    <a:gd name="GluePoint6Y" fmla="*/ 68 h 101"/>
                    <a:gd name="GluePoint7X" fmla="*/ 8 w 59"/>
                    <a:gd name="GluePoint7Y" fmla="*/ 60 h 101"/>
                    <a:gd name="GluePoint8X" fmla="*/ 18 w 59"/>
                    <a:gd name="GluePoint8Y" fmla="*/ 23 h 101"/>
                    <a:gd name="GluePoint9X" fmla="*/ 26 w 59"/>
                    <a:gd name="GluePoint9Y" fmla="*/ 17 h 101"/>
                    <a:gd name="GluePoint10X" fmla="*/ 36 w 59"/>
                    <a:gd name="GluePoint10Y" fmla="*/ 26 h 101"/>
                    <a:gd name="GluePoint11X" fmla="*/ 36 w 59"/>
                    <a:gd name="GluePoint11Y" fmla="*/ 27 h 101"/>
                    <a:gd name="GluePoint12X" fmla="*/ 43 w 59"/>
                    <a:gd name="GluePoint12Y" fmla="*/ 40 h 101"/>
                    <a:gd name="GluePoint13X" fmla="*/ 42 w 59"/>
                    <a:gd name="GluePoint13Y" fmla="*/ 12 h 101"/>
                    <a:gd name="GluePoint14X" fmla="*/ 21 w 59"/>
                    <a:gd name="GluePoint14Y" fmla="*/ 5 h 101"/>
                    <a:gd name="GluePoint15X" fmla="*/ 44 w 59"/>
                    <a:gd name="GluePoint15Y" fmla="*/ 1 h 101"/>
                    <a:gd name="GluePoint16X" fmla="*/ 57 w 59"/>
                    <a:gd name="GluePoint16Y" fmla="*/ 17 h 101"/>
                    <a:gd name="GluePoint17X" fmla="*/ 56 w 59"/>
                    <a:gd name="GluePoint17Y" fmla="*/ 48 h 101"/>
                    <a:gd name="GluePoint18X" fmla="*/ 57 w 59"/>
                    <a:gd name="GluePoint18Y" fmla="*/ 55 h 101"/>
                    <a:gd name="GluePoint19X" fmla="*/ 55 w 59"/>
                    <a:gd name="GluePoint19Y" fmla="*/ 64 h 101"/>
                    <a:gd name="GluePoint20X" fmla="*/ 54 w 59"/>
                    <a:gd name="GluePoint20Y" fmla="*/ 71 h 101"/>
                    <a:gd name="GluePoint21X" fmla="*/ 52 w 59"/>
                    <a:gd name="GluePoint21Y" fmla="*/ 95 h 101"/>
                    <a:gd name="GluePoint22X" fmla="*/ 49 w 59"/>
                    <a:gd name="GluePoint22Y" fmla="*/ 101 h 101"/>
                    <a:gd name="GluePoint23X" fmla="*/ 43 w 59"/>
                    <a:gd name="GluePoint23Y" fmla="*/ 98 h 101"/>
                    <a:gd name="GluePoint24X" fmla="*/ 38 w 59"/>
                    <a:gd name="GluePoint24Y" fmla="*/ 86 h 101"/>
                    <a:gd name="GluePoint25X" fmla="*/ 39 w 59"/>
                    <a:gd name="GluePoint25Y" fmla="*/ 78 h 101"/>
                    <a:gd name="GluePoint26X" fmla="*/ 42 w 59"/>
                    <a:gd name="GluePoint26Y" fmla="*/ 47 h 101"/>
                    <a:gd name="GluePoint27X" fmla="*/ 32 w 59"/>
                    <a:gd name="GluePoint27Y" fmla="*/ 44 h 101"/>
                    <a:gd name="GluePoint28X" fmla="*/ 29 w 59"/>
                    <a:gd name="GluePoint28Y" fmla="*/ 64 h 101"/>
                    <a:gd name="GluePoint29X" fmla="*/ 42 w 59"/>
                    <a:gd name="GluePoint29Y" fmla="*/ 47 h 10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</a:cxnLst>
                  <a:rect l="textAreaLeft" t="textAreaTop" r="textAreaRight" b="textAreaBottom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916" name="Freeform 10"/>
                <p:cNvSpPr/>
                <p:nvPr/>
              </p:nvSpPr>
              <p:spPr>
                <a:xfrm>
                  <a:off x="1280880" y="6431400"/>
                  <a:ext cx="103680" cy="223560"/>
                </a:xfrm>
                <a:custGeom>
                  <a:avLst/>
                  <a:gdLst>
                    <a:gd name="textAreaLeft" fmla="*/ 0 w 103680"/>
                    <a:gd name="textAreaRight" fmla="*/ 104040 w 103680"/>
                    <a:gd name="textAreaTop" fmla="*/ 0 h 223560"/>
                    <a:gd name="textAreaBottom" fmla="*/ 223920 h 223560"/>
                    <a:gd name="GluePoint1X" fmla="*/ 11 w 55"/>
                    <a:gd name="GluePoint1Y" fmla="*/ 89 h 120"/>
                    <a:gd name="GluePoint2X" fmla="*/ 10 w 55"/>
                    <a:gd name="GluePoint2Y" fmla="*/ 100 h 120"/>
                    <a:gd name="GluePoint3X" fmla="*/ 6 w 55"/>
                    <a:gd name="GluePoint3Y" fmla="*/ 104 h 120"/>
                    <a:gd name="GluePoint4X" fmla="*/ 1 w 55"/>
                    <a:gd name="GluePoint4Y" fmla="*/ 99 h 120"/>
                    <a:gd name="GluePoint5X" fmla="*/ 3 w 55"/>
                    <a:gd name="GluePoint5Y" fmla="*/ 84 h 120"/>
                    <a:gd name="GluePoint6X" fmla="*/ 14 w 55"/>
                    <a:gd name="GluePoint6Y" fmla="*/ 37 h 120"/>
                    <a:gd name="GluePoint7X" fmla="*/ 22 w 55"/>
                    <a:gd name="GluePoint7Y" fmla="*/ 11 h 120"/>
                    <a:gd name="GluePoint8X" fmla="*/ 26 w 55"/>
                    <a:gd name="GluePoint8Y" fmla="*/ 19 h 120"/>
                    <a:gd name="GluePoint9X" fmla="*/ 20 w 55"/>
                    <a:gd name="GluePoint9Y" fmla="*/ 40 h 120"/>
                    <a:gd name="GluePoint10X" fmla="*/ 27 w 55"/>
                    <a:gd name="GluePoint10Y" fmla="*/ 35 h 120"/>
                    <a:gd name="GluePoint11X" fmla="*/ 35 w 55"/>
                    <a:gd name="GluePoint11Y" fmla="*/ 30 h 120"/>
                    <a:gd name="GluePoint12X" fmla="*/ 33 w 55"/>
                    <a:gd name="GluePoint12Y" fmla="*/ 9 h 120"/>
                    <a:gd name="GluePoint13X" fmla="*/ 28 w 55"/>
                    <a:gd name="GluePoint13Y" fmla="*/ 8 h 120"/>
                    <a:gd name="GluePoint14X" fmla="*/ 19 w 55"/>
                    <a:gd name="GluePoint14Y" fmla="*/ 12 h 120"/>
                    <a:gd name="GluePoint15X" fmla="*/ 12 w 55"/>
                    <a:gd name="GluePoint15Y" fmla="*/ 15 h 120"/>
                    <a:gd name="GluePoint16X" fmla="*/ 9 w 55"/>
                    <a:gd name="GluePoint16Y" fmla="*/ 11 h 120"/>
                    <a:gd name="GluePoint17X" fmla="*/ 11 w 55"/>
                    <a:gd name="GluePoint17Y" fmla="*/ 8 h 120"/>
                    <a:gd name="GluePoint18X" fmla="*/ 31 w 55"/>
                    <a:gd name="GluePoint18Y" fmla="*/ 0 h 120"/>
                    <a:gd name="GluePoint19X" fmla="*/ 45 w 55"/>
                    <a:gd name="GluePoint19Y" fmla="*/ 15 h 120"/>
                    <a:gd name="GluePoint20X" fmla="*/ 44 w 55"/>
                    <a:gd name="GluePoint20Y" fmla="*/ 46 h 120"/>
                    <a:gd name="GluePoint21X" fmla="*/ 48 w 55"/>
                    <a:gd name="GluePoint21Y" fmla="*/ 54 h 120"/>
                    <a:gd name="GluePoint22X" fmla="*/ 48 w 55"/>
                    <a:gd name="GluePoint22Y" fmla="*/ 71 h 120"/>
                    <a:gd name="GluePoint23X" fmla="*/ 44 w 55"/>
                    <a:gd name="GluePoint23Y" fmla="*/ 77 h 120"/>
                    <a:gd name="GluePoint24X" fmla="*/ 44 w 55"/>
                    <a:gd name="GluePoint24Y" fmla="*/ 110 h 120"/>
                    <a:gd name="GluePoint25X" fmla="*/ 44 w 55"/>
                    <a:gd name="GluePoint25Y" fmla="*/ 114 h 120"/>
                    <a:gd name="GluePoint26X" fmla="*/ 41 w 55"/>
                    <a:gd name="GluePoint26Y" fmla="*/ 120 h 120"/>
                    <a:gd name="GluePoint27X" fmla="*/ 32 w 55"/>
                    <a:gd name="GluePoint27Y" fmla="*/ 118 h 120"/>
                    <a:gd name="GluePoint28X" fmla="*/ 13 w 55"/>
                    <a:gd name="GluePoint28Y" fmla="*/ 91 h 120"/>
                    <a:gd name="GluePoint29X" fmla="*/ 12 w 55"/>
                    <a:gd name="GluePoint29Y" fmla="*/ 89 h 120"/>
                    <a:gd name="GluePoint30X" fmla="*/ 11 w 55"/>
                    <a:gd name="GluePoint30Y" fmla="*/ 89 h 120"/>
                    <a:gd name="GluePoint31X" fmla="*/ 24 w 55"/>
                    <a:gd name="GluePoint31Y" fmla="*/ 76 h 120"/>
                    <a:gd name="GluePoint32X" fmla="*/ 23 w 55"/>
                    <a:gd name="GluePoint32Y" fmla="*/ 74 h 120"/>
                    <a:gd name="GluePoint33X" fmla="*/ 27 w 55"/>
                    <a:gd name="GluePoint33Y" fmla="*/ 71 h 120"/>
                    <a:gd name="GluePoint34X" fmla="*/ 33 w 55"/>
                    <a:gd name="GluePoint34Y" fmla="*/ 67 h 120"/>
                    <a:gd name="GluePoint35X" fmla="*/ 32 w 55"/>
                    <a:gd name="GluePoint35Y" fmla="*/ 63 h 120"/>
                    <a:gd name="GluePoint36X" fmla="*/ 22 w 55"/>
                    <a:gd name="GluePoint36Y" fmla="*/ 52 h 120"/>
                    <a:gd name="GluePoint37X" fmla="*/ 18 w 55"/>
                    <a:gd name="GluePoint37Y" fmla="*/ 89 h 120"/>
                    <a:gd name="GluePoint38X" fmla="*/ 33 w 55"/>
                    <a:gd name="GluePoint38Y" fmla="*/ 107 h 120"/>
                    <a:gd name="GluePoint39X" fmla="*/ 35 w 55"/>
                    <a:gd name="GluePoint39Y" fmla="*/ 77 h 120"/>
                    <a:gd name="GluePoint40X" fmla="*/ 31 w 55"/>
                    <a:gd name="GluePoint40Y" fmla="*/ 75 h 120"/>
                    <a:gd name="GluePoint41X" fmla="*/ 24 w 55"/>
                    <a:gd name="GluePoint41Y" fmla="*/ 76 h 12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</a:cxnLst>
                  <a:rect l="textAreaLeft" t="textAreaTop" r="textAreaRight" b="textAreaBottom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917" name="组合 41"/>
              <p:cNvGrpSpPr/>
              <p:nvPr/>
            </p:nvGrpSpPr>
            <p:grpSpPr>
              <a:xfrm>
                <a:off x="587160" y="6381720"/>
                <a:ext cx="241200" cy="304560"/>
                <a:chOff x="587160" y="6381720"/>
                <a:chExt cx="241200" cy="304560"/>
              </a:xfrm>
            </p:grpSpPr>
            <p:sp>
              <p:nvSpPr>
                <p:cNvPr id="918" name="Freeform 13"/>
                <p:cNvSpPr/>
                <p:nvPr/>
              </p:nvSpPr>
              <p:spPr>
                <a:xfrm>
                  <a:off x="587160" y="6381720"/>
                  <a:ext cx="241200" cy="288000"/>
                </a:xfrm>
                <a:custGeom>
                  <a:avLst/>
                  <a:gdLst>
                    <a:gd name="textAreaLeft" fmla="*/ 0 w 241200"/>
                    <a:gd name="textAreaRight" fmla="*/ 241560 w 241200"/>
                    <a:gd name="textAreaTop" fmla="*/ 0 h 288000"/>
                    <a:gd name="textAreaBottom" fmla="*/ 288360 h 288000"/>
                    <a:gd name="GluePoint1X" fmla="*/ 54 w 128"/>
                    <a:gd name="GluePoint1Y" fmla="*/ 76 h 154"/>
                    <a:gd name="GluePoint2X" fmla="*/ 66 w 128"/>
                    <a:gd name="GluePoint2Y" fmla="*/ 53 h 154"/>
                    <a:gd name="GluePoint3X" fmla="*/ 49 w 128"/>
                    <a:gd name="GluePoint3Y" fmla="*/ 47 h 154"/>
                    <a:gd name="GluePoint4X" fmla="*/ 64 w 128"/>
                    <a:gd name="GluePoint4Y" fmla="*/ 44 h 154"/>
                    <a:gd name="GluePoint5X" fmla="*/ 83 w 128"/>
                    <a:gd name="GluePoint5Y" fmla="*/ 6 h 154"/>
                    <a:gd name="GluePoint6X" fmla="*/ 91 w 128"/>
                    <a:gd name="GluePoint6Y" fmla="*/ 11 h 154"/>
                    <a:gd name="GluePoint7X" fmla="*/ 96 w 128"/>
                    <a:gd name="GluePoint7Y" fmla="*/ 36 h 154"/>
                    <a:gd name="GluePoint8X" fmla="*/ 106 w 128"/>
                    <a:gd name="GluePoint8Y" fmla="*/ 41 h 154"/>
                    <a:gd name="GluePoint9X" fmla="*/ 82 w 128"/>
                    <a:gd name="GluePoint9Y" fmla="*/ 50 h 154"/>
                    <a:gd name="GluePoint10X" fmla="*/ 71 w 128"/>
                    <a:gd name="GluePoint10Y" fmla="*/ 65 h 154"/>
                    <a:gd name="GluePoint11X" fmla="*/ 110 w 128"/>
                    <a:gd name="GluePoint11Y" fmla="*/ 74 h 154"/>
                    <a:gd name="GluePoint12X" fmla="*/ 101 w 128"/>
                    <a:gd name="GluePoint12Y" fmla="*/ 87 h 154"/>
                    <a:gd name="GluePoint13X" fmla="*/ 111 w 128"/>
                    <a:gd name="GluePoint13Y" fmla="*/ 98 h 154"/>
                    <a:gd name="GluePoint14X" fmla="*/ 92 w 128"/>
                    <a:gd name="GluePoint14Y" fmla="*/ 104 h 154"/>
                    <a:gd name="GluePoint15X" fmla="*/ 86 w 128"/>
                    <a:gd name="GluePoint15Y" fmla="*/ 116 h 154"/>
                    <a:gd name="GluePoint16X" fmla="*/ 124 w 128"/>
                    <a:gd name="GluePoint16Y" fmla="*/ 112 h 154"/>
                    <a:gd name="GluePoint17X" fmla="*/ 120 w 128"/>
                    <a:gd name="GluePoint17Y" fmla="*/ 122 h 154"/>
                    <a:gd name="GluePoint18X" fmla="*/ 111 w 128"/>
                    <a:gd name="GluePoint18Y" fmla="*/ 144 h 154"/>
                    <a:gd name="GluePoint19X" fmla="*/ 105 w 128"/>
                    <a:gd name="GluePoint19Y" fmla="*/ 153 h 154"/>
                    <a:gd name="GluePoint20X" fmla="*/ 55 w 128"/>
                    <a:gd name="GluePoint20Y" fmla="*/ 129 h 154"/>
                    <a:gd name="GluePoint21X" fmla="*/ 53 w 128"/>
                    <a:gd name="GluePoint21Y" fmla="*/ 121 h 154"/>
                    <a:gd name="GluePoint22X" fmla="*/ 61 w 128"/>
                    <a:gd name="GluePoint22Y" fmla="*/ 125 h 154"/>
                    <a:gd name="GluePoint23X" fmla="*/ 94 w 128"/>
                    <a:gd name="GluePoint23Y" fmla="*/ 140 h 154"/>
                    <a:gd name="GluePoint24X" fmla="*/ 85 w 128"/>
                    <a:gd name="GluePoint24Y" fmla="*/ 127 h 154"/>
                    <a:gd name="GluePoint25X" fmla="*/ 71 w 128"/>
                    <a:gd name="GluePoint25Y" fmla="*/ 108 h 154"/>
                    <a:gd name="GluePoint26X" fmla="*/ 52 w 128"/>
                    <a:gd name="GluePoint26Y" fmla="*/ 113 h 154"/>
                    <a:gd name="GluePoint27X" fmla="*/ 38 w 128"/>
                    <a:gd name="GluePoint27Y" fmla="*/ 97 h 154"/>
                    <a:gd name="GluePoint28X" fmla="*/ 51 w 128"/>
                    <a:gd name="GluePoint28Y" fmla="*/ 97 h 154"/>
                    <a:gd name="GluePoint29X" fmla="*/ 34 w 128"/>
                    <a:gd name="GluePoint29Y" fmla="*/ 93 h 154"/>
                    <a:gd name="GluePoint30X" fmla="*/ 35 w 128"/>
                    <a:gd name="GluePoint30Y" fmla="*/ 105 h 154"/>
                    <a:gd name="GluePoint31X" fmla="*/ 26 w 128"/>
                    <a:gd name="GluePoint31Y" fmla="*/ 154 h 154"/>
                    <a:gd name="GluePoint32X" fmla="*/ 20 w 128"/>
                    <a:gd name="GluePoint32Y" fmla="*/ 118 h 154"/>
                    <a:gd name="GluePoint33X" fmla="*/ 0 w 128"/>
                    <a:gd name="GluePoint33Y" fmla="*/ 103 h 154"/>
                    <a:gd name="GluePoint34X" fmla="*/ 19 w 128"/>
                    <a:gd name="GluePoint34Y" fmla="*/ 72 h 154"/>
                    <a:gd name="GluePoint35X" fmla="*/ 25 w 128"/>
                    <a:gd name="GluePoint35Y" fmla="*/ 51 h 154"/>
                    <a:gd name="GluePoint36X" fmla="*/ 39 w 128"/>
                    <a:gd name="GluePoint36Y" fmla="*/ 14 h 154"/>
                    <a:gd name="GluePoint37X" fmla="*/ 51 w 128"/>
                    <a:gd name="GluePoint37Y" fmla="*/ 24 h 154"/>
                    <a:gd name="GluePoint38X" fmla="*/ 39 w 128"/>
                    <a:gd name="GluePoint38Y" fmla="*/ 44 h 154"/>
                    <a:gd name="GluePoint39X" fmla="*/ 48 w 128"/>
                    <a:gd name="GluePoint39Y" fmla="*/ 73 h 154"/>
                    <a:gd name="GluePoint40X" fmla="*/ 81 w 128"/>
                    <a:gd name="GluePoint40Y" fmla="*/ 90 h 154"/>
                    <a:gd name="GluePoint41X" fmla="*/ 92 w 128"/>
                    <a:gd name="GluePoint41Y" fmla="*/ 71 h 154"/>
                    <a:gd name="GluePoint42X" fmla="*/ 81 w 128"/>
                    <a:gd name="GluePoint42Y" fmla="*/ 80 h 154"/>
                    <a:gd name="GluePoint43X" fmla="*/ 76 w 128"/>
                    <a:gd name="GluePoint43Y" fmla="*/ 73 h 154"/>
                    <a:gd name="GluePoint44X" fmla="*/ 67 w 128"/>
                    <a:gd name="GluePoint44Y" fmla="*/ 79 h 154"/>
                    <a:gd name="GluePoint45X" fmla="*/ 76 w 128"/>
                    <a:gd name="GluePoint45Y" fmla="*/ 73 h 154"/>
                    <a:gd name="GluePoint46X" fmla="*/ 56 w 128"/>
                    <a:gd name="GluePoint46Y" fmla="*/ 88 h 154"/>
                    <a:gd name="GluePoint47X" fmla="*/ 63 w 128"/>
                    <a:gd name="GluePoint47Y" fmla="*/ 81 h 154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</a:cxnLst>
                  <a:rect l="textAreaLeft" t="textAreaTop" r="textAreaRight" b="textAreaBottom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919" name="Freeform 14"/>
                <p:cNvSpPr/>
                <p:nvPr/>
              </p:nvSpPr>
              <p:spPr>
                <a:xfrm>
                  <a:off x="653760" y="6606360"/>
                  <a:ext cx="29520" cy="79920"/>
                </a:xfrm>
                <a:custGeom>
                  <a:avLst/>
                  <a:gdLst>
                    <a:gd name="textAreaLeft" fmla="*/ 0 w 29520"/>
                    <a:gd name="textAreaRight" fmla="*/ 29880 w 29520"/>
                    <a:gd name="textAreaTop" fmla="*/ 0 h 79920"/>
                    <a:gd name="textAreaBottom" fmla="*/ 80280 h 79920"/>
                    <a:gd name="GluePoint1X" fmla="*/ 9 w 16"/>
                    <a:gd name="GluePoint1Y" fmla="*/ 0 h 43"/>
                    <a:gd name="GluePoint2X" fmla="*/ 15 w 16"/>
                    <a:gd name="GluePoint2Y" fmla="*/ 11 h 43"/>
                    <a:gd name="GluePoint3X" fmla="*/ 9 w 16"/>
                    <a:gd name="GluePoint3Y" fmla="*/ 43 h 43"/>
                    <a:gd name="GluePoint4X" fmla="*/ 2 w 16"/>
                    <a:gd name="GluePoint4Y" fmla="*/ 39 h 43"/>
                    <a:gd name="GluePoint5X" fmla="*/ 0 w 16"/>
                    <a:gd name="GluePoint5Y" fmla="*/ 35 h 43"/>
                    <a:gd name="GluePoint6X" fmla="*/ 9 w 16"/>
                    <a:gd name="GluePoint6Y" fmla="*/ 0 h 4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34200" tIns="39960" rIns="34200" bIns="3996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920" name="组合 42"/>
              <p:cNvGrpSpPr/>
              <p:nvPr/>
            </p:nvGrpSpPr>
            <p:grpSpPr>
              <a:xfrm>
                <a:off x="914400" y="6468840"/>
                <a:ext cx="161640" cy="139320"/>
                <a:chOff x="914400" y="6468840"/>
                <a:chExt cx="161640" cy="139320"/>
              </a:xfrm>
            </p:grpSpPr>
            <p:sp>
              <p:nvSpPr>
                <p:cNvPr id="921" name="Freeform 18"/>
                <p:cNvSpPr/>
                <p:nvPr/>
              </p:nvSpPr>
              <p:spPr>
                <a:xfrm>
                  <a:off x="968760" y="6468840"/>
                  <a:ext cx="107280" cy="139320"/>
                </a:xfrm>
                <a:custGeom>
                  <a:avLst/>
                  <a:gdLst>
                    <a:gd name="textAreaLeft" fmla="*/ 0 w 107280"/>
                    <a:gd name="textAreaRight" fmla="*/ 107640 w 107280"/>
                    <a:gd name="textAreaTop" fmla="*/ 0 h 139320"/>
                    <a:gd name="textAreaBottom" fmla="*/ 139680 h 139320"/>
                    <a:gd name="GluePoint1X" fmla="*/ 49 w 57"/>
                    <a:gd name="GluePoint1Y" fmla="*/ 74 h 75"/>
                    <a:gd name="GluePoint2X" fmla="*/ 40 w 57"/>
                    <a:gd name="GluePoint2Y" fmla="*/ 67 h 75"/>
                    <a:gd name="GluePoint3X" fmla="*/ 33 w 57"/>
                    <a:gd name="GluePoint3Y" fmla="*/ 48 h 75"/>
                    <a:gd name="GluePoint4X" fmla="*/ 27 w 57"/>
                    <a:gd name="GluePoint4Y" fmla="*/ 46 h 75"/>
                    <a:gd name="GluePoint5X" fmla="*/ 11 w 57"/>
                    <a:gd name="GluePoint5Y" fmla="*/ 60 h 75"/>
                    <a:gd name="GluePoint6X" fmla="*/ 5 w 57"/>
                    <a:gd name="GluePoint6Y" fmla="*/ 60 h 75"/>
                    <a:gd name="GluePoint7X" fmla="*/ 6 w 57"/>
                    <a:gd name="GluePoint7Y" fmla="*/ 46 h 75"/>
                    <a:gd name="GluePoint8X" fmla="*/ 27 w 57"/>
                    <a:gd name="GluePoint8Y" fmla="*/ 26 h 75"/>
                    <a:gd name="GluePoint9X" fmla="*/ 40 w 57"/>
                    <a:gd name="GluePoint9Y" fmla="*/ 10 h 75"/>
                    <a:gd name="GluePoint10X" fmla="*/ 41 w 57"/>
                    <a:gd name="GluePoint10Y" fmla="*/ 6 h 75"/>
                    <a:gd name="GluePoint11X" fmla="*/ 45 w 57"/>
                    <a:gd name="GluePoint11Y" fmla="*/ 0 h 75"/>
                    <a:gd name="GluePoint12X" fmla="*/ 53 w 57"/>
                    <a:gd name="GluePoint12Y" fmla="*/ 3 h 75"/>
                    <a:gd name="GluePoint13X" fmla="*/ 53 w 57"/>
                    <a:gd name="GluePoint13Y" fmla="*/ 20 h 75"/>
                    <a:gd name="GluePoint14X" fmla="*/ 37 w 57"/>
                    <a:gd name="GluePoint14Y" fmla="*/ 38 h 75"/>
                    <a:gd name="GluePoint15X" fmla="*/ 49 w 57"/>
                    <a:gd name="GluePoint15Y" fmla="*/ 74 h 7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922" name="Freeform 19"/>
                <p:cNvSpPr/>
                <p:nvPr/>
              </p:nvSpPr>
              <p:spPr>
                <a:xfrm>
                  <a:off x="914400" y="6503760"/>
                  <a:ext cx="54000" cy="102960"/>
                </a:xfrm>
                <a:custGeom>
                  <a:avLst/>
                  <a:gdLst>
                    <a:gd name="textAreaLeft" fmla="*/ 0 w 54000"/>
                    <a:gd name="textAreaRight" fmla="*/ 54360 w 54000"/>
                    <a:gd name="textAreaTop" fmla="*/ 0 h 102960"/>
                    <a:gd name="textAreaBottom" fmla="*/ 103320 h 102960"/>
                    <a:gd name="GluePoint1X" fmla="*/ 12 w 29"/>
                    <a:gd name="GluePoint1Y" fmla="*/ 30 h 55"/>
                    <a:gd name="GluePoint2X" fmla="*/ 20 w 29"/>
                    <a:gd name="GluePoint2Y" fmla="*/ 7 h 55"/>
                    <a:gd name="GluePoint3X" fmla="*/ 25 w 29"/>
                    <a:gd name="GluePoint3Y" fmla="*/ 1 h 55"/>
                    <a:gd name="GluePoint4X" fmla="*/ 26 w 29"/>
                    <a:gd name="GluePoint4Y" fmla="*/ 9 h 55"/>
                    <a:gd name="GluePoint5X" fmla="*/ 16 w 29"/>
                    <a:gd name="GluePoint5Y" fmla="*/ 39 h 55"/>
                    <a:gd name="GluePoint6X" fmla="*/ 13 w 29"/>
                    <a:gd name="GluePoint6Y" fmla="*/ 52 h 55"/>
                    <a:gd name="GluePoint7X" fmla="*/ 7 w 29"/>
                    <a:gd name="GluePoint7Y" fmla="*/ 54 h 55"/>
                    <a:gd name="GluePoint8X" fmla="*/ 2 w 29"/>
                    <a:gd name="GluePoint8Y" fmla="*/ 41 h 55"/>
                    <a:gd name="GluePoint9X" fmla="*/ 3 w 29"/>
                    <a:gd name="GluePoint9Y" fmla="*/ 32 h 55"/>
                    <a:gd name="GluePoint10X" fmla="*/ 2 w 29"/>
                    <a:gd name="GluePoint10Y" fmla="*/ 6 h 55"/>
                    <a:gd name="GluePoint11X" fmla="*/ 6 w 29"/>
                    <a:gd name="GluePoint11Y" fmla="*/ 5 h 55"/>
                    <a:gd name="GluePoint12X" fmla="*/ 10 w 29"/>
                    <a:gd name="GluePoint12Y" fmla="*/ 14 h 55"/>
                    <a:gd name="GluePoint13X" fmla="*/ 11 w 29"/>
                    <a:gd name="GluePoint13Y" fmla="*/ 30 h 55"/>
                    <a:gd name="GluePoint14X" fmla="*/ 12 w 29"/>
                    <a:gd name="GluePoint14Y" fmla="*/ 30 h 5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61920" rIns="6192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923" name="Freeform 20"/>
                <p:cNvSpPr/>
                <p:nvPr/>
              </p:nvSpPr>
              <p:spPr>
                <a:xfrm>
                  <a:off x="946440" y="6470280"/>
                  <a:ext cx="50040" cy="31680"/>
                </a:xfrm>
                <a:custGeom>
                  <a:avLst/>
                  <a:gdLst>
                    <a:gd name="textAreaLeft" fmla="*/ 0 w 50040"/>
                    <a:gd name="textAreaRight" fmla="*/ 50400 w 50040"/>
                    <a:gd name="textAreaTop" fmla="*/ 0 h 31680"/>
                    <a:gd name="textAreaBottom" fmla="*/ 32040 h 31680"/>
                    <a:gd name="GluePoint1X" fmla="*/ 27 w 27"/>
                    <a:gd name="GluePoint1Y" fmla="*/ 1 h 17"/>
                    <a:gd name="GluePoint2X" fmla="*/ 16 w 27"/>
                    <a:gd name="GluePoint2Y" fmla="*/ 14 h 17"/>
                    <a:gd name="GluePoint3X" fmla="*/ 5 w 27"/>
                    <a:gd name="GluePoint3Y" fmla="*/ 13 h 17"/>
                    <a:gd name="GluePoint4X" fmla="*/ 0 w 27"/>
                    <a:gd name="GluePoint4Y" fmla="*/ 4 h 17"/>
                    <a:gd name="GluePoint5X" fmla="*/ 9 w 27"/>
                    <a:gd name="GluePoint5Y" fmla="*/ 2 h 17"/>
                    <a:gd name="GluePoint6X" fmla="*/ 27 w 27"/>
                    <a:gd name="GluePoint6Y" fmla="*/ 0 h 17"/>
                    <a:gd name="GluePoint7X" fmla="*/ 27 w 27"/>
                    <a:gd name="GluePoint7Y" fmla="*/ 1 h 1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</a:cxnLst>
                  <a:rect l="textAreaLeft" t="textAreaTop" r="textAreaRight" b="textAreaBottom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7240" tIns="15840" rIns="57240" bIns="158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924" name="组合 43"/>
              <p:cNvGrpSpPr/>
              <p:nvPr/>
            </p:nvGrpSpPr>
            <p:grpSpPr>
              <a:xfrm>
                <a:off x="1501920" y="6443640"/>
                <a:ext cx="185400" cy="184680"/>
                <a:chOff x="1501920" y="6443640"/>
                <a:chExt cx="185400" cy="184680"/>
              </a:xfrm>
            </p:grpSpPr>
            <p:sp>
              <p:nvSpPr>
                <p:cNvPr id="925" name="Freeform 11"/>
                <p:cNvSpPr/>
                <p:nvPr/>
              </p:nvSpPr>
              <p:spPr>
                <a:xfrm>
                  <a:off x="1557720" y="6443640"/>
                  <a:ext cx="129600" cy="181440"/>
                </a:xfrm>
                <a:custGeom>
                  <a:avLst/>
                  <a:gdLst>
                    <a:gd name="textAreaLeft" fmla="*/ 0 w 129600"/>
                    <a:gd name="textAreaRight" fmla="*/ 129960 w 129600"/>
                    <a:gd name="textAreaTop" fmla="*/ 0 h 181440"/>
                    <a:gd name="textAreaBottom" fmla="*/ 181800 h 181440"/>
                    <a:gd name="GluePoint1X" fmla="*/ 29 w 72"/>
                    <a:gd name="GluePoint1Y" fmla="*/ 49 h 102"/>
                    <a:gd name="GluePoint2X" fmla="*/ 15 w 72"/>
                    <a:gd name="GluePoint2Y" fmla="*/ 43 h 102"/>
                    <a:gd name="GluePoint3X" fmla="*/ 10 w 72"/>
                    <a:gd name="GluePoint3Y" fmla="*/ 21 h 102"/>
                    <a:gd name="GluePoint4X" fmla="*/ 13 w 72"/>
                    <a:gd name="GluePoint4Y" fmla="*/ 15 h 102"/>
                    <a:gd name="GluePoint5X" fmla="*/ 19 w 72"/>
                    <a:gd name="GluePoint5Y" fmla="*/ 18 h 102"/>
                    <a:gd name="GluePoint6X" fmla="*/ 20 w 72"/>
                    <a:gd name="GluePoint6Y" fmla="*/ 26 h 102"/>
                    <a:gd name="GluePoint7X" fmla="*/ 35 w 72"/>
                    <a:gd name="GluePoint7Y" fmla="*/ 22 h 102"/>
                    <a:gd name="GluePoint8X" fmla="*/ 40 w 72"/>
                    <a:gd name="GluePoint8Y" fmla="*/ 16 h 102"/>
                    <a:gd name="GluePoint9X" fmla="*/ 43 w 72"/>
                    <a:gd name="GluePoint9Y" fmla="*/ 14 h 102"/>
                    <a:gd name="GluePoint10X" fmla="*/ 44 w 72"/>
                    <a:gd name="GluePoint10Y" fmla="*/ 19 h 102"/>
                    <a:gd name="GluePoint11X" fmla="*/ 43 w 72"/>
                    <a:gd name="GluePoint11Y" fmla="*/ 28 h 102"/>
                    <a:gd name="GluePoint12X" fmla="*/ 36 w 72"/>
                    <a:gd name="GluePoint12Y" fmla="*/ 40 h 102"/>
                    <a:gd name="GluePoint13X" fmla="*/ 37 w 72"/>
                    <a:gd name="GluePoint13Y" fmla="*/ 42 h 102"/>
                    <a:gd name="GluePoint14X" fmla="*/ 44 w 72"/>
                    <a:gd name="GluePoint14Y" fmla="*/ 38 h 102"/>
                    <a:gd name="GluePoint15X" fmla="*/ 56 w 72"/>
                    <a:gd name="GluePoint15Y" fmla="*/ 20 h 102"/>
                    <a:gd name="GluePoint16X" fmla="*/ 49 w 72"/>
                    <a:gd name="GluePoint16Y" fmla="*/ 9 h 102"/>
                    <a:gd name="GluePoint17X" fmla="*/ 28 w 72"/>
                    <a:gd name="GluePoint17Y" fmla="*/ 14 h 102"/>
                    <a:gd name="GluePoint18X" fmla="*/ 20 w 72"/>
                    <a:gd name="GluePoint18Y" fmla="*/ 13 h 102"/>
                    <a:gd name="GluePoint19X" fmla="*/ 22 w 72"/>
                    <a:gd name="GluePoint19Y" fmla="*/ 6 h 102"/>
                    <a:gd name="GluePoint20X" fmla="*/ 50 w 72"/>
                    <a:gd name="GluePoint20Y" fmla="*/ 1 h 102"/>
                    <a:gd name="GluePoint21X" fmla="*/ 68 w 72"/>
                    <a:gd name="GluePoint21Y" fmla="*/ 12 h 102"/>
                    <a:gd name="GluePoint22X" fmla="*/ 67 w 72"/>
                    <a:gd name="GluePoint22Y" fmla="*/ 24 h 102"/>
                    <a:gd name="GluePoint23X" fmla="*/ 49 w 72"/>
                    <a:gd name="GluePoint23Y" fmla="*/ 48 h 102"/>
                    <a:gd name="GluePoint24X" fmla="*/ 42 w 72"/>
                    <a:gd name="GluePoint24Y" fmla="*/ 49 h 102"/>
                    <a:gd name="GluePoint25X" fmla="*/ 37 w 72"/>
                    <a:gd name="GluePoint25Y" fmla="*/ 47 h 102"/>
                    <a:gd name="GluePoint26X" fmla="*/ 35 w 72"/>
                    <a:gd name="GluePoint26Y" fmla="*/ 52 h 102"/>
                    <a:gd name="GluePoint27X" fmla="*/ 41 w 72"/>
                    <a:gd name="GluePoint27Y" fmla="*/ 58 h 102"/>
                    <a:gd name="GluePoint28X" fmla="*/ 48 w 72"/>
                    <a:gd name="GluePoint28Y" fmla="*/ 57 h 102"/>
                    <a:gd name="GluePoint29X" fmla="*/ 53 w 72"/>
                    <a:gd name="GluePoint29Y" fmla="*/ 59 h 102"/>
                    <a:gd name="GluePoint30X" fmla="*/ 53 w 72"/>
                    <a:gd name="GluePoint30Y" fmla="*/ 66 h 102"/>
                    <a:gd name="GluePoint31X" fmla="*/ 48 w 72"/>
                    <a:gd name="GluePoint31Y" fmla="*/ 70 h 102"/>
                    <a:gd name="GluePoint32X" fmla="*/ 37 w 72"/>
                    <a:gd name="GluePoint32Y" fmla="*/ 81 h 102"/>
                    <a:gd name="GluePoint33X" fmla="*/ 45 w 72"/>
                    <a:gd name="GluePoint33Y" fmla="*/ 81 h 102"/>
                    <a:gd name="GluePoint34X" fmla="*/ 57 w 72"/>
                    <a:gd name="GluePoint34Y" fmla="*/ 89 h 102"/>
                    <a:gd name="GluePoint35X" fmla="*/ 51 w 72"/>
                    <a:gd name="GluePoint35Y" fmla="*/ 98 h 102"/>
                    <a:gd name="GluePoint36X" fmla="*/ 26 w 72"/>
                    <a:gd name="GluePoint36Y" fmla="*/ 101 h 102"/>
                    <a:gd name="GluePoint37X" fmla="*/ 17 w 72"/>
                    <a:gd name="GluePoint37Y" fmla="*/ 96 h 102"/>
                    <a:gd name="GluePoint38X" fmla="*/ 15 w 72"/>
                    <a:gd name="GluePoint38Y" fmla="*/ 94 h 102"/>
                    <a:gd name="GluePoint39X" fmla="*/ 19 w 72"/>
                    <a:gd name="GluePoint39Y" fmla="*/ 77 h 102"/>
                    <a:gd name="GluePoint40X" fmla="*/ 27 w 72"/>
                    <a:gd name="GluePoint40Y" fmla="*/ 70 h 102"/>
                    <a:gd name="GluePoint41X" fmla="*/ 27 w 72"/>
                    <a:gd name="GluePoint41Y" fmla="*/ 69 h 102"/>
                    <a:gd name="GluePoint42X" fmla="*/ 21 w 72"/>
                    <a:gd name="GluePoint42Y" fmla="*/ 71 h 102"/>
                    <a:gd name="GluePoint43X" fmla="*/ 9 w 72"/>
                    <a:gd name="GluePoint43Y" fmla="*/ 76 h 102"/>
                    <a:gd name="GluePoint44X" fmla="*/ 3 w 72"/>
                    <a:gd name="GluePoint44Y" fmla="*/ 75 h 102"/>
                    <a:gd name="GluePoint45X" fmla="*/ 4 w 72"/>
                    <a:gd name="GluePoint45Y" fmla="*/ 69 h 102"/>
                    <a:gd name="GluePoint46X" fmla="*/ 26 w 72"/>
                    <a:gd name="GluePoint46Y" fmla="*/ 60 h 102"/>
                    <a:gd name="GluePoint47X" fmla="*/ 28 w 72"/>
                    <a:gd name="GluePoint47Y" fmla="*/ 57 h 102"/>
                    <a:gd name="GluePoint48X" fmla="*/ 29 w 72"/>
                    <a:gd name="GluePoint48Y" fmla="*/ 49 h 102"/>
                    <a:gd name="GluePoint49X" fmla="*/ 34 w 72"/>
                    <a:gd name="GluePoint49Y" fmla="*/ 29 h 102"/>
                    <a:gd name="GluePoint50X" fmla="*/ 33 w 72"/>
                    <a:gd name="GluePoint50Y" fmla="*/ 28 h 102"/>
                    <a:gd name="GluePoint51X" fmla="*/ 26 w 72"/>
                    <a:gd name="GluePoint51Y" fmla="*/ 32 h 102"/>
                    <a:gd name="GluePoint52X" fmla="*/ 23 w 72"/>
                    <a:gd name="GluePoint52Y" fmla="*/ 36 h 102"/>
                    <a:gd name="GluePoint53X" fmla="*/ 26 w 72"/>
                    <a:gd name="GluePoint53Y" fmla="*/ 42 h 102"/>
                    <a:gd name="GluePoint54X" fmla="*/ 31 w 72"/>
                    <a:gd name="GluePoint54Y" fmla="*/ 40 h 102"/>
                    <a:gd name="GluePoint55X" fmla="*/ 34 w 72"/>
                    <a:gd name="GluePoint55Y" fmla="*/ 29 h 10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  <a:cxn ang="0">
                      <a:pos x="GluePoint50X" y="GluePoint50Y"/>
                    </a:cxn>
                    <a:cxn ang="0">
                      <a:pos x="GluePoint51X" y="GluePoint51Y"/>
                    </a:cxn>
                    <a:cxn ang="0">
                      <a:pos x="GluePoint52X" y="GluePoint52Y"/>
                    </a:cxn>
                    <a:cxn ang="0">
                      <a:pos x="GluePoint53X" y="GluePoint53Y"/>
                    </a:cxn>
                    <a:cxn ang="0">
                      <a:pos x="GluePoint54X" y="GluePoint54Y"/>
                    </a:cxn>
                    <a:cxn ang="0">
                      <a:pos x="GluePoint55X" y="GluePoint55Y"/>
                    </a:cxn>
                  </a:cxnLst>
                  <a:rect l="textAreaLeft" t="textAreaTop" r="textAreaRight" b="textAreaBottom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926" name="Freeform 12"/>
                <p:cNvSpPr/>
                <p:nvPr/>
              </p:nvSpPr>
              <p:spPr>
                <a:xfrm>
                  <a:off x="1501920" y="6453360"/>
                  <a:ext cx="69480" cy="174960"/>
                </a:xfrm>
                <a:custGeom>
                  <a:avLst/>
                  <a:gdLst>
                    <a:gd name="textAreaLeft" fmla="*/ 0 w 69480"/>
                    <a:gd name="textAreaRight" fmla="*/ 69840 w 69480"/>
                    <a:gd name="textAreaTop" fmla="*/ 0 h 174960"/>
                    <a:gd name="textAreaBottom" fmla="*/ 175320 h 174960"/>
                    <a:gd name="GluePoint1X" fmla="*/ 30 w 39"/>
                    <a:gd name="GluePoint1Y" fmla="*/ 44 h 98"/>
                    <a:gd name="GluePoint2X" fmla="*/ 36 w 39"/>
                    <a:gd name="GluePoint2Y" fmla="*/ 34 h 98"/>
                    <a:gd name="GluePoint3X" fmla="*/ 37 w 39"/>
                    <a:gd name="GluePoint3Y" fmla="*/ 51 h 98"/>
                    <a:gd name="GluePoint4X" fmla="*/ 25 w 39"/>
                    <a:gd name="GluePoint4Y" fmla="*/ 82 h 98"/>
                    <a:gd name="GluePoint5X" fmla="*/ 21 w 39"/>
                    <a:gd name="GluePoint5Y" fmla="*/ 98 h 98"/>
                    <a:gd name="GluePoint6X" fmla="*/ 13 w 39"/>
                    <a:gd name="GluePoint6Y" fmla="*/ 96 h 98"/>
                    <a:gd name="GluePoint7X" fmla="*/ 5 w 39"/>
                    <a:gd name="GluePoint7Y" fmla="*/ 83 h 98"/>
                    <a:gd name="GluePoint8X" fmla="*/ 11 w 39"/>
                    <a:gd name="GluePoint8Y" fmla="*/ 62 h 98"/>
                    <a:gd name="GluePoint9X" fmla="*/ 9 w 39"/>
                    <a:gd name="GluePoint9Y" fmla="*/ 43 h 98"/>
                    <a:gd name="GluePoint10X" fmla="*/ 12 w 39"/>
                    <a:gd name="GluePoint10Y" fmla="*/ 38 h 98"/>
                    <a:gd name="GluePoint11X" fmla="*/ 18 w 39"/>
                    <a:gd name="GluePoint11Y" fmla="*/ 33 h 98"/>
                    <a:gd name="GluePoint12X" fmla="*/ 23 w 39"/>
                    <a:gd name="GluePoint12Y" fmla="*/ 12 h 98"/>
                    <a:gd name="GluePoint13X" fmla="*/ 11 w 39"/>
                    <a:gd name="GluePoint13Y" fmla="*/ 16 h 98"/>
                    <a:gd name="GluePoint14X" fmla="*/ 2 w 39"/>
                    <a:gd name="GluePoint14Y" fmla="*/ 16 h 98"/>
                    <a:gd name="GluePoint15X" fmla="*/ 0 w 39"/>
                    <a:gd name="GluePoint15Y" fmla="*/ 12 h 98"/>
                    <a:gd name="GluePoint16X" fmla="*/ 3 w 39"/>
                    <a:gd name="GluePoint16Y" fmla="*/ 10 h 98"/>
                    <a:gd name="GluePoint17X" fmla="*/ 16 w 39"/>
                    <a:gd name="GluePoint17Y" fmla="*/ 7 h 98"/>
                    <a:gd name="GluePoint18X" fmla="*/ 26 w 39"/>
                    <a:gd name="GluePoint18Y" fmla="*/ 2 h 98"/>
                    <a:gd name="GluePoint19X" fmla="*/ 32 w 39"/>
                    <a:gd name="GluePoint19Y" fmla="*/ 1 h 98"/>
                    <a:gd name="GluePoint20X" fmla="*/ 35 w 39"/>
                    <a:gd name="GluePoint20Y" fmla="*/ 9 h 98"/>
                    <a:gd name="GluePoint21X" fmla="*/ 34 w 39"/>
                    <a:gd name="GluePoint21Y" fmla="*/ 11 h 98"/>
                    <a:gd name="GluePoint22X" fmla="*/ 27 w 39"/>
                    <a:gd name="GluePoint22Y" fmla="*/ 38 h 98"/>
                    <a:gd name="GluePoint23X" fmla="*/ 28 w 39"/>
                    <a:gd name="GluePoint23Y" fmla="*/ 44 h 98"/>
                    <a:gd name="GluePoint24X" fmla="*/ 30 w 39"/>
                    <a:gd name="GluePoint24Y" fmla="*/ 44 h 9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</a:cxnLst>
                  <a:rect l="textAreaLeft" t="textAreaTop" r="textAreaRight" b="textAreaBottom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1840" rIns="518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</p:grp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页样式8-一段一图-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矩形 6"/>
          <p:cNvSpPr/>
          <p:nvPr/>
        </p:nvSpPr>
        <p:spPr>
          <a:xfrm>
            <a:off x="318600" y="6188040"/>
            <a:ext cx="11549880" cy="6696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80" dir="16200000" dist="38160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928" name="文本框 10"/>
          <p:cNvSpPr/>
          <p:nvPr/>
        </p:nvSpPr>
        <p:spPr>
          <a:xfrm>
            <a:off x="11233080" y="6353280"/>
            <a:ext cx="55044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>
              <a:lnSpc>
                <a:spcPct val="100000"/>
              </a:lnSpc>
            </a:pPr>
            <a:fld id="{F43710F2-F81F-46C3-92AC-D79C73A332A5}" type="slidenum">
              <a:rPr lang="en-US" sz="1600" b="0" u="none" strike="noStrike">
                <a:solidFill>
                  <a:srgbClr val="F2F2F2"/>
                </a:solidFill>
                <a:effectLst/>
                <a:uFillTx/>
                <a:latin typeface="微软雅黑"/>
                <a:ea typeface="微软雅黑"/>
              </a:rPr>
              <a:t>1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29" name="组合 36"/>
          <p:cNvGrpSpPr/>
          <p:nvPr/>
        </p:nvGrpSpPr>
        <p:grpSpPr>
          <a:xfrm>
            <a:off x="587160" y="6381720"/>
            <a:ext cx="2479320" cy="304560"/>
            <a:chOff x="587160" y="6381720"/>
            <a:chExt cx="2479320" cy="304560"/>
          </a:xfrm>
        </p:grpSpPr>
        <p:grpSp>
          <p:nvGrpSpPr>
            <p:cNvPr id="930" name="组合 37"/>
            <p:cNvGrpSpPr/>
            <p:nvPr/>
          </p:nvGrpSpPr>
          <p:grpSpPr>
            <a:xfrm>
              <a:off x="2014200" y="6385320"/>
              <a:ext cx="1052280" cy="298080"/>
              <a:chOff x="2014200" y="6385320"/>
              <a:chExt cx="1052280" cy="298080"/>
            </a:xfrm>
          </p:grpSpPr>
          <p:sp>
            <p:nvSpPr>
              <p:cNvPr id="931" name="Freeform 5"/>
              <p:cNvSpPr/>
              <p:nvPr/>
            </p:nvSpPr>
            <p:spPr>
              <a:xfrm>
                <a:off x="2595600" y="6404040"/>
                <a:ext cx="234720" cy="264960"/>
              </a:xfrm>
              <a:custGeom>
                <a:avLst/>
                <a:gdLst>
                  <a:gd name="textAreaLeft" fmla="*/ 0 w 234720"/>
                  <a:gd name="textAreaRight" fmla="*/ 235080 w 234720"/>
                  <a:gd name="textAreaTop" fmla="*/ 0 h 264960"/>
                  <a:gd name="textAreaBottom" fmla="*/ 265320 h 264960"/>
                  <a:gd name="GluePoint1X" fmla="*/ 41 w 125"/>
                  <a:gd name="GluePoint1Y" fmla="*/ 16 h 142"/>
                  <a:gd name="GluePoint2X" fmla="*/ 49 w 125"/>
                  <a:gd name="GluePoint2Y" fmla="*/ 3 h 142"/>
                  <a:gd name="GluePoint3X" fmla="*/ 62 w 125"/>
                  <a:gd name="GluePoint3Y" fmla="*/ 20 h 142"/>
                  <a:gd name="GluePoint4X" fmla="*/ 64 w 125"/>
                  <a:gd name="GluePoint4Y" fmla="*/ 33 h 142"/>
                  <a:gd name="GluePoint5X" fmla="*/ 50 w 125"/>
                  <a:gd name="GluePoint5Y" fmla="*/ 34 h 142"/>
                  <a:gd name="GluePoint6X" fmla="*/ 58 w 125"/>
                  <a:gd name="GluePoint6Y" fmla="*/ 58 h 142"/>
                  <a:gd name="GluePoint7X" fmla="*/ 75 w 125"/>
                  <a:gd name="GluePoint7Y" fmla="*/ 59 h 142"/>
                  <a:gd name="GluePoint8X" fmla="*/ 71 w 125"/>
                  <a:gd name="GluePoint8Y" fmla="*/ 50 h 142"/>
                  <a:gd name="GluePoint9X" fmla="*/ 81 w 125"/>
                  <a:gd name="GluePoint9Y" fmla="*/ 47 h 142"/>
                  <a:gd name="GluePoint10X" fmla="*/ 65 w 125"/>
                  <a:gd name="GluePoint10Y" fmla="*/ 42 h 142"/>
                  <a:gd name="GluePoint11X" fmla="*/ 63 w 125"/>
                  <a:gd name="GluePoint11Y" fmla="*/ 37 h 142"/>
                  <a:gd name="GluePoint12X" fmla="*/ 85 w 125"/>
                  <a:gd name="GluePoint12Y" fmla="*/ 27 h 142"/>
                  <a:gd name="GluePoint13X" fmla="*/ 93 w 125"/>
                  <a:gd name="GluePoint13Y" fmla="*/ 2 h 142"/>
                  <a:gd name="GluePoint14X" fmla="*/ 99 w 125"/>
                  <a:gd name="GluePoint14Y" fmla="*/ 5 h 142"/>
                  <a:gd name="GluePoint15X" fmla="*/ 111 w 125"/>
                  <a:gd name="GluePoint15Y" fmla="*/ 30 h 142"/>
                  <a:gd name="GluePoint16X" fmla="*/ 102 w 125"/>
                  <a:gd name="GluePoint16Y" fmla="*/ 34 h 142"/>
                  <a:gd name="GluePoint17X" fmla="*/ 95 w 125"/>
                  <a:gd name="GluePoint17Y" fmla="*/ 59 h 142"/>
                  <a:gd name="GluePoint18X" fmla="*/ 123 w 125"/>
                  <a:gd name="GluePoint18Y" fmla="*/ 61 h 142"/>
                  <a:gd name="GluePoint19X" fmla="*/ 110 w 125"/>
                  <a:gd name="GluePoint19Y" fmla="*/ 71 h 142"/>
                  <a:gd name="GluePoint20X" fmla="*/ 104 w 125"/>
                  <a:gd name="GluePoint20Y" fmla="*/ 82 h 142"/>
                  <a:gd name="GluePoint21X" fmla="*/ 112 w 125"/>
                  <a:gd name="GluePoint21Y" fmla="*/ 134 h 142"/>
                  <a:gd name="GluePoint22X" fmla="*/ 102 w 125"/>
                  <a:gd name="GluePoint22Y" fmla="*/ 140 h 142"/>
                  <a:gd name="GluePoint23X" fmla="*/ 89 w 125"/>
                  <a:gd name="GluePoint23Y" fmla="*/ 123 h 142"/>
                  <a:gd name="GluePoint24X" fmla="*/ 101 w 125"/>
                  <a:gd name="GluePoint24Y" fmla="*/ 128 h 142"/>
                  <a:gd name="GluePoint25X" fmla="*/ 101 w 125"/>
                  <a:gd name="GluePoint25Y" fmla="*/ 92 h 142"/>
                  <a:gd name="GluePoint26X" fmla="*/ 97 w 125"/>
                  <a:gd name="GluePoint26Y" fmla="*/ 99 h 142"/>
                  <a:gd name="GluePoint27X" fmla="*/ 90 w 125"/>
                  <a:gd name="GluePoint27Y" fmla="*/ 103 h 142"/>
                  <a:gd name="GluePoint28X" fmla="*/ 86 w 125"/>
                  <a:gd name="GluePoint28Y" fmla="*/ 110 h 142"/>
                  <a:gd name="GluePoint29X" fmla="*/ 81 w 125"/>
                  <a:gd name="GluePoint29Y" fmla="*/ 120 h 142"/>
                  <a:gd name="GluePoint30X" fmla="*/ 88 w 125"/>
                  <a:gd name="GluePoint30Y" fmla="*/ 71 h 142"/>
                  <a:gd name="GluePoint31X" fmla="*/ 60 w 125"/>
                  <a:gd name="GluePoint31Y" fmla="*/ 87 h 142"/>
                  <a:gd name="GluePoint32X" fmla="*/ 53 w 125"/>
                  <a:gd name="GluePoint32Y" fmla="*/ 89 h 142"/>
                  <a:gd name="GluePoint33X" fmla="*/ 51 w 125"/>
                  <a:gd name="GluePoint33Y" fmla="*/ 128 h 142"/>
                  <a:gd name="GluePoint34X" fmla="*/ 43 w 125"/>
                  <a:gd name="GluePoint34Y" fmla="*/ 134 h 142"/>
                  <a:gd name="GluePoint35X" fmla="*/ 39 w 125"/>
                  <a:gd name="GluePoint35Y" fmla="*/ 107 h 142"/>
                  <a:gd name="GluePoint36X" fmla="*/ 33 w 125"/>
                  <a:gd name="GluePoint36Y" fmla="*/ 114 h 142"/>
                  <a:gd name="GluePoint37X" fmla="*/ 17 w 125"/>
                  <a:gd name="GluePoint37Y" fmla="*/ 108 h 142"/>
                  <a:gd name="GluePoint38X" fmla="*/ 5 w 125"/>
                  <a:gd name="GluePoint38Y" fmla="*/ 81 h 142"/>
                  <a:gd name="GluePoint39X" fmla="*/ 34 w 125"/>
                  <a:gd name="GluePoint39Y" fmla="*/ 56 h 142"/>
                  <a:gd name="GluePoint40X" fmla="*/ 38 w 125"/>
                  <a:gd name="GluePoint40Y" fmla="*/ 33 h 142"/>
                  <a:gd name="GluePoint41X" fmla="*/ 22 w 125"/>
                  <a:gd name="GluePoint41Y" fmla="*/ 55 h 142"/>
                  <a:gd name="GluePoint42X" fmla="*/ 14 w 125"/>
                  <a:gd name="GluePoint42Y" fmla="*/ 55 h 142"/>
                  <a:gd name="GluePoint43X" fmla="*/ 11 w 125"/>
                  <a:gd name="GluePoint43Y" fmla="*/ 36 h 142"/>
                  <a:gd name="GluePoint44X" fmla="*/ 32 w 125"/>
                  <a:gd name="GluePoint44Y" fmla="*/ 22 h 142"/>
                  <a:gd name="GluePoint45X" fmla="*/ 28 w 125"/>
                  <a:gd name="GluePoint45Y" fmla="*/ 33 h 1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</a:cxnLst>
                <a:rect l="textAreaLeft" t="textAreaTop" r="textAreaRight" b="textAreaBottom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entury Gothic"/>
                </a:endParaRPr>
              </a:p>
            </p:txBody>
          </p:sp>
          <p:sp>
            <p:nvSpPr>
              <p:cNvPr id="932" name="Freeform 6"/>
              <p:cNvSpPr/>
              <p:nvPr/>
            </p:nvSpPr>
            <p:spPr>
              <a:xfrm>
                <a:off x="2931480" y="6444720"/>
                <a:ext cx="135000" cy="2034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203400"/>
                  <a:gd name="textAreaBottom" fmla="*/ 203760 h 203400"/>
                  <a:gd name="GluePoint1X" fmla="*/ 33 w 72"/>
                  <a:gd name="GluePoint1Y" fmla="*/ 76 h 109"/>
                  <a:gd name="GluePoint2X" fmla="*/ 44 w 72"/>
                  <a:gd name="GluePoint2Y" fmla="*/ 73 h 109"/>
                  <a:gd name="GluePoint3X" fmla="*/ 59 w 72"/>
                  <a:gd name="GluePoint3Y" fmla="*/ 71 h 109"/>
                  <a:gd name="GluePoint4X" fmla="*/ 69 w 72"/>
                  <a:gd name="GluePoint4Y" fmla="*/ 92 h 109"/>
                  <a:gd name="GluePoint5X" fmla="*/ 66 w 72"/>
                  <a:gd name="GluePoint5Y" fmla="*/ 94 h 109"/>
                  <a:gd name="GluePoint6X" fmla="*/ 49 w 72"/>
                  <a:gd name="GluePoint6Y" fmla="*/ 96 h 109"/>
                  <a:gd name="GluePoint7X" fmla="*/ 28 w 72"/>
                  <a:gd name="GluePoint7Y" fmla="*/ 106 h 109"/>
                  <a:gd name="GluePoint8X" fmla="*/ 16 w 72"/>
                  <a:gd name="GluePoint8Y" fmla="*/ 106 h 109"/>
                  <a:gd name="GluePoint9X" fmla="*/ 1 w 72"/>
                  <a:gd name="GluePoint9Y" fmla="*/ 80 h 109"/>
                  <a:gd name="GluePoint10X" fmla="*/ 2 w 72"/>
                  <a:gd name="GluePoint10Y" fmla="*/ 74 h 109"/>
                  <a:gd name="GluePoint11X" fmla="*/ 23 w 72"/>
                  <a:gd name="GluePoint11Y" fmla="*/ 31 h 109"/>
                  <a:gd name="GluePoint12X" fmla="*/ 22 w 72"/>
                  <a:gd name="GluePoint12Y" fmla="*/ 26 h 109"/>
                  <a:gd name="GluePoint13X" fmla="*/ 12 w 72"/>
                  <a:gd name="GluePoint13Y" fmla="*/ 16 h 109"/>
                  <a:gd name="GluePoint14X" fmla="*/ 15 w 72"/>
                  <a:gd name="GluePoint14Y" fmla="*/ 10 h 109"/>
                  <a:gd name="GluePoint15X" fmla="*/ 32 w 72"/>
                  <a:gd name="GluePoint15Y" fmla="*/ 5 h 109"/>
                  <a:gd name="GluePoint16X" fmla="*/ 60 w 72"/>
                  <a:gd name="GluePoint16Y" fmla="*/ 18 h 109"/>
                  <a:gd name="GluePoint17X" fmla="*/ 59 w 72"/>
                  <a:gd name="GluePoint17Y" fmla="*/ 26 h 109"/>
                  <a:gd name="GluePoint18X" fmla="*/ 52 w 72"/>
                  <a:gd name="GluePoint18Y" fmla="*/ 36 h 109"/>
                  <a:gd name="GluePoint19X" fmla="*/ 34 w 72"/>
                  <a:gd name="GluePoint19Y" fmla="*/ 72 h 109"/>
                  <a:gd name="GluePoint20X" fmla="*/ 33 w 72"/>
                  <a:gd name="GluePoint20Y" fmla="*/ 76 h 10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</a:cxnLst>
                <a:rect l="textAreaLeft" t="textAreaTop" r="textAreaRight" b="textAreaBottom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entury Gothic"/>
                </a:endParaRPr>
              </a:p>
            </p:txBody>
          </p:sp>
          <p:grpSp>
            <p:nvGrpSpPr>
              <p:cNvPr id="933" name="组合 55"/>
              <p:cNvGrpSpPr/>
              <p:nvPr/>
            </p:nvGrpSpPr>
            <p:grpSpPr>
              <a:xfrm>
                <a:off x="2014200" y="6385320"/>
                <a:ext cx="240480" cy="298080"/>
                <a:chOff x="2014200" y="6385320"/>
                <a:chExt cx="240480" cy="298080"/>
              </a:xfrm>
            </p:grpSpPr>
            <p:sp>
              <p:nvSpPr>
                <p:cNvPr id="934" name="Freeform 7"/>
                <p:cNvSpPr/>
                <p:nvPr/>
              </p:nvSpPr>
              <p:spPr>
                <a:xfrm>
                  <a:off x="2014200" y="6385320"/>
                  <a:ext cx="240480" cy="195840"/>
                </a:xfrm>
                <a:custGeom>
                  <a:avLst/>
                  <a:gdLst>
                    <a:gd name="textAreaLeft" fmla="*/ 0 w 240480"/>
                    <a:gd name="textAreaRight" fmla="*/ 240840 w 240480"/>
                    <a:gd name="textAreaTop" fmla="*/ 0 h 195840"/>
                    <a:gd name="textAreaBottom" fmla="*/ 196200 h 195840"/>
                    <a:gd name="GluePoint1X" fmla="*/ 101 w 128"/>
                    <a:gd name="GluePoint1Y" fmla="*/ 58 h 105"/>
                    <a:gd name="GluePoint2X" fmla="*/ 74 w 128"/>
                    <a:gd name="GluePoint2Y" fmla="*/ 56 h 105"/>
                    <a:gd name="GluePoint3X" fmla="*/ 68 w 128"/>
                    <a:gd name="GluePoint3Y" fmla="*/ 57 h 105"/>
                    <a:gd name="GluePoint4X" fmla="*/ 51 w 128"/>
                    <a:gd name="GluePoint4Y" fmla="*/ 59 h 105"/>
                    <a:gd name="GluePoint5X" fmla="*/ 36 w 128"/>
                    <a:gd name="GluePoint5Y" fmla="*/ 65 h 105"/>
                    <a:gd name="GluePoint6X" fmla="*/ 28 w 128"/>
                    <a:gd name="GluePoint6Y" fmla="*/ 73 h 105"/>
                    <a:gd name="GluePoint7X" fmla="*/ 16 w 128"/>
                    <a:gd name="GluePoint7Y" fmla="*/ 102 h 105"/>
                    <a:gd name="GluePoint8X" fmla="*/ 13 w 128"/>
                    <a:gd name="GluePoint8Y" fmla="*/ 104 h 105"/>
                    <a:gd name="GluePoint9X" fmla="*/ 1 w 128"/>
                    <a:gd name="GluePoint9Y" fmla="*/ 98 h 105"/>
                    <a:gd name="GluePoint10X" fmla="*/ 0 w 128"/>
                    <a:gd name="GluePoint10Y" fmla="*/ 93 h 105"/>
                    <a:gd name="GluePoint11X" fmla="*/ 15 w 128"/>
                    <a:gd name="GluePoint11Y" fmla="*/ 60 h 105"/>
                    <a:gd name="GluePoint12X" fmla="*/ 16 w 128"/>
                    <a:gd name="GluePoint12Y" fmla="*/ 58 h 105"/>
                    <a:gd name="GluePoint13X" fmla="*/ 20 w 128"/>
                    <a:gd name="GluePoint13Y" fmla="*/ 52 h 105"/>
                    <a:gd name="GluePoint14X" fmla="*/ 32 w 128"/>
                    <a:gd name="GluePoint14Y" fmla="*/ 54 h 105"/>
                    <a:gd name="GluePoint15X" fmla="*/ 39 w 128"/>
                    <a:gd name="GluePoint15Y" fmla="*/ 55 h 105"/>
                    <a:gd name="GluePoint16X" fmla="*/ 72 w 128"/>
                    <a:gd name="GluePoint16Y" fmla="*/ 21 h 105"/>
                    <a:gd name="GluePoint17X" fmla="*/ 74 w 128"/>
                    <a:gd name="GluePoint17Y" fmla="*/ 16 h 105"/>
                    <a:gd name="GluePoint18X" fmla="*/ 74 w 128"/>
                    <a:gd name="GluePoint18Y" fmla="*/ 11 h 105"/>
                    <a:gd name="GluePoint19X" fmla="*/ 71 w 128"/>
                    <a:gd name="GluePoint19Y" fmla="*/ 11 h 105"/>
                    <a:gd name="GluePoint20X" fmla="*/ 68 w 128"/>
                    <a:gd name="GluePoint20Y" fmla="*/ 15 h 105"/>
                    <a:gd name="GluePoint21X" fmla="*/ 68 w 128"/>
                    <a:gd name="GluePoint21Y" fmla="*/ 21 h 105"/>
                    <a:gd name="GluePoint22X" fmla="*/ 59 w 128"/>
                    <a:gd name="GluePoint22Y" fmla="*/ 29 h 105"/>
                    <a:gd name="GluePoint23X" fmla="*/ 53 w 128"/>
                    <a:gd name="GluePoint23Y" fmla="*/ 27 h 105"/>
                    <a:gd name="GluePoint24X" fmla="*/ 47 w 128"/>
                    <a:gd name="GluePoint24Y" fmla="*/ 24 h 105"/>
                    <a:gd name="GluePoint25X" fmla="*/ 47 w 128"/>
                    <a:gd name="GluePoint25Y" fmla="*/ 32 h 105"/>
                    <a:gd name="GluePoint26X" fmla="*/ 47 w 128"/>
                    <a:gd name="GluePoint26Y" fmla="*/ 34 h 105"/>
                    <a:gd name="GluePoint27X" fmla="*/ 43 w 128"/>
                    <a:gd name="GluePoint27Y" fmla="*/ 45 h 105"/>
                    <a:gd name="GluePoint28X" fmla="*/ 31 w 128"/>
                    <a:gd name="GluePoint28Y" fmla="*/ 39 h 105"/>
                    <a:gd name="GluePoint29X" fmla="*/ 29 w 128"/>
                    <a:gd name="GluePoint29Y" fmla="*/ 23 h 105"/>
                    <a:gd name="GluePoint30X" fmla="*/ 33 w 128"/>
                    <a:gd name="GluePoint30Y" fmla="*/ 14 h 105"/>
                    <a:gd name="GluePoint31X" fmla="*/ 36 w 128"/>
                    <a:gd name="GluePoint31Y" fmla="*/ 9 h 105"/>
                    <a:gd name="GluePoint32X" fmla="*/ 42 w 128"/>
                    <a:gd name="GluePoint32Y" fmla="*/ 13 h 105"/>
                    <a:gd name="GluePoint33X" fmla="*/ 44 w 128"/>
                    <a:gd name="GluePoint33Y" fmla="*/ 16 h 105"/>
                    <a:gd name="GluePoint34X" fmla="*/ 57 w 128"/>
                    <a:gd name="GluePoint34Y" fmla="*/ 14 h 105"/>
                    <a:gd name="GluePoint35X" fmla="*/ 62 w 128"/>
                    <a:gd name="GluePoint35Y" fmla="*/ 11 h 105"/>
                    <a:gd name="GluePoint36X" fmla="*/ 84 w 128"/>
                    <a:gd name="GluePoint36Y" fmla="*/ 0 h 105"/>
                    <a:gd name="GluePoint37X" fmla="*/ 96 w 128"/>
                    <a:gd name="GluePoint37Y" fmla="*/ 7 h 105"/>
                    <a:gd name="GluePoint38X" fmla="*/ 96 w 128"/>
                    <a:gd name="GluePoint38Y" fmla="*/ 20 h 105"/>
                    <a:gd name="GluePoint39X" fmla="*/ 83 w 128"/>
                    <a:gd name="GluePoint39Y" fmla="*/ 43 h 105"/>
                    <a:gd name="GluePoint40X" fmla="*/ 94 w 128"/>
                    <a:gd name="GluePoint40Y" fmla="*/ 44 h 105"/>
                    <a:gd name="GluePoint41X" fmla="*/ 122 w 128"/>
                    <a:gd name="GluePoint41Y" fmla="*/ 59 h 105"/>
                    <a:gd name="GluePoint42X" fmla="*/ 120 w 128"/>
                    <a:gd name="GluePoint42Y" fmla="*/ 73 h 105"/>
                    <a:gd name="GluePoint43X" fmla="*/ 98 w 128"/>
                    <a:gd name="GluePoint43Y" fmla="*/ 73 h 105"/>
                    <a:gd name="GluePoint44X" fmla="*/ 97 w 128"/>
                    <a:gd name="GluePoint44Y" fmla="*/ 66 h 105"/>
                    <a:gd name="GluePoint45X" fmla="*/ 101 w 128"/>
                    <a:gd name="GluePoint45Y" fmla="*/ 58 h 10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</a:cxnLst>
                  <a:rect l="textAreaLeft" t="textAreaTop" r="textAreaRight" b="textAreaBottom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935" name="Freeform 8"/>
                <p:cNvSpPr/>
                <p:nvPr/>
              </p:nvSpPr>
              <p:spPr>
                <a:xfrm>
                  <a:off x="2065320" y="6504480"/>
                  <a:ext cx="149760" cy="178920"/>
                </a:xfrm>
                <a:custGeom>
                  <a:avLst/>
                  <a:gdLst>
                    <a:gd name="textAreaLeft" fmla="*/ 0 w 149760"/>
                    <a:gd name="textAreaRight" fmla="*/ 150120 w 149760"/>
                    <a:gd name="textAreaTop" fmla="*/ 0 h 178920"/>
                    <a:gd name="textAreaBottom" fmla="*/ 179280 h 178920"/>
                    <a:gd name="GluePoint1X" fmla="*/ 46 w 80"/>
                    <a:gd name="GluePoint1Y" fmla="*/ 29 h 96"/>
                    <a:gd name="GluePoint2X" fmla="*/ 65 w 80"/>
                    <a:gd name="GluePoint2Y" fmla="*/ 29 h 96"/>
                    <a:gd name="GluePoint3X" fmla="*/ 79 w 80"/>
                    <a:gd name="GluePoint3Y" fmla="*/ 41 h 96"/>
                    <a:gd name="GluePoint4X" fmla="*/ 74 w 80"/>
                    <a:gd name="GluePoint4Y" fmla="*/ 43 h 96"/>
                    <a:gd name="GluePoint5X" fmla="*/ 60 w 80"/>
                    <a:gd name="GluePoint5Y" fmla="*/ 43 h 96"/>
                    <a:gd name="GluePoint6X" fmla="*/ 52 w 80"/>
                    <a:gd name="GluePoint6Y" fmla="*/ 50 h 96"/>
                    <a:gd name="GluePoint7X" fmla="*/ 49 w 80"/>
                    <a:gd name="GluePoint7Y" fmla="*/ 87 h 96"/>
                    <a:gd name="GluePoint8X" fmla="*/ 37 w 80"/>
                    <a:gd name="GluePoint8Y" fmla="*/ 95 h 96"/>
                    <a:gd name="GluePoint9X" fmla="*/ 21 w 80"/>
                    <a:gd name="GluePoint9Y" fmla="*/ 68 h 96"/>
                    <a:gd name="GluePoint10X" fmla="*/ 22 w 80"/>
                    <a:gd name="GluePoint10Y" fmla="*/ 62 h 96"/>
                    <a:gd name="GluePoint11X" fmla="*/ 30 w 80"/>
                    <a:gd name="GluePoint11Y" fmla="*/ 72 h 96"/>
                    <a:gd name="GluePoint12X" fmla="*/ 40 w 80"/>
                    <a:gd name="GluePoint12Y" fmla="*/ 70 h 96"/>
                    <a:gd name="GluePoint13X" fmla="*/ 43 w 80"/>
                    <a:gd name="GluePoint13Y" fmla="*/ 46 h 96"/>
                    <a:gd name="GluePoint14X" fmla="*/ 24 w 80"/>
                    <a:gd name="GluePoint14Y" fmla="*/ 52 h 96"/>
                    <a:gd name="GluePoint15X" fmla="*/ 19 w 80"/>
                    <a:gd name="GluePoint15Y" fmla="*/ 54 h 96"/>
                    <a:gd name="GluePoint16X" fmla="*/ 6 w 80"/>
                    <a:gd name="GluePoint16Y" fmla="*/ 54 h 96"/>
                    <a:gd name="GluePoint17X" fmla="*/ 2 w 80"/>
                    <a:gd name="GluePoint17Y" fmla="*/ 40 h 96"/>
                    <a:gd name="GluePoint18X" fmla="*/ 6 w 80"/>
                    <a:gd name="GluePoint18Y" fmla="*/ 37 h 96"/>
                    <a:gd name="GluePoint19X" fmla="*/ 28 w 80"/>
                    <a:gd name="GluePoint19Y" fmla="*/ 33 h 96"/>
                    <a:gd name="GluePoint20X" fmla="*/ 33 w 80"/>
                    <a:gd name="GluePoint20Y" fmla="*/ 32 h 96"/>
                    <a:gd name="GluePoint21X" fmla="*/ 36 w 80"/>
                    <a:gd name="GluePoint21Y" fmla="*/ 22 h 96"/>
                    <a:gd name="GluePoint22X" fmla="*/ 46 w 80"/>
                    <a:gd name="GluePoint22Y" fmla="*/ 12 h 96"/>
                    <a:gd name="GluePoint23X" fmla="*/ 45 w 80"/>
                    <a:gd name="GluePoint23Y" fmla="*/ 10 h 96"/>
                    <a:gd name="GluePoint24X" fmla="*/ 26 w 80"/>
                    <a:gd name="GluePoint24Y" fmla="*/ 17 h 96"/>
                    <a:gd name="GluePoint25X" fmla="*/ 15 w 80"/>
                    <a:gd name="GluePoint25Y" fmla="*/ 24 h 96"/>
                    <a:gd name="GluePoint26X" fmla="*/ 5 w 80"/>
                    <a:gd name="GluePoint26Y" fmla="*/ 22 h 96"/>
                    <a:gd name="GluePoint27X" fmla="*/ 1 w 80"/>
                    <a:gd name="GluePoint27Y" fmla="*/ 17 h 96"/>
                    <a:gd name="GluePoint28X" fmla="*/ 36 w 80"/>
                    <a:gd name="GluePoint28Y" fmla="*/ 2 h 96"/>
                    <a:gd name="GluePoint29X" fmla="*/ 55 w 80"/>
                    <a:gd name="GluePoint29Y" fmla="*/ 0 h 96"/>
                    <a:gd name="GluePoint30X" fmla="*/ 61 w 80"/>
                    <a:gd name="GluePoint30Y" fmla="*/ 6 h 96"/>
                    <a:gd name="GluePoint31X" fmla="*/ 59 w 80"/>
                    <a:gd name="GluePoint31Y" fmla="*/ 13 h 96"/>
                    <a:gd name="GluePoint32X" fmla="*/ 46 w 80"/>
                    <a:gd name="GluePoint32Y" fmla="*/ 29 h 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</a:cxnLst>
                  <a:rect l="textAreaLeft" t="textAreaTop" r="textAreaRight" b="textAreaBottom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936" name="组合 56"/>
              <p:cNvGrpSpPr/>
              <p:nvPr/>
            </p:nvGrpSpPr>
            <p:grpSpPr>
              <a:xfrm>
                <a:off x="2349720" y="6467040"/>
                <a:ext cx="145440" cy="155520"/>
                <a:chOff x="2349720" y="6467040"/>
                <a:chExt cx="145440" cy="155520"/>
              </a:xfrm>
            </p:grpSpPr>
            <p:sp>
              <p:nvSpPr>
                <p:cNvPr id="937" name="Freeform 15"/>
                <p:cNvSpPr/>
                <p:nvPr/>
              </p:nvSpPr>
              <p:spPr>
                <a:xfrm>
                  <a:off x="2349720" y="6501600"/>
                  <a:ext cx="66960" cy="10764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107640"/>
                    <a:gd name="textAreaBottom" fmla="*/ 108000 h 107640"/>
                    <a:gd name="GluePoint1X" fmla="*/ 16 w 39"/>
                    <a:gd name="GluePoint1Y" fmla="*/ 29 h 58"/>
                    <a:gd name="GluePoint2X" fmla="*/ 27 w 39"/>
                    <a:gd name="GluePoint2Y" fmla="*/ 7 h 58"/>
                    <a:gd name="GluePoint3X" fmla="*/ 31 w 39"/>
                    <a:gd name="GluePoint3Y" fmla="*/ 1 h 58"/>
                    <a:gd name="GluePoint4X" fmla="*/ 34 w 39"/>
                    <a:gd name="GluePoint4Y" fmla="*/ 6 h 58"/>
                    <a:gd name="GluePoint5X" fmla="*/ 35 w 39"/>
                    <a:gd name="GluePoint5Y" fmla="*/ 26 h 58"/>
                    <a:gd name="GluePoint6X" fmla="*/ 20 w 39"/>
                    <a:gd name="GluePoint6Y" fmla="*/ 52 h 58"/>
                    <a:gd name="GluePoint7X" fmla="*/ 9 w 39"/>
                    <a:gd name="GluePoint7Y" fmla="*/ 57 h 58"/>
                    <a:gd name="GluePoint8X" fmla="*/ 1 w 39"/>
                    <a:gd name="GluePoint8Y" fmla="*/ 43 h 58"/>
                    <a:gd name="GluePoint9X" fmla="*/ 4 w 39"/>
                    <a:gd name="GluePoint9Y" fmla="*/ 6 h 58"/>
                    <a:gd name="GluePoint10X" fmla="*/ 8 w 39"/>
                    <a:gd name="GluePoint10Y" fmla="*/ 0 h 58"/>
                    <a:gd name="GluePoint11X" fmla="*/ 15 w 39"/>
                    <a:gd name="GluePoint11Y" fmla="*/ 6 h 58"/>
                    <a:gd name="GluePoint12X" fmla="*/ 14 w 39"/>
                    <a:gd name="GluePoint12Y" fmla="*/ 20 h 58"/>
                    <a:gd name="GluePoint13X" fmla="*/ 14 w 39"/>
                    <a:gd name="GluePoint13Y" fmla="*/ 28 h 58"/>
                    <a:gd name="GluePoint14X" fmla="*/ 16 w 39"/>
                    <a:gd name="GluePoint14Y" fmla="*/ 29 h 5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76320" rIns="7632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938" name="Freeform 16"/>
                <p:cNvSpPr/>
                <p:nvPr/>
              </p:nvSpPr>
              <p:spPr>
                <a:xfrm>
                  <a:off x="2422080" y="6470640"/>
                  <a:ext cx="73080" cy="151920"/>
                </a:xfrm>
                <a:custGeom>
                  <a:avLst/>
                  <a:gdLst>
                    <a:gd name="textAreaLeft" fmla="*/ 0 w 73080"/>
                    <a:gd name="textAreaRight" fmla="*/ 73440 w 73080"/>
                    <a:gd name="textAreaTop" fmla="*/ 0 h 151920"/>
                    <a:gd name="textAreaBottom" fmla="*/ 152280 h 151920"/>
                    <a:gd name="GluePoint1X" fmla="*/ 9 w 47"/>
                    <a:gd name="GluePoint1Y" fmla="*/ 73 h 88"/>
                    <a:gd name="GluePoint2X" fmla="*/ 3 w 47"/>
                    <a:gd name="GluePoint2Y" fmla="*/ 67 h 88"/>
                    <a:gd name="GluePoint3X" fmla="*/ 3 w 47"/>
                    <a:gd name="GluePoint3Y" fmla="*/ 57 h 88"/>
                    <a:gd name="GluePoint4X" fmla="*/ 20 w 47"/>
                    <a:gd name="GluePoint4Y" fmla="*/ 38 h 88"/>
                    <a:gd name="GluePoint5X" fmla="*/ 33 w 47"/>
                    <a:gd name="GluePoint5Y" fmla="*/ 20 h 88"/>
                    <a:gd name="GluePoint6X" fmla="*/ 33 w 47"/>
                    <a:gd name="GluePoint6Y" fmla="*/ 4 h 88"/>
                    <a:gd name="GluePoint7X" fmla="*/ 32 w 47"/>
                    <a:gd name="GluePoint7Y" fmla="*/ 1 h 88"/>
                    <a:gd name="GluePoint8X" fmla="*/ 33 w 47"/>
                    <a:gd name="GluePoint8Y" fmla="*/ 0 h 88"/>
                    <a:gd name="GluePoint9X" fmla="*/ 41 w 47"/>
                    <a:gd name="GluePoint9Y" fmla="*/ 6 h 88"/>
                    <a:gd name="GluePoint10X" fmla="*/ 43 w 47"/>
                    <a:gd name="GluePoint10Y" fmla="*/ 26 h 88"/>
                    <a:gd name="GluePoint11X" fmla="*/ 29 w 47"/>
                    <a:gd name="GluePoint11Y" fmla="*/ 48 h 88"/>
                    <a:gd name="GluePoint12X" fmla="*/ 30 w 47"/>
                    <a:gd name="GluePoint12Y" fmla="*/ 52 h 88"/>
                    <a:gd name="GluePoint13X" fmla="*/ 40 w 47"/>
                    <a:gd name="GluePoint13Y" fmla="*/ 73 h 88"/>
                    <a:gd name="GluePoint14X" fmla="*/ 41 w 47"/>
                    <a:gd name="GluePoint14Y" fmla="*/ 84 h 88"/>
                    <a:gd name="GluePoint15X" fmla="*/ 37 w 47"/>
                    <a:gd name="GluePoint15Y" fmla="*/ 86 h 88"/>
                    <a:gd name="GluePoint16X" fmla="*/ 31 w 47"/>
                    <a:gd name="GluePoint16Y" fmla="*/ 75 h 88"/>
                    <a:gd name="GluePoint17X" fmla="*/ 28 w 47"/>
                    <a:gd name="GluePoint17Y" fmla="*/ 60 h 88"/>
                    <a:gd name="GluePoint18X" fmla="*/ 22 w 47"/>
                    <a:gd name="GluePoint18Y" fmla="*/ 59 h 88"/>
                    <a:gd name="GluePoint19X" fmla="*/ 9 w 47"/>
                    <a:gd name="GluePoint19Y" fmla="*/ 73 h 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</a:cxnLst>
                  <a:rect l="textAreaLeft" t="textAreaTop" r="textAreaRight" b="textAreaBottom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83160" rIns="8316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939" name="Freeform 17"/>
                <p:cNvSpPr/>
                <p:nvPr/>
              </p:nvSpPr>
              <p:spPr>
                <a:xfrm>
                  <a:off x="2387880" y="6467040"/>
                  <a:ext cx="47880" cy="27720"/>
                </a:xfrm>
                <a:custGeom>
                  <a:avLst/>
                  <a:gdLst>
                    <a:gd name="textAreaLeft" fmla="*/ 0 w 47880"/>
                    <a:gd name="textAreaRight" fmla="*/ 48240 w 47880"/>
                    <a:gd name="textAreaTop" fmla="*/ 0 h 27720"/>
                    <a:gd name="textAreaBottom" fmla="*/ 28080 h 27720"/>
                    <a:gd name="GluePoint1X" fmla="*/ 0 w 26"/>
                    <a:gd name="GluePoint1Y" fmla="*/ 0 h 19"/>
                    <a:gd name="GluePoint2X" fmla="*/ 20 w 26"/>
                    <a:gd name="GluePoint2Y" fmla="*/ 1 h 19"/>
                    <a:gd name="GluePoint3X" fmla="*/ 23 w 26"/>
                    <a:gd name="GluePoint3Y" fmla="*/ 12 h 19"/>
                    <a:gd name="GluePoint4X" fmla="*/ 12 w 26"/>
                    <a:gd name="GluePoint4Y" fmla="*/ 18 h 19"/>
                    <a:gd name="GluePoint5X" fmla="*/ 3 w 26"/>
                    <a:gd name="GluePoint5Y" fmla="*/ 11 h 19"/>
                    <a:gd name="GluePoint6X" fmla="*/ 0 w 26"/>
                    <a:gd name="GluePoint6Y" fmla="*/ 0 h 1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4720" tIns="14040" rIns="54720" bIns="140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  <p:grpSp>
          <p:nvGrpSpPr>
            <p:cNvPr id="940" name="组合 38"/>
            <p:cNvGrpSpPr/>
            <p:nvPr/>
          </p:nvGrpSpPr>
          <p:grpSpPr>
            <a:xfrm>
              <a:off x="587160" y="6381720"/>
              <a:ext cx="1100160" cy="304560"/>
              <a:chOff x="587160" y="6381720"/>
              <a:chExt cx="1100160" cy="304560"/>
            </a:xfrm>
          </p:grpSpPr>
          <p:grpSp>
            <p:nvGrpSpPr>
              <p:cNvPr id="941" name="组合 40"/>
              <p:cNvGrpSpPr/>
              <p:nvPr/>
            </p:nvGrpSpPr>
            <p:grpSpPr>
              <a:xfrm>
                <a:off x="1171800" y="6431400"/>
                <a:ext cx="212760" cy="223560"/>
                <a:chOff x="1171800" y="6431400"/>
                <a:chExt cx="212760" cy="223560"/>
              </a:xfrm>
            </p:grpSpPr>
            <p:sp>
              <p:nvSpPr>
                <p:cNvPr id="942" name="Freeform 9"/>
                <p:cNvSpPr/>
                <p:nvPr/>
              </p:nvSpPr>
              <p:spPr>
                <a:xfrm>
                  <a:off x="1171800" y="6447960"/>
                  <a:ext cx="110520" cy="187920"/>
                </a:xfrm>
                <a:custGeom>
                  <a:avLst/>
                  <a:gdLst>
                    <a:gd name="textAreaLeft" fmla="*/ 0 w 110520"/>
                    <a:gd name="textAreaRight" fmla="*/ 110880 w 110520"/>
                    <a:gd name="textAreaTop" fmla="*/ 0 h 187920"/>
                    <a:gd name="textAreaBottom" fmla="*/ 188280 h 187920"/>
                    <a:gd name="GluePoint1X" fmla="*/ 39 w 59"/>
                    <a:gd name="GluePoint1Y" fmla="*/ 78 h 101"/>
                    <a:gd name="GluePoint2X" fmla="*/ 17 w 59"/>
                    <a:gd name="GluePoint2Y" fmla="*/ 94 h 101"/>
                    <a:gd name="GluePoint3X" fmla="*/ 8 w 59"/>
                    <a:gd name="GluePoint3Y" fmla="*/ 94 h 101"/>
                    <a:gd name="GluePoint4X" fmla="*/ 0 w 59"/>
                    <a:gd name="GluePoint4Y" fmla="*/ 79 h 101"/>
                    <a:gd name="GluePoint5X" fmla="*/ 17 w 59"/>
                    <a:gd name="GluePoint5Y" fmla="*/ 73 h 101"/>
                    <a:gd name="GluePoint6X" fmla="*/ 10 w 59"/>
                    <a:gd name="GluePoint6Y" fmla="*/ 68 h 101"/>
                    <a:gd name="GluePoint7X" fmla="*/ 8 w 59"/>
                    <a:gd name="GluePoint7Y" fmla="*/ 60 h 101"/>
                    <a:gd name="GluePoint8X" fmla="*/ 18 w 59"/>
                    <a:gd name="GluePoint8Y" fmla="*/ 23 h 101"/>
                    <a:gd name="GluePoint9X" fmla="*/ 26 w 59"/>
                    <a:gd name="GluePoint9Y" fmla="*/ 17 h 101"/>
                    <a:gd name="GluePoint10X" fmla="*/ 36 w 59"/>
                    <a:gd name="GluePoint10Y" fmla="*/ 26 h 101"/>
                    <a:gd name="GluePoint11X" fmla="*/ 36 w 59"/>
                    <a:gd name="GluePoint11Y" fmla="*/ 27 h 101"/>
                    <a:gd name="GluePoint12X" fmla="*/ 43 w 59"/>
                    <a:gd name="GluePoint12Y" fmla="*/ 40 h 101"/>
                    <a:gd name="GluePoint13X" fmla="*/ 42 w 59"/>
                    <a:gd name="GluePoint13Y" fmla="*/ 12 h 101"/>
                    <a:gd name="GluePoint14X" fmla="*/ 21 w 59"/>
                    <a:gd name="GluePoint14Y" fmla="*/ 5 h 101"/>
                    <a:gd name="GluePoint15X" fmla="*/ 44 w 59"/>
                    <a:gd name="GluePoint15Y" fmla="*/ 1 h 101"/>
                    <a:gd name="GluePoint16X" fmla="*/ 57 w 59"/>
                    <a:gd name="GluePoint16Y" fmla="*/ 17 h 101"/>
                    <a:gd name="GluePoint17X" fmla="*/ 56 w 59"/>
                    <a:gd name="GluePoint17Y" fmla="*/ 48 h 101"/>
                    <a:gd name="GluePoint18X" fmla="*/ 57 w 59"/>
                    <a:gd name="GluePoint18Y" fmla="*/ 55 h 101"/>
                    <a:gd name="GluePoint19X" fmla="*/ 55 w 59"/>
                    <a:gd name="GluePoint19Y" fmla="*/ 64 h 101"/>
                    <a:gd name="GluePoint20X" fmla="*/ 54 w 59"/>
                    <a:gd name="GluePoint20Y" fmla="*/ 71 h 101"/>
                    <a:gd name="GluePoint21X" fmla="*/ 52 w 59"/>
                    <a:gd name="GluePoint21Y" fmla="*/ 95 h 101"/>
                    <a:gd name="GluePoint22X" fmla="*/ 49 w 59"/>
                    <a:gd name="GluePoint22Y" fmla="*/ 101 h 101"/>
                    <a:gd name="GluePoint23X" fmla="*/ 43 w 59"/>
                    <a:gd name="GluePoint23Y" fmla="*/ 98 h 101"/>
                    <a:gd name="GluePoint24X" fmla="*/ 38 w 59"/>
                    <a:gd name="GluePoint24Y" fmla="*/ 86 h 101"/>
                    <a:gd name="GluePoint25X" fmla="*/ 39 w 59"/>
                    <a:gd name="GluePoint25Y" fmla="*/ 78 h 101"/>
                    <a:gd name="GluePoint26X" fmla="*/ 42 w 59"/>
                    <a:gd name="GluePoint26Y" fmla="*/ 47 h 101"/>
                    <a:gd name="GluePoint27X" fmla="*/ 32 w 59"/>
                    <a:gd name="GluePoint27Y" fmla="*/ 44 h 101"/>
                    <a:gd name="GluePoint28X" fmla="*/ 29 w 59"/>
                    <a:gd name="GluePoint28Y" fmla="*/ 64 h 101"/>
                    <a:gd name="GluePoint29X" fmla="*/ 42 w 59"/>
                    <a:gd name="GluePoint29Y" fmla="*/ 47 h 10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</a:cxnLst>
                  <a:rect l="textAreaLeft" t="textAreaTop" r="textAreaRight" b="textAreaBottom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943" name="Freeform 10"/>
                <p:cNvSpPr/>
                <p:nvPr/>
              </p:nvSpPr>
              <p:spPr>
                <a:xfrm>
                  <a:off x="1280880" y="6431400"/>
                  <a:ext cx="103680" cy="223560"/>
                </a:xfrm>
                <a:custGeom>
                  <a:avLst/>
                  <a:gdLst>
                    <a:gd name="textAreaLeft" fmla="*/ 0 w 103680"/>
                    <a:gd name="textAreaRight" fmla="*/ 104040 w 103680"/>
                    <a:gd name="textAreaTop" fmla="*/ 0 h 223560"/>
                    <a:gd name="textAreaBottom" fmla="*/ 223920 h 223560"/>
                    <a:gd name="GluePoint1X" fmla="*/ 11 w 55"/>
                    <a:gd name="GluePoint1Y" fmla="*/ 89 h 120"/>
                    <a:gd name="GluePoint2X" fmla="*/ 10 w 55"/>
                    <a:gd name="GluePoint2Y" fmla="*/ 100 h 120"/>
                    <a:gd name="GluePoint3X" fmla="*/ 6 w 55"/>
                    <a:gd name="GluePoint3Y" fmla="*/ 104 h 120"/>
                    <a:gd name="GluePoint4X" fmla="*/ 1 w 55"/>
                    <a:gd name="GluePoint4Y" fmla="*/ 99 h 120"/>
                    <a:gd name="GluePoint5X" fmla="*/ 3 w 55"/>
                    <a:gd name="GluePoint5Y" fmla="*/ 84 h 120"/>
                    <a:gd name="GluePoint6X" fmla="*/ 14 w 55"/>
                    <a:gd name="GluePoint6Y" fmla="*/ 37 h 120"/>
                    <a:gd name="GluePoint7X" fmla="*/ 22 w 55"/>
                    <a:gd name="GluePoint7Y" fmla="*/ 11 h 120"/>
                    <a:gd name="GluePoint8X" fmla="*/ 26 w 55"/>
                    <a:gd name="GluePoint8Y" fmla="*/ 19 h 120"/>
                    <a:gd name="GluePoint9X" fmla="*/ 20 w 55"/>
                    <a:gd name="GluePoint9Y" fmla="*/ 40 h 120"/>
                    <a:gd name="GluePoint10X" fmla="*/ 27 w 55"/>
                    <a:gd name="GluePoint10Y" fmla="*/ 35 h 120"/>
                    <a:gd name="GluePoint11X" fmla="*/ 35 w 55"/>
                    <a:gd name="GluePoint11Y" fmla="*/ 30 h 120"/>
                    <a:gd name="GluePoint12X" fmla="*/ 33 w 55"/>
                    <a:gd name="GluePoint12Y" fmla="*/ 9 h 120"/>
                    <a:gd name="GluePoint13X" fmla="*/ 28 w 55"/>
                    <a:gd name="GluePoint13Y" fmla="*/ 8 h 120"/>
                    <a:gd name="GluePoint14X" fmla="*/ 19 w 55"/>
                    <a:gd name="GluePoint14Y" fmla="*/ 12 h 120"/>
                    <a:gd name="GluePoint15X" fmla="*/ 12 w 55"/>
                    <a:gd name="GluePoint15Y" fmla="*/ 15 h 120"/>
                    <a:gd name="GluePoint16X" fmla="*/ 9 w 55"/>
                    <a:gd name="GluePoint16Y" fmla="*/ 11 h 120"/>
                    <a:gd name="GluePoint17X" fmla="*/ 11 w 55"/>
                    <a:gd name="GluePoint17Y" fmla="*/ 8 h 120"/>
                    <a:gd name="GluePoint18X" fmla="*/ 31 w 55"/>
                    <a:gd name="GluePoint18Y" fmla="*/ 0 h 120"/>
                    <a:gd name="GluePoint19X" fmla="*/ 45 w 55"/>
                    <a:gd name="GluePoint19Y" fmla="*/ 15 h 120"/>
                    <a:gd name="GluePoint20X" fmla="*/ 44 w 55"/>
                    <a:gd name="GluePoint20Y" fmla="*/ 46 h 120"/>
                    <a:gd name="GluePoint21X" fmla="*/ 48 w 55"/>
                    <a:gd name="GluePoint21Y" fmla="*/ 54 h 120"/>
                    <a:gd name="GluePoint22X" fmla="*/ 48 w 55"/>
                    <a:gd name="GluePoint22Y" fmla="*/ 71 h 120"/>
                    <a:gd name="GluePoint23X" fmla="*/ 44 w 55"/>
                    <a:gd name="GluePoint23Y" fmla="*/ 77 h 120"/>
                    <a:gd name="GluePoint24X" fmla="*/ 44 w 55"/>
                    <a:gd name="GluePoint24Y" fmla="*/ 110 h 120"/>
                    <a:gd name="GluePoint25X" fmla="*/ 44 w 55"/>
                    <a:gd name="GluePoint25Y" fmla="*/ 114 h 120"/>
                    <a:gd name="GluePoint26X" fmla="*/ 41 w 55"/>
                    <a:gd name="GluePoint26Y" fmla="*/ 120 h 120"/>
                    <a:gd name="GluePoint27X" fmla="*/ 32 w 55"/>
                    <a:gd name="GluePoint27Y" fmla="*/ 118 h 120"/>
                    <a:gd name="GluePoint28X" fmla="*/ 13 w 55"/>
                    <a:gd name="GluePoint28Y" fmla="*/ 91 h 120"/>
                    <a:gd name="GluePoint29X" fmla="*/ 12 w 55"/>
                    <a:gd name="GluePoint29Y" fmla="*/ 89 h 120"/>
                    <a:gd name="GluePoint30X" fmla="*/ 11 w 55"/>
                    <a:gd name="GluePoint30Y" fmla="*/ 89 h 120"/>
                    <a:gd name="GluePoint31X" fmla="*/ 24 w 55"/>
                    <a:gd name="GluePoint31Y" fmla="*/ 76 h 120"/>
                    <a:gd name="GluePoint32X" fmla="*/ 23 w 55"/>
                    <a:gd name="GluePoint32Y" fmla="*/ 74 h 120"/>
                    <a:gd name="GluePoint33X" fmla="*/ 27 w 55"/>
                    <a:gd name="GluePoint33Y" fmla="*/ 71 h 120"/>
                    <a:gd name="GluePoint34X" fmla="*/ 33 w 55"/>
                    <a:gd name="GluePoint34Y" fmla="*/ 67 h 120"/>
                    <a:gd name="GluePoint35X" fmla="*/ 32 w 55"/>
                    <a:gd name="GluePoint35Y" fmla="*/ 63 h 120"/>
                    <a:gd name="GluePoint36X" fmla="*/ 22 w 55"/>
                    <a:gd name="GluePoint36Y" fmla="*/ 52 h 120"/>
                    <a:gd name="GluePoint37X" fmla="*/ 18 w 55"/>
                    <a:gd name="GluePoint37Y" fmla="*/ 89 h 120"/>
                    <a:gd name="GluePoint38X" fmla="*/ 33 w 55"/>
                    <a:gd name="GluePoint38Y" fmla="*/ 107 h 120"/>
                    <a:gd name="GluePoint39X" fmla="*/ 35 w 55"/>
                    <a:gd name="GluePoint39Y" fmla="*/ 77 h 120"/>
                    <a:gd name="GluePoint40X" fmla="*/ 31 w 55"/>
                    <a:gd name="GluePoint40Y" fmla="*/ 75 h 120"/>
                    <a:gd name="GluePoint41X" fmla="*/ 24 w 55"/>
                    <a:gd name="GluePoint41Y" fmla="*/ 76 h 12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</a:cxnLst>
                  <a:rect l="textAreaLeft" t="textAreaTop" r="textAreaRight" b="textAreaBottom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944" name="组合 41"/>
              <p:cNvGrpSpPr/>
              <p:nvPr/>
            </p:nvGrpSpPr>
            <p:grpSpPr>
              <a:xfrm>
                <a:off x="587160" y="6381720"/>
                <a:ext cx="241200" cy="304560"/>
                <a:chOff x="587160" y="6381720"/>
                <a:chExt cx="241200" cy="304560"/>
              </a:xfrm>
            </p:grpSpPr>
            <p:sp>
              <p:nvSpPr>
                <p:cNvPr id="945" name="Freeform 13"/>
                <p:cNvSpPr/>
                <p:nvPr/>
              </p:nvSpPr>
              <p:spPr>
                <a:xfrm>
                  <a:off x="587160" y="6381720"/>
                  <a:ext cx="241200" cy="288000"/>
                </a:xfrm>
                <a:custGeom>
                  <a:avLst/>
                  <a:gdLst>
                    <a:gd name="textAreaLeft" fmla="*/ 0 w 241200"/>
                    <a:gd name="textAreaRight" fmla="*/ 241560 w 241200"/>
                    <a:gd name="textAreaTop" fmla="*/ 0 h 288000"/>
                    <a:gd name="textAreaBottom" fmla="*/ 288360 h 288000"/>
                    <a:gd name="GluePoint1X" fmla="*/ 54 w 128"/>
                    <a:gd name="GluePoint1Y" fmla="*/ 76 h 154"/>
                    <a:gd name="GluePoint2X" fmla="*/ 66 w 128"/>
                    <a:gd name="GluePoint2Y" fmla="*/ 53 h 154"/>
                    <a:gd name="GluePoint3X" fmla="*/ 49 w 128"/>
                    <a:gd name="GluePoint3Y" fmla="*/ 47 h 154"/>
                    <a:gd name="GluePoint4X" fmla="*/ 64 w 128"/>
                    <a:gd name="GluePoint4Y" fmla="*/ 44 h 154"/>
                    <a:gd name="GluePoint5X" fmla="*/ 83 w 128"/>
                    <a:gd name="GluePoint5Y" fmla="*/ 6 h 154"/>
                    <a:gd name="GluePoint6X" fmla="*/ 91 w 128"/>
                    <a:gd name="GluePoint6Y" fmla="*/ 11 h 154"/>
                    <a:gd name="GluePoint7X" fmla="*/ 96 w 128"/>
                    <a:gd name="GluePoint7Y" fmla="*/ 36 h 154"/>
                    <a:gd name="GluePoint8X" fmla="*/ 106 w 128"/>
                    <a:gd name="GluePoint8Y" fmla="*/ 41 h 154"/>
                    <a:gd name="GluePoint9X" fmla="*/ 82 w 128"/>
                    <a:gd name="GluePoint9Y" fmla="*/ 50 h 154"/>
                    <a:gd name="GluePoint10X" fmla="*/ 71 w 128"/>
                    <a:gd name="GluePoint10Y" fmla="*/ 65 h 154"/>
                    <a:gd name="GluePoint11X" fmla="*/ 110 w 128"/>
                    <a:gd name="GluePoint11Y" fmla="*/ 74 h 154"/>
                    <a:gd name="GluePoint12X" fmla="*/ 101 w 128"/>
                    <a:gd name="GluePoint12Y" fmla="*/ 87 h 154"/>
                    <a:gd name="GluePoint13X" fmla="*/ 111 w 128"/>
                    <a:gd name="GluePoint13Y" fmla="*/ 98 h 154"/>
                    <a:gd name="GluePoint14X" fmla="*/ 92 w 128"/>
                    <a:gd name="GluePoint14Y" fmla="*/ 104 h 154"/>
                    <a:gd name="GluePoint15X" fmla="*/ 86 w 128"/>
                    <a:gd name="GluePoint15Y" fmla="*/ 116 h 154"/>
                    <a:gd name="GluePoint16X" fmla="*/ 124 w 128"/>
                    <a:gd name="GluePoint16Y" fmla="*/ 112 h 154"/>
                    <a:gd name="GluePoint17X" fmla="*/ 120 w 128"/>
                    <a:gd name="GluePoint17Y" fmla="*/ 122 h 154"/>
                    <a:gd name="GluePoint18X" fmla="*/ 111 w 128"/>
                    <a:gd name="GluePoint18Y" fmla="*/ 144 h 154"/>
                    <a:gd name="GluePoint19X" fmla="*/ 105 w 128"/>
                    <a:gd name="GluePoint19Y" fmla="*/ 153 h 154"/>
                    <a:gd name="GluePoint20X" fmla="*/ 55 w 128"/>
                    <a:gd name="GluePoint20Y" fmla="*/ 129 h 154"/>
                    <a:gd name="GluePoint21X" fmla="*/ 53 w 128"/>
                    <a:gd name="GluePoint21Y" fmla="*/ 121 h 154"/>
                    <a:gd name="GluePoint22X" fmla="*/ 61 w 128"/>
                    <a:gd name="GluePoint22Y" fmla="*/ 125 h 154"/>
                    <a:gd name="GluePoint23X" fmla="*/ 94 w 128"/>
                    <a:gd name="GluePoint23Y" fmla="*/ 140 h 154"/>
                    <a:gd name="GluePoint24X" fmla="*/ 85 w 128"/>
                    <a:gd name="GluePoint24Y" fmla="*/ 127 h 154"/>
                    <a:gd name="GluePoint25X" fmla="*/ 71 w 128"/>
                    <a:gd name="GluePoint25Y" fmla="*/ 108 h 154"/>
                    <a:gd name="GluePoint26X" fmla="*/ 52 w 128"/>
                    <a:gd name="GluePoint26Y" fmla="*/ 113 h 154"/>
                    <a:gd name="GluePoint27X" fmla="*/ 38 w 128"/>
                    <a:gd name="GluePoint27Y" fmla="*/ 97 h 154"/>
                    <a:gd name="GluePoint28X" fmla="*/ 51 w 128"/>
                    <a:gd name="GluePoint28Y" fmla="*/ 97 h 154"/>
                    <a:gd name="GluePoint29X" fmla="*/ 34 w 128"/>
                    <a:gd name="GluePoint29Y" fmla="*/ 93 h 154"/>
                    <a:gd name="GluePoint30X" fmla="*/ 35 w 128"/>
                    <a:gd name="GluePoint30Y" fmla="*/ 105 h 154"/>
                    <a:gd name="GluePoint31X" fmla="*/ 26 w 128"/>
                    <a:gd name="GluePoint31Y" fmla="*/ 154 h 154"/>
                    <a:gd name="GluePoint32X" fmla="*/ 20 w 128"/>
                    <a:gd name="GluePoint32Y" fmla="*/ 118 h 154"/>
                    <a:gd name="GluePoint33X" fmla="*/ 0 w 128"/>
                    <a:gd name="GluePoint33Y" fmla="*/ 103 h 154"/>
                    <a:gd name="GluePoint34X" fmla="*/ 19 w 128"/>
                    <a:gd name="GluePoint34Y" fmla="*/ 72 h 154"/>
                    <a:gd name="GluePoint35X" fmla="*/ 25 w 128"/>
                    <a:gd name="GluePoint35Y" fmla="*/ 51 h 154"/>
                    <a:gd name="GluePoint36X" fmla="*/ 39 w 128"/>
                    <a:gd name="GluePoint36Y" fmla="*/ 14 h 154"/>
                    <a:gd name="GluePoint37X" fmla="*/ 51 w 128"/>
                    <a:gd name="GluePoint37Y" fmla="*/ 24 h 154"/>
                    <a:gd name="GluePoint38X" fmla="*/ 39 w 128"/>
                    <a:gd name="GluePoint38Y" fmla="*/ 44 h 154"/>
                    <a:gd name="GluePoint39X" fmla="*/ 48 w 128"/>
                    <a:gd name="GluePoint39Y" fmla="*/ 73 h 154"/>
                    <a:gd name="GluePoint40X" fmla="*/ 81 w 128"/>
                    <a:gd name="GluePoint40Y" fmla="*/ 90 h 154"/>
                    <a:gd name="GluePoint41X" fmla="*/ 92 w 128"/>
                    <a:gd name="GluePoint41Y" fmla="*/ 71 h 154"/>
                    <a:gd name="GluePoint42X" fmla="*/ 81 w 128"/>
                    <a:gd name="GluePoint42Y" fmla="*/ 80 h 154"/>
                    <a:gd name="GluePoint43X" fmla="*/ 76 w 128"/>
                    <a:gd name="GluePoint43Y" fmla="*/ 73 h 154"/>
                    <a:gd name="GluePoint44X" fmla="*/ 67 w 128"/>
                    <a:gd name="GluePoint44Y" fmla="*/ 79 h 154"/>
                    <a:gd name="GluePoint45X" fmla="*/ 76 w 128"/>
                    <a:gd name="GluePoint45Y" fmla="*/ 73 h 154"/>
                    <a:gd name="GluePoint46X" fmla="*/ 56 w 128"/>
                    <a:gd name="GluePoint46Y" fmla="*/ 88 h 154"/>
                    <a:gd name="GluePoint47X" fmla="*/ 63 w 128"/>
                    <a:gd name="GluePoint47Y" fmla="*/ 81 h 154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</a:cxnLst>
                  <a:rect l="textAreaLeft" t="textAreaTop" r="textAreaRight" b="textAreaBottom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946" name="Freeform 14"/>
                <p:cNvSpPr/>
                <p:nvPr/>
              </p:nvSpPr>
              <p:spPr>
                <a:xfrm>
                  <a:off x="653760" y="6606360"/>
                  <a:ext cx="29520" cy="79920"/>
                </a:xfrm>
                <a:custGeom>
                  <a:avLst/>
                  <a:gdLst>
                    <a:gd name="textAreaLeft" fmla="*/ 0 w 29520"/>
                    <a:gd name="textAreaRight" fmla="*/ 29880 w 29520"/>
                    <a:gd name="textAreaTop" fmla="*/ 0 h 79920"/>
                    <a:gd name="textAreaBottom" fmla="*/ 80280 h 79920"/>
                    <a:gd name="GluePoint1X" fmla="*/ 9 w 16"/>
                    <a:gd name="GluePoint1Y" fmla="*/ 0 h 43"/>
                    <a:gd name="GluePoint2X" fmla="*/ 15 w 16"/>
                    <a:gd name="GluePoint2Y" fmla="*/ 11 h 43"/>
                    <a:gd name="GluePoint3X" fmla="*/ 9 w 16"/>
                    <a:gd name="GluePoint3Y" fmla="*/ 43 h 43"/>
                    <a:gd name="GluePoint4X" fmla="*/ 2 w 16"/>
                    <a:gd name="GluePoint4Y" fmla="*/ 39 h 43"/>
                    <a:gd name="GluePoint5X" fmla="*/ 0 w 16"/>
                    <a:gd name="GluePoint5Y" fmla="*/ 35 h 43"/>
                    <a:gd name="GluePoint6X" fmla="*/ 9 w 16"/>
                    <a:gd name="GluePoint6Y" fmla="*/ 0 h 4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34200" tIns="39960" rIns="34200" bIns="3996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947" name="组合 42"/>
              <p:cNvGrpSpPr/>
              <p:nvPr/>
            </p:nvGrpSpPr>
            <p:grpSpPr>
              <a:xfrm>
                <a:off x="914400" y="6468840"/>
                <a:ext cx="161640" cy="139320"/>
                <a:chOff x="914400" y="6468840"/>
                <a:chExt cx="161640" cy="139320"/>
              </a:xfrm>
            </p:grpSpPr>
            <p:sp>
              <p:nvSpPr>
                <p:cNvPr id="948" name="Freeform 18"/>
                <p:cNvSpPr/>
                <p:nvPr/>
              </p:nvSpPr>
              <p:spPr>
                <a:xfrm>
                  <a:off x="968760" y="6468840"/>
                  <a:ext cx="107280" cy="139320"/>
                </a:xfrm>
                <a:custGeom>
                  <a:avLst/>
                  <a:gdLst>
                    <a:gd name="textAreaLeft" fmla="*/ 0 w 107280"/>
                    <a:gd name="textAreaRight" fmla="*/ 107640 w 107280"/>
                    <a:gd name="textAreaTop" fmla="*/ 0 h 139320"/>
                    <a:gd name="textAreaBottom" fmla="*/ 139680 h 139320"/>
                    <a:gd name="GluePoint1X" fmla="*/ 49 w 57"/>
                    <a:gd name="GluePoint1Y" fmla="*/ 74 h 75"/>
                    <a:gd name="GluePoint2X" fmla="*/ 40 w 57"/>
                    <a:gd name="GluePoint2Y" fmla="*/ 67 h 75"/>
                    <a:gd name="GluePoint3X" fmla="*/ 33 w 57"/>
                    <a:gd name="GluePoint3Y" fmla="*/ 48 h 75"/>
                    <a:gd name="GluePoint4X" fmla="*/ 27 w 57"/>
                    <a:gd name="GluePoint4Y" fmla="*/ 46 h 75"/>
                    <a:gd name="GluePoint5X" fmla="*/ 11 w 57"/>
                    <a:gd name="GluePoint5Y" fmla="*/ 60 h 75"/>
                    <a:gd name="GluePoint6X" fmla="*/ 5 w 57"/>
                    <a:gd name="GluePoint6Y" fmla="*/ 60 h 75"/>
                    <a:gd name="GluePoint7X" fmla="*/ 6 w 57"/>
                    <a:gd name="GluePoint7Y" fmla="*/ 46 h 75"/>
                    <a:gd name="GluePoint8X" fmla="*/ 27 w 57"/>
                    <a:gd name="GluePoint8Y" fmla="*/ 26 h 75"/>
                    <a:gd name="GluePoint9X" fmla="*/ 40 w 57"/>
                    <a:gd name="GluePoint9Y" fmla="*/ 10 h 75"/>
                    <a:gd name="GluePoint10X" fmla="*/ 41 w 57"/>
                    <a:gd name="GluePoint10Y" fmla="*/ 6 h 75"/>
                    <a:gd name="GluePoint11X" fmla="*/ 45 w 57"/>
                    <a:gd name="GluePoint11Y" fmla="*/ 0 h 75"/>
                    <a:gd name="GluePoint12X" fmla="*/ 53 w 57"/>
                    <a:gd name="GluePoint12Y" fmla="*/ 3 h 75"/>
                    <a:gd name="GluePoint13X" fmla="*/ 53 w 57"/>
                    <a:gd name="GluePoint13Y" fmla="*/ 20 h 75"/>
                    <a:gd name="GluePoint14X" fmla="*/ 37 w 57"/>
                    <a:gd name="GluePoint14Y" fmla="*/ 38 h 75"/>
                    <a:gd name="GluePoint15X" fmla="*/ 49 w 57"/>
                    <a:gd name="GluePoint15Y" fmla="*/ 74 h 7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949" name="Freeform 19"/>
                <p:cNvSpPr/>
                <p:nvPr/>
              </p:nvSpPr>
              <p:spPr>
                <a:xfrm>
                  <a:off x="914400" y="6503760"/>
                  <a:ext cx="54000" cy="102960"/>
                </a:xfrm>
                <a:custGeom>
                  <a:avLst/>
                  <a:gdLst>
                    <a:gd name="textAreaLeft" fmla="*/ 0 w 54000"/>
                    <a:gd name="textAreaRight" fmla="*/ 54360 w 54000"/>
                    <a:gd name="textAreaTop" fmla="*/ 0 h 102960"/>
                    <a:gd name="textAreaBottom" fmla="*/ 103320 h 102960"/>
                    <a:gd name="GluePoint1X" fmla="*/ 12 w 29"/>
                    <a:gd name="GluePoint1Y" fmla="*/ 30 h 55"/>
                    <a:gd name="GluePoint2X" fmla="*/ 20 w 29"/>
                    <a:gd name="GluePoint2Y" fmla="*/ 7 h 55"/>
                    <a:gd name="GluePoint3X" fmla="*/ 25 w 29"/>
                    <a:gd name="GluePoint3Y" fmla="*/ 1 h 55"/>
                    <a:gd name="GluePoint4X" fmla="*/ 26 w 29"/>
                    <a:gd name="GluePoint4Y" fmla="*/ 9 h 55"/>
                    <a:gd name="GluePoint5X" fmla="*/ 16 w 29"/>
                    <a:gd name="GluePoint5Y" fmla="*/ 39 h 55"/>
                    <a:gd name="GluePoint6X" fmla="*/ 13 w 29"/>
                    <a:gd name="GluePoint6Y" fmla="*/ 52 h 55"/>
                    <a:gd name="GluePoint7X" fmla="*/ 7 w 29"/>
                    <a:gd name="GluePoint7Y" fmla="*/ 54 h 55"/>
                    <a:gd name="GluePoint8X" fmla="*/ 2 w 29"/>
                    <a:gd name="GluePoint8Y" fmla="*/ 41 h 55"/>
                    <a:gd name="GluePoint9X" fmla="*/ 3 w 29"/>
                    <a:gd name="GluePoint9Y" fmla="*/ 32 h 55"/>
                    <a:gd name="GluePoint10X" fmla="*/ 2 w 29"/>
                    <a:gd name="GluePoint10Y" fmla="*/ 6 h 55"/>
                    <a:gd name="GluePoint11X" fmla="*/ 6 w 29"/>
                    <a:gd name="GluePoint11Y" fmla="*/ 5 h 55"/>
                    <a:gd name="GluePoint12X" fmla="*/ 10 w 29"/>
                    <a:gd name="GluePoint12Y" fmla="*/ 14 h 55"/>
                    <a:gd name="GluePoint13X" fmla="*/ 11 w 29"/>
                    <a:gd name="GluePoint13Y" fmla="*/ 30 h 55"/>
                    <a:gd name="GluePoint14X" fmla="*/ 12 w 29"/>
                    <a:gd name="GluePoint14Y" fmla="*/ 30 h 5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61920" rIns="6192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950" name="Freeform 20"/>
                <p:cNvSpPr/>
                <p:nvPr/>
              </p:nvSpPr>
              <p:spPr>
                <a:xfrm>
                  <a:off x="946440" y="6470280"/>
                  <a:ext cx="50040" cy="31680"/>
                </a:xfrm>
                <a:custGeom>
                  <a:avLst/>
                  <a:gdLst>
                    <a:gd name="textAreaLeft" fmla="*/ 0 w 50040"/>
                    <a:gd name="textAreaRight" fmla="*/ 50400 w 50040"/>
                    <a:gd name="textAreaTop" fmla="*/ 0 h 31680"/>
                    <a:gd name="textAreaBottom" fmla="*/ 32040 h 31680"/>
                    <a:gd name="GluePoint1X" fmla="*/ 27 w 27"/>
                    <a:gd name="GluePoint1Y" fmla="*/ 1 h 17"/>
                    <a:gd name="GluePoint2X" fmla="*/ 16 w 27"/>
                    <a:gd name="GluePoint2Y" fmla="*/ 14 h 17"/>
                    <a:gd name="GluePoint3X" fmla="*/ 5 w 27"/>
                    <a:gd name="GluePoint3Y" fmla="*/ 13 h 17"/>
                    <a:gd name="GluePoint4X" fmla="*/ 0 w 27"/>
                    <a:gd name="GluePoint4Y" fmla="*/ 4 h 17"/>
                    <a:gd name="GluePoint5X" fmla="*/ 9 w 27"/>
                    <a:gd name="GluePoint5Y" fmla="*/ 2 h 17"/>
                    <a:gd name="GluePoint6X" fmla="*/ 27 w 27"/>
                    <a:gd name="GluePoint6Y" fmla="*/ 0 h 17"/>
                    <a:gd name="GluePoint7X" fmla="*/ 27 w 27"/>
                    <a:gd name="GluePoint7Y" fmla="*/ 1 h 1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</a:cxnLst>
                  <a:rect l="textAreaLeft" t="textAreaTop" r="textAreaRight" b="textAreaBottom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7240" tIns="15840" rIns="57240" bIns="158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951" name="组合 43"/>
              <p:cNvGrpSpPr/>
              <p:nvPr/>
            </p:nvGrpSpPr>
            <p:grpSpPr>
              <a:xfrm>
                <a:off x="1501920" y="6443640"/>
                <a:ext cx="185400" cy="184680"/>
                <a:chOff x="1501920" y="6443640"/>
                <a:chExt cx="185400" cy="184680"/>
              </a:xfrm>
            </p:grpSpPr>
            <p:sp>
              <p:nvSpPr>
                <p:cNvPr id="952" name="Freeform 11"/>
                <p:cNvSpPr/>
                <p:nvPr/>
              </p:nvSpPr>
              <p:spPr>
                <a:xfrm>
                  <a:off x="1557720" y="6443640"/>
                  <a:ext cx="129600" cy="181440"/>
                </a:xfrm>
                <a:custGeom>
                  <a:avLst/>
                  <a:gdLst>
                    <a:gd name="textAreaLeft" fmla="*/ 0 w 129600"/>
                    <a:gd name="textAreaRight" fmla="*/ 129960 w 129600"/>
                    <a:gd name="textAreaTop" fmla="*/ 0 h 181440"/>
                    <a:gd name="textAreaBottom" fmla="*/ 181800 h 181440"/>
                    <a:gd name="GluePoint1X" fmla="*/ 29 w 72"/>
                    <a:gd name="GluePoint1Y" fmla="*/ 49 h 102"/>
                    <a:gd name="GluePoint2X" fmla="*/ 15 w 72"/>
                    <a:gd name="GluePoint2Y" fmla="*/ 43 h 102"/>
                    <a:gd name="GluePoint3X" fmla="*/ 10 w 72"/>
                    <a:gd name="GluePoint3Y" fmla="*/ 21 h 102"/>
                    <a:gd name="GluePoint4X" fmla="*/ 13 w 72"/>
                    <a:gd name="GluePoint4Y" fmla="*/ 15 h 102"/>
                    <a:gd name="GluePoint5X" fmla="*/ 19 w 72"/>
                    <a:gd name="GluePoint5Y" fmla="*/ 18 h 102"/>
                    <a:gd name="GluePoint6X" fmla="*/ 20 w 72"/>
                    <a:gd name="GluePoint6Y" fmla="*/ 26 h 102"/>
                    <a:gd name="GluePoint7X" fmla="*/ 35 w 72"/>
                    <a:gd name="GluePoint7Y" fmla="*/ 22 h 102"/>
                    <a:gd name="GluePoint8X" fmla="*/ 40 w 72"/>
                    <a:gd name="GluePoint8Y" fmla="*/ 16 h 102"/>
                    <a:gd name="GluePoint9X" fmla="*/ 43 w 72"/>
                    <a:gd name="GluePoint9Y" fmla="*/ 14 h 102"/>
                    <a:gd name="GluePoint10X" fmla="*/ 44 w 72"/>
                    <a:gd name="GluePoint10Y" fmla="*/ 19 h 102"/>
                    <a:gd name="GluePoint11X" fmla="*/ 43 w 72"/>
                    <a:gd name="GluePoint11Y" fmla="*/ 28 h 102"/>
                    <a:gd name="GluePoint12X" fmla="*/ 36 w 72"/>
                    <a:gd name="GluePoint12Y" fmla="*/ 40 h 102"/>
                    <a:gd name="GluePoint13X" fmla="*/ 37 w 72"/>
                    <a:gd name="GluePoint13Y" fmla="*/ 42 h 102"/>
                    <a:gd name="GluePoint14X" fmla="*/ 44 w 72"/>
                    <a:gd name="GluePoint14Y" fmla="*/ 38 h 102"/>
                    <a:gd name="GluePoint15X" fmla="*/ 56 w 72"/>
                    <a:gd name="GluePoint15Y" fmla="*/ 20 h 102"/>
                    <a:gd name="GluePoint16X" fmla="*/ 49 w 72"/>
                    <a:gd name="GluePoint16Y" fmla="*/ 9 h 102"/>
                    <a:gd name="GluePoint17X" fmla="*/ 28 w 72"/>
                    <a:gd name="GluePoint17Y" fmla="*/ 14 h 102"/>
                    <a:gd name="GluePoint18X" fmla="*/ 20 w 72"/>
                    <a:gd name="GluePoint18Y" fmla="*/ 13 h 102"/>
                    <a:gd name="GluePoint19X" fmla="*/ 22 w 72"/>
                    <a:gd name="GluePoint19Y" fmla="*/ 6 h 102"/>
                    <a:gd name="GluePoint20X" fmla="*/ 50 w 72"/>
                    <a:gd name="GluePoint20Y" fmla="*/ 1 h 102"/>
                    <a:gd name="GluePoint21X" fmla="*/ 68 w 72"/>
                    <a:gd name="GluePoint21Y" fmla="*/ 12 h 102"/>
                    <a:gd name="GluePoint22X" fmla="*/ 67 w 72"/>
                    <a:gd name="GluePoint22Y" fmla="*/ 24 h 102"/>
                    <a:gd name="GluePoint23X" fmla="*/ 49 w 72"/>
                    <a:gd name="GluePoint23Y" fmla="*/ 48 h 102"/>
                    <a:gd name="GluePoint24X" fmla="*/ 42 w 72"/>
                    <a:gd name="GluePoint24Y" fmla="*/ 49 h 102"/>
                    <a:gd name="GluePoint25X" fmla="*/ 37 w 72"/>
                    <a:gd name="GluePoint25Y" fmla="*/ 47 h 102"/>
                    <a:gd name="GluePoint26X" fmla="*/ 35 w 72"/>
                    <a:gd name="GluePoint26Y" fmla="*/ 52 h 102"/>
                    <a:gd name="GluePoint27X" fmla="*/ 41 w 72"/>
                    <a:gd name="GluePoint27Y" fmla="*/ 58 h 102"/>
                    <a:gd name="GluePoint28X" fmla="*/ 48 w 72"/>
                    <a:gd name="GluePoint28Y" fmla="*/ 57 h 102"/>
                    <a:gd name="GluePoint29X" fmla="*/ 53 w 72"/>
                    <a:gd name="GluePoint29Y" fmla="*/ 59 h 102"/>
                    <a:gd name="GluePoint30X" fmla="*/ 53 w 72"/>
                    <a:gd name="GluePoint30Y" fmla="*/ 66 h 102"/>
                    <a:gd name="GluePoint31X" fmla="*/ 48 w 72"/>
                    <a:gd name="GluePoint31Y" fmla="*/ 70 h 102"/>
                    <a:gd name="GluePoint32X" fmla="*/ 37 w 72"/>
                    <a:gd name="GluePoint32Y" fmla="*/ 81 h 102"/>
                    <a:gd name="GluePoint33X" fmla="*/ 45 w 72"/>
                    <a:gd name="GluePoint33Y" fmla="*/ 81 h 102"/>
                    <a:gd name="GluePoint34X" fmla="*/ 57 w 72"/>
                    <a:gd name="GluePoint34Y" fmla="*/ 89 h 102"/>
                    <a:gd name="GluePoint35X" fmla="*/ 51 w 72"/>
                    <a:gd name="GluePoint35Y" fmla="*/ 98 h 102"/>
                    <a:gd name="GluePoint36X" fmla="*/ 26 w 72"/>
                    <a:gd name="GluePoint36Y" fmla="*/ 101 h 102"/>
                    <a:gd name="GluePoint37X" fmla="*/ 17 w 72"/>
                    <a:gd name="GluePoint37Y" fmla="*/ 96 h 102"/>
                    <a:gd name="GluePoint38X" fmla="*/ 15 w 72"/>
                    <a:gd name="GluePoint38Y" fmla="*/ 94 h 102"/>
                    <a:gd name="GluePoint39X" fmla="*/ 19 w 72"/>
                    <a:gd name="GluePoint39Y" fmla="*/ 77 h 102"/>
                    <a:gd name="GluePoint40X" fmla="*/ 27 w 72"/>
                    <a:gd name="GluePoint40Y" fmla="*/ 70 h 102"/>
                    <a:gd name="GluePoint41X" fmla="*/ 27 w 72"/>
                    <a:gd name="GluePoint41Y" fmla="*/ 69 h 102"/>
                    <a:gd name="GluePoint42X" fmla="*/ 21 w 72"/>
                    <a:gd name="GluePoint42Y" fmla="*/ 71 h 102"/>
                    <a:gd name="GluePoint43X" fmla="*/ 9 w 72"/>
                    <a:gd name="GluePoint43Y" fmla="*/ 76 h 102"/>
                    <a:gd name="GluePoint44X" fmla="*/ 3 w 72"/>
                    <a:gd name="GluePoint44Y" fmla="*/ 75 h 102"/>
                    <a:gd name="GluePoint45X" fmla="*/ 4 w 72"/>
                    <a:gd name="GluePoint45Y" fmla="*/ 69 h 102"/>
                    <a:gd name="GluePoint46X" fmla="*/ 26 w 72"/>
                    <a:gd name="GluePoint46Y" fmla="*/ 60 h 102"/>
                    <a:gd name="GluePoint47X" fmla="*/ 28 w 72"/>
                    <a:gd name="GluePoint47Y" fmla="*/ 57 h 102"/>
                    <a:gd name="GluePoint48X" fmla="*/ 29 w 72"/>
                    <a:gd name="GluePoint48Y" fmla="*/ 49 h 102"/>
                    <a:gd name="GluePoint49X" fmla="*/ 34 w 72"/>
                    <a:gd name="GluePoint49Y" fmla="*/ 29 h 102"/>
                    <a:gd name="GluePoint50X" fmla="*/ 33 w 72"/>
                    <a:gd name="GluePoint50Y" fmla="*/ 28 h 102"/>
                    <a:gd name="GluePoint51X" fmla="*/ 26 w 72"/>
                    <a:gd name="GluePoint51Y" fmla="*/ 32 h 102"/>
                    <a:gd name="GluePoint52X" fmla="*/ 23 w 72"/>
                    <a:gd name="GluePoint52Y" fmla="*/ 36 h 102"/>
                    <a:gd name="GluePoint53X" fmla="*/ 26 w 72"/>
                    <a:gd name="GluePoint53Y" fmla="*/ 42 h 102"/>
                    <a:gd name="GluePoint54X" fmla="*/ 31 w 72"/>
                    <a:gd name="GluePoint54Y" fmla="*/ 40 h 102"/>
                    <a:gd name="GluePoint55X" fmla="*/ 34 w 72"/>
                    <a:gd name="GluePoint55Y" fmla="*/ 29 h 10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  <a:cxn ang="0">
                      <a:pos x="GluePoint50X" y="GluePoint50Y"/>
                    </a:cxn>
                    <a:cxn ang="0">
                      <a:pos x="GluePoint51X" y="GluePoint51Y"/>
                    </a:cxn>
                    <a:cxn ang="0">
                      <a:pos x="GluePoint52X" y="GluePoint52Y"/>
                    </a:cxn>
                    <a:cxn ang="0">
                      <a:pos x="GluePoint53X" y="GluePoint53Y"/>
                    </a:cxn>
                    <a:cxn ang="0">
                      <a:pos x="GluePoint54X" y="GluePoint54Y"/>
                    </a:cxn>
                    <a:cxn ang="0">
                      <a:pos x="GluePoint55X" y="GluePoint55Y"/>
                    </a:cxn>
                  </a:cxnLst>
                  <a:rect l="textAreaLeft" t="textAreaTop" r="textAreaRight" b="textAreaBottom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953" name="Freeform 12"/>
                <p:cNvSpPr/>
                <p:nvPr/>
              </p:nvSpPr>
              <p:spPr>
                <a:xfrm>
                  <a:off x="1501920" y="6453360"/>
                  <a:ext cx="69480" cy="174960"/>
                </a:xfrm>
                <a:custGeom>
                  <a:avLst/>
                  <a:gdLst>
                    <a:gd name="textAreaLeft" fmla="*/ 0 w 69480"/>
                    <a:gd name="textAreaRight" fmla="*/ 69840 w 69480"/>
                    <a:gd name="textAreaTop" fmla="*/ 0 h 174960"/>
                    <a:gd name="textAreaBottom" fmla="*/ 175320 h 174960"/>
                    <a:gd name="GluePoint1X" fmla="*/ 30 w 39"/>
                    <a:gd name="GluePoint1Y" fmla="*/ 44 h 98"/>
                    <a:gd name="GluePoint2X" fmla="*/ 36 w 39"/>
                    <a:gd name="GluePoint2Y" fmla="*/ 34 h 98"/>
                    <a:gd name="GluePoint3X" fmla="*/ 37 w 39"/>
                    <a:gd name="GluePoint3Y" fmla="*/ 51 h 98"/>
                    <a:gd name="GluePoint4X" fmla="*/ 25 w 39"/>
                    <a:gd name="GluePoint4Y" fmla="*/ 82 h 98"/>
                    <a:gd name="GluePoint5X" fmla="*/ 21 w 39"/>
                    <a:gd name="GluePoint5Y" fmla="*/ 98 h 98"/>
                    <a:gd name="GluePoint6X" fmla="*/ 13 w 39"/>
                    <a:gd name="GluePoint6Y" fmla="*/ 96 h 98"/>
                    <a:gd name="GluePoint7X" fmla="*/ 5 w 39"/>
                    <a:gd name="GluePoint7Y" fmla="*/ 83 h 98"/>
                    <a:gd name="GluePoint8X" fmla="*/ 11 w 39"/>
                    <a:gd name="GluePoint8Y" fmla="*/ 62 h 98"/>
                    <a:gd name="GluePoint9X" fmla="*/ 9 w 39"/>
                    <a:gd name="GluePoint9Y" fmla="*/ 43 h 98"/>
                    <a:gd name="GluePoint10X" fmla="*/ 12 w 39"/>
                    <a:gd name="GluePoint10Y" fmla="*/ 38 h 98"/>
                    <a:gd name="GluePoint11X" fmla="*/ 18 w 39"/>
                    <a:gd name="GluePoint11Y" fmla="*/ 33 h 98"/>
                    <a:gd name="GluePoint12X" fmla="*/ 23 w 39"/>
                    <a:gd name="GluePoint12Y" fmla="*/ 12 h 98"/>
                    <a:gd name="GluePoint13X" fmla="*/ 11 w 39"/>
                    <a:gd name="GluePoint13Y" fmla="*/ 16 h 98"/>
                    <a:gd name="GluePoint14X" fmla="*/ 2 w 39"/>
                    <a:gd name="GluePoint14Y" fmla="*/ 16 h 98"/>
                    <a:gd name="GluePoint15X" fmla="*/ 0 w 39"/>
                    <a:gd name="GluePoint15Y" fmla="*/ 12 h 98"/>
                    <a:gd name="GluePoint16X" fmla="*/ 3 w 39"/>
                    <a:gd name="GluePoint16Y" fmla="*/ 10 h 98"/>
                    <a:gd name="GluePoint17X" fmla="*/ 16 w 39"/>
                    <a:gd name="GluePoint17Y" fmla="*/ 7 h 98"/>
                    <a:gd name="GluePoint18X" fmla="*/ 26 w 39"/>
                    <a:gd name="GluePoint18Y" fmla="*/ 2 h 98"/>
                    <a:gd name="GluePoint19X" fmla="*/ 32 w 39"/>
                    <a:gd name="GluePoint19Y" fmla="*/ 1 h 98"/>
                    <a:gd name="GluePoint20X" fmla="*/ 35 w 39"/>
                    <a:gd name="GluePoint20Y" fmla="*/ 9 h 98"/>
                    <a:gd name="GluePoint21X" fmla="*/ 34 w 39"/>
                    <a:gd name="GluePoint21Y" fmla="*/ 11 h 98"/>
                    <a:gd name="GluePoint22X" fmla="*/ 27 w 39"/>
                    <a:gd name="GluePoint22Y" fmla="*/ 38 h 98"/>
                    <a:gd name="GluePoint23X" fmla="*/ 28 w 39"/>
                    <a:gd name="GluePoint23Y" fmla="*/ 44 h 98"/>
                    <a:gd name="GluePoint24X" fmla="*/ 30 w 39"/>
                    <a:gd name="GluePoint24Y" fmla="*/ 44 h 9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</a:cxnLst>
                  <a:rect l="textAreaLeft" t="textAreaTop" r="textAreaRight" b="textAreaBottom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1840" rIns="518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</p:grpSp>
      <p:sp>
        <p:nvSpPr>
          <p:cNvPr id="954" name="PlaceHolder 1"/>
          <p:cNvSpPr>
            <a:spLocks noGrp="1"/>
          </p:cNvSpPr>
          <p:nvPr>
            <p:ph type="title"/>
          </p:nvPr>
        </p:nvSpPr>
        <p:spPr>
          <a:xfrm>
            <a:off x="1767600" y="3019680"/>
            <a:ext cx="8643600" cy="69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spAutoFit/>
          </a:bodyPr>
          <a:lstStyle>
            <a:lvl1pPr indent="0" algn="ctr">
              <a:lnSpc>
                <a:spcPct val="90000"/>
              </a:lnSpc>
              <a:buNone/>
              <a:defRPr lang="zh-CN" sz="4400" b="1" u="none" strike="noStrike">
                <a:solidFill>
                  <a:srgbClr val="006C39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ctr">
              <a:lnSpc>
                <a:spcPct val="90000"/>
              </a:lnSpc>
              <a:buNone/>
            </a:pPr>
            <a:r>
              <a:rPr lang="zh-CN" sz="4400" b="1" u="none" strike="noStrike">
                <a:solidFill>
                  <a:srgbClr val="006C39"/>
                </a:solidFill>
                <a:effectLst/>
                <a:uFillTx/>
                <a:latin typeface="微软雅黑"/>
                <a:ea typeface="微软雅黑"/>
              </a:rPr>
              <a:t>单击此处编辑母版标题样式</a:t>
            </a:r>
            <a:endParaRPr lang="en-US" sz="4400" b="1" u="none" strike="noStrike">
              <a:solidFill>
                <a:srgbClr val="006C39"/>
              </a:solidFill>
              <a:effectLst/>
              <a:uFillTx/>
              <a:latin typeface="微软雅黑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页样式４-一段一图-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矩形 23"/>
          <p:cNvSpPr/>
          <p:nvPr/>
        </p:nvSpPr>
        <p:spPr>
          <a:xfrm>
            <a:off x="11155320" y="6188040"/>
            <a:ext cx="712800" cy="66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661" name="矩形 4"/>
          <p:cNvSpPr/>
          <p:nvPr/>
        </p:nvSpPr>
        <p:spPr>
          <a:xfrm>
            <a:off x="318600" y="6188040"/>
            <a:ext cx="10843920" cy="66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662" name="文本框 5"/>
          <p:cNvSpPr/>
          <p:nvPr/>
        </p:nvSpPr>
        <p:spPr>
          <a:xfrm>
            <a:off x="11236680" y="6351120"/>
            <a:ext cx="55044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>
              <a:lnSpc>
                <a:spcPct val="100000"/>
              </a:lnSpc>
            </a:pPr>
            <a:fld id="{C53397BD-B748-4961-A4E8-12D484918E7E}" type="slidenum">
              <a:rPr lang="en-US" sz="1600" b="0" u="none" strike="noStrike">
                <a:solidFill>
                  <a:srgbClr val="F2F2F2"/>
                </a:solidFill>
                <a:effectLst/>
                <a:uFillTx/>
                <a:latin typeface="微软雅黑"/>
                <a:ea typeface="微软雅黑"/>
              </a:rPr>
              <a:t>1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63" name="直接连接符 57"/>
          <p:cNvCxnSpPr/>
          <p:nvPr/>
        </p:nvCxnSpPr>
        <p:spPr>
          <a:xfrm>
            <a:off x="11155320" y="6188040"/>
            <a:ext cx="360" cy="665640"/>
          </a:xfrm>
          <a:prstGeom prst="straightConnector1">
            <a:avLst/>
          </a:prstGeom>
          <a:ln w="12700">
            <a:solidFill>
              <a:srgbClr val="FFFFFF"/>
            </a:solidFill>
          </a:ln>
        </p:spPr>
      </p:cxnSp>
      <p:pic>
        <p:nvPicPr>
          <p:cNvPr id="664" name="图片 14"/>
          <p:cNvPicPr/>
          <p:nvPr/>
        </p:nvPicPr>
        <p:blipFill>
          <a:blip r:embed="rId2"/>
          <a:stretch/>
        </p:blipFill>
        <p:spPr>
          <a:xfrm>
            <a:off x="409680" y="6269040"/>
            <a:ext cx="1817280" cy="50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5" name="PlaceHolder 1"/>
          <p:cNvSpPr>
            <a:spLocks noGrp="1"/>
          </p:cNvSpPr>
          <p:nvPr>
            <p:ph type="title"/>
          </p:nvPr>
        </p:nvSpPr>
        <p:spPr>
          <a:xfrm>
            <a:off x="1767600" y="3019680"/>
            <a:ext cx="8643600" cy="69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spAutoFit/>
          </a:bodyPr>
          <a:lstStyle>
            <a:lvl1pPr indent="0" algn="ctr">
              <a:lnSpc>
                <a:spcPct val="90000"/>
              </a:lnSpc>
              <a:buNone/>
              <a:defRPr lang="zh-CN" sz="4400" b="1" u="none" strike="noStrike">
                <a:solidFill>
                  <a:srgbClr val="006C39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ctr">
              <a:lnSpc>
                <a:spcPct val="90000"/>
              </a:lnSpc>
              <a:buNone/>
            </a:pPr>
            <a:r>
              <a:rPr lang="zh-CN" sz="4400" b="1" u="none" strike="noStrike">
                <a:solidFill>
                  <a:srgbClr val="006C39"/>
                </a:solidFill>
                <a:effectLst/>
                <a:uFillTx/>
                <a:latin typeface="微软雅黑"/>
                <a:ea typeface="微软雅黑"/>
              </a:rPr>
              <a:t>单击此处编辑母版标题样式</a:t>
            </a:r>
            <a:endParaRPr lang="en-US" sz="4400" b="1" u="none" strike="noStrike">
              <a:solidFill>
                <a:srgbClr val="006C39"/>
              </a:solidFill>
              <a:effectLst/>
              <a:uFillTx/>
              <a:latin typeface="微软雅黑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页样式４-一段一图-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6" name="直接连接符 1"/>
          <p:cNvCxnSpPr/>
          <p:nvPr/>
        </p:nvCxnSpPr>
        <p:spPr>
          <a:xfrm>
            <a:off x="10185120" y="862920"/>
            <a:ext cx="1683720" cy="360"/>
          </a:xfrm>
          <a:prstGeom prst="straightConnector1">
            <a:avLst/>
          </a:prstGeom>
          <a:ln w="28575">
            <a:solidFill>
              <a:srgbClr val="006C39"/>
            </a:solidFill>
          </a:ln>
        </p:spPr>
      </p:cxnSp>
      <p:sp>
        <p:nvSpPr>
          <p:cNvPr id="667" name="矩形 23"/>
          <p:cNvSpPr/>
          <p:nvPr/>
        </p:nvSpPr>
        <p:spPr>
          <a:xfrm>
            <a:off x="11155320" y="6188040"/>
            <a:ext cx="712800" cy="66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668" name="文本框 5"/>
          <p:cNvSpPr/>
          <p:nvPr/>
        </p:nvSpPr>
        <p:spPr>
          <a:xfrm>
            <a:off x="11233080" y="6353280"/>
            <a:ext cx="55044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>
              <a:lnSpc>
                <a:spcPct val="100000"/>
              </a:lnSpc>
            </a:pPr>
            <a:fld id="{7D39BED2-09D7-435B-ABD2-305A458B737C}" type="slidenum">
              <a:rPr lang="en-US" sz="1600" b="0" u="none" strike="noStrike">
                <a:solidFill>
                  <a:srgbClr val="F2F2F2"/>
                </a:solidFill>
                <a:effectLst/>
                <a:uFillTx/>
                <a:latin typeface="微软雅黑"/>
                <a:ea typeface="微软雅黑"/>
              </a:rPr>
              <a:t>1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69" name="直接连接符 57"/>
          <p:cNvCxnSpPr/>
          <p:nvPr/>
        </p:nvCxnSpPr>
        <p:spPr>
          <a:xfrm>
            <a:off x="11155320" y="6188040"/>
            <a:ext cx="360" cy="665640"/>
          </a:xfrm>
          <a:prstGeom prst="straightConnector1">
            <a:avLst/>
          </a:prstGeom>
          <a:ln w="12700">
            <a:solidFill>
              <a:srgbClr val="FFFFFF"/>
            </a:solidFill>
          </a:ln>
        </p:spPr>
      </p:cxnSp>
      <p:pic>
        <p:nvPicPr>
          <p:cNvPr id="670" name="图片 13"/>
          <p:cNvPicPr/>
          <p:nvPr/>
        </p:nvPicPr>
        <p:blipFill>
          <a:blip r:embed="rId2"/>
          <a:stretch/>
        </p:blipFill>
        <p:spPr>
          <a:xfrm>
            <a:off x="10101600" y="214200"/>
            <a:ext cx="1864080" cy="6901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页样式5-常规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/>
          </p:cNvSpPr>
          <p:nvPr>
            <p:ph type="title"/>
          </p:nvPr>
        </p:nvSpPr>
        <p:spPr>
          <a:xfrm>
            <a:off x="749880" y="250920"/>
            <a:ext cx="864360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spAutoFit/>
          </a:bodyPr>
          <a:lstStyle>
            <a:lvl1pPr indent="0" algn="l">
              <a:lnSpc>
                <a:spcPct val="90000"/>
              </a:lnSpc>
              <a:buNone/>
              <a:defRPr lang="zh-CN" sz="2800" b="1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zh-CN" sz="2800" b="1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单击此处编辑母版标题样式</a:t>
            </a:r>
            <a:endParaRPr lang="en-US" sz="2800" b="1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  <p:sp>
        <p:nvSpPr>
          <p:cNvPr id="672" name="文本框 5"/>
          <p:cNvSpPr/>
          <p:nvPr/>
        </p:nvSpPr>
        <p:spPr>
          <a:xfrm>
            <a:off x="11233080" y="6353280"/>
            <a:ext cx="55044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>
              <a:lnSpc>
                <a:spcPct val="100000"/>
              </a:lnSpc>
            </a:pPr>
            <a:fld id="{ABC5ED59-9250-4C03-975B-220F2E8B671E}" type="slidenum">
              <a:rPr lang="en-US" sz="1600" b="0" u="none" strike="noStrike">
                <a:solidFill>
                  <a:schemeClr val="accent3"/>
                </a:solidFill>
                <a:effectLst/>
                <a:uFillTx/>
                <a:latin typeface="微软雅黑"/>
                <a:ea typeface="微软雅黑"/>
              </a:rPr>
              <a:t>1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3" name="图片 56"/>
          <p:cNvPicPr/>
          <p:nvPr/>
        </p:nvPicPr>
        <p:blipFill>
          <a:blip r:embed="rId2"/>
          <a:srcRect l="-327" t="0" r="0" b="0"/>
          <a:stretch/>
        </p:blipFill>
        <p:spPr>
          <a:xfrm>
            <a:off x="11282400" y="252000"/>
            <a:ext cx="432720" cy="4327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74" name="直接连接符 86"/>
          <p:cNvCxnSpPr/>
          <p:nvPr/>
        </p:nvCxnSpPr>
        <p:spPr>
          <a:xfrm>
            <a:off x="442800" y="821520"/>
            <a:ext cx="11306520" cy="36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</a:ln>
        </p:spPr>
      </p:cxnSp>
      <p:cxnSp>
        <p:nvCxnSpPr>
          <p:cNvPr id="675" name="直接连接符 89"/>
          <p:cNvCxnSpPr/>
          <p:nvPr/>
        </p:nvCxnSpPr>
        <p:spPr>
          <a:xfrm>
            <a:off x="442800" y="6264000"/>
            <a:ext cx="11306520" cy="36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</a:ln>
        </p:spPr>
      </p:cxnSp>
      <p:grpSp>
        <p:nvGrpSpPr>
          <p:cNvPr id="676" name="组合 3"/>
          <p:cNvGrpSpPr/>
          <p:nvPr/>
        </p:nvGrpSpPr>
        <p:grpSpPr>
          <a:xfrm>
            <a:off x="-511560" y="254160"/>
            <a:ext cx="1220760" cy="438120"/>
            <a:chOff x="-511560" y="254160"/>
            <a:chExt cx="1220760" cy="438120"/>
          </a:xfrm>
        </p:grpSpPr>
        <p:sp>
          <p:nvSpPr>
            <p:cNvPr id="677" name="梯形 57"/>
            <p:cNvSpPr/>
            <p:nvPr/>
          </p:nvSpPr>
          <p:spPr>
            <a:xfrm rot="16200000">
              <a:off x="-88920" y="-168480"/>
              <a:ext cx="375480" cy="1220760"/>
            </a:xfrm>
            <a:prstGeom prst="trapezoid">
              <a:avLst>
                <a:gd name="adj" fmla="val 7230"/>
              </a:avLst>
            </a:prstGeom>
            <a:gradFill rotWithShape="0">
              <a:gsLst>
                <a:gs pos="0">
                  <a:srgbClr val="006C39">
                    <a:alpha val="0"/>
                  </a:srgbClr>
                </a:gs>
                <a:gs pos="100000">
                  <a:srgbClr val="006C39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678" name="梯形 58"/>
            <p:cNvSpPr/>
            <p:nvPr/>
          </p:nvSpPr>
          <p:spPr>
            <a:xfrm rot="16200000">
              <a:off x="-61200" y="18360"/>
              <a:ext cx="266760" cy="1058040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679" name="梯形 59"/>
            <p:cNvSpPr/>
            <p:nvPr/>
          </p:nvSpPr>
          <p:spPr>
            <a:xfrm rot="16200000">
              <a:off x="-77040" y="29880"/>
              <a:ext cx="266760" cy="1058040"/>
            </a:xfrm>
            <a:prstGeom prst="trapezoid">
              <a:avLst>
                <a:gd name="adj" fmla="val 7230"/>
              </a:avLst>
            </a:prstGeom>
            <a:gradFill rotWithShape="0">
              <a:gsLst>
                <a:gs pos="0">
                  <a:srgbClr val="A13F0B">
                    <a:alpha val="0"/>
                  </a:srgbClr>
                </a:gs>
                <a:gs pos="100000">
                  <a:srgbClr val="A13F0B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微软雅黑"/>
              </a:endParaRPr>
            </a:p>
          </p:txBody>
        </p:sp>
      </p:grpSp>
      <p:grpSp>
        <p:nvGrpSpPr>
          <p:cNvPr id="680" name="组合 60"/>
          <p:cNvGrpSpPr/>
          <p:nvPr/>
        </p:nvGrpSpPr>
        <p:grpSpPr>
          <a:xfrm>
            <a:off x="587160" y="6381720"/>
            <a:ext cx="2479320" cy="304560"/>
            <a:chOff x="587160" y="6381720"/>
            <a:chExt cx="2479320" cy="304560"/>
          </a:xfrm>
        </p:grpSpPr>
        <p:grpSp>
          <p:nvGrpSpPr>
            <p:cNvPr id="681" name="组合 61"/>
            <p:cNvGrpSpPr/>
            <p:nvPr/>
          </p:nvGrpSpPr>
          <p:grpSpPr>
            <a:xfrm>
              <a:off x="2014200" y="6385320"/>
              <a:ext cx="1052280" cy="298080"/>
              <a:chOff x="2014200" y="6385320"/>
              <a:chExt cx="1052280" cy="298080"/>
            </a:xfrm>
          </p:grpSpPr>
          <p:sp>
            <p:nvSpPr>
              <p:cNvPr id="682" name="Freeform 5"/>
              <p:cNvSpPr/>
              <p:nvPr/>
            </p:nvSpPr>
            <p:spPr>
              <a:xfrm>
                <a:off x="2595600" y="6404040"/>
                <a:ext cx="234720" cy="264960"/>
              </a:xfrm>
              <a:custGeom>
                <a:avLst/>
                <a:gdLst>
                  <a:gd name="textAreaLeft" fmla="*/ 0 w 234720"/>
                  <a:gd name="textAreaRight" fmla="*/ 235080 w 234720"/>
                  <a:gd name="textAreaTop" fmla="*/ 0 h 264960"/>
                  <a:gd name="textAreaBottom" fmla="*/ 265320 h 264960"/>
                  <a:gd name="GluePoint1X" fmla="*/ 41 w 125"/>
                  <a:gd name="GluePoint1Y" fmla="*/ 16 h 142"/>
                  <a:gd name="GluePoint2X" fmla="*/ 49 w 125"/>
                  <a:gd name="GluePoint2Y" fmla="*/ 3 h 142"/>
                  <a:gd name="GluePoint3X" fmla="*/ 62 w 125"/>
                  <a:gd name="GluePoint3Y" fmla="*/ 20 h 142"/>
                  <a:gd name="GluePoint4X" fmla="*/ 64 w 125"/>
                  <a:gd name="GluePoint4Y" fmla="*/ 33 h 142"/>
                  <a:gd name="GluePoint5X" fmla="*/ 50 w 125"/>
                  <a:gd name="GluePoint5Y" fmla="*/ 34 h 142"/>
                  <a:gd name="GluePoint6X" fmla="*/ 58 w 125"/>
                  <a:gd name="GluePoint6Y" fmla="*/ 58 h 142"/>
                  <a:gd name="GluePoint7X" fmla="*/ 75 w 125"/>
                  <a:gd name="GluePoint7Y" fmla="*/ 59 h 142"/>
                  <a:gd name="GluePoint8X" fmla="*/ 71 w 125"/>
                  <a:gd name="GluePoint8Y" fmla="*/ 50 h 142"/>
                  <a:gd name="GluePoint9X" fmla="*/ 81 w 125"/>
                  <a:gd name="GluePoint9Y" fmla="*/ 47 h 142"/>
                  <a:gd name="GluePoint10X" fmla="*/ 65 w 125"/>
                  <a:gd name="GluePoint10Y" fmla="*/ 42 h 142"/>
                  <a:gd name="GluePoint11X" fmla="*/ 63 w 125"/>
                  <a:gd name="GluePoint11Y" fmla="*/ 37 h 142"/>
                  <a:gd name="GluePoint12X" fmla="*/ 85 w 125"/>
                  <a:gd name="GluePoint12Y" fmla="*/ 27 h 142"/>
                  <a:gd name="GluePoint13X" fmla="*/ 93 w 125"/>
                  <a:gd name="GluePoint13Y" fmla="*/ 2 h 142"/>
                  <a:gd name="GluePoint14X" fmla="*/ 99 w 125"/>
                  <a:gd name="GluePoint14Y" fmla="*/ 5 h 142"/>
                  <a:gd name="GluePoint15X" fmla="*/ 111 w 125"/>
                  <a:gd name="GluePoint15Y" fmla="*/ 30 h 142"/>
                  <a:gd name="GluePoint16X" fmla="*/ 102 w 125"/>
                  <a:gd name="GluePoint16Y" fmla="*/ 34 h 142"/>
                  <a:gd name="GluePoint17X" fmla="*/ 95 w 125"/>
                  <a:gd name="GluePoint17Y" fmla="*/ 59 h 142"/>
                  <a:gd name="GluePoint18X" fmla="*/ 123 w 125"/>
                  <a:gd name="GluePoint18Y" fmla="*/ 61 h 142"/>
                  <a:gd name="GluePoint19X" fmla="*/ 110 w 125"/>
                  <a:gd name="GluePoint19Y" fmla="*/ 71 h 142"/>
                  <a:gd name="GluePoint20X" fmla="*/ 104 w 125"/>
                  <a:gd name="GluePoint20Y" fmla="*/ 82 h 142"/>
                  <a:gd name="GluePoint21X" fmla="*/ 112 w 125"/>
                  <a:gd name="GluePoint21Y" fmla="*/ 134 h 142"/>
                  <a:gd name="GluePoint22X" fmla="*/ 102 w 125"/>
                  <a:gd name="GluePoint22Y" fmla="*/ 140 h 142"/>
                  <a:gd name="GluePoint23X" fmla="*/ 89 w 125"/>
                  <a:gd name="GluePoint23Y" fmla="*/ 123 h 142"/>
                  <a:gd name="GluePoint24X" fmla="*/ 101 w 125"/>
                  <a:gd name="GluePoint24Y" fmla="*/ 128 h 142"/>
                  <a:gd name="GluePoint25X" fmla="*/ 101 w 125"/>
                  <a:gd name="GluePoint25Y" fmla="*/ 92 h 142"/>
                  <a:gd name="GluePoint26X" fmla="*/ 97 w 125"/>
                  <a:gd name="GluePoint26Y" fmla="*/ 99 h 142"/>
                  <a:gd name="GluePoint27X" fmla="*/ 90 w 125"/>
                  <a:gd name="GluePoint27Y" fmla="*/ 103 h 142"/>
                  <a:gd name="GluePoint28X" fmla="*/ 86 w 125"/>
                  <a:gd name="GluePoint28Y" fmla="*/ 110 h 142"/>
                  <a:gd name="GluePoint29X" fmla="*/ 81 w 125"/>
                  <a:gd name="GluePoint29Y" fmla="*/ 120 h 142"/>
                  <a:gd name="GluePoint30X" fmla="*/ 88 w 125"/>
                  <a:gd name="GluePoint30Y" fmla="*/ 71 h 142"/>
                  <a:gd name="GluePoint31X" fmla="*/ 60 w 125"/>
                  <a:gd name="GluePoint31Y" fmla="*/ 87 h 142"/>
                  <a:gd name="GluePoint32X" fmla="*/ 53 w 125"/>
                  <a:gd name="GluePoint32Y" fmla="*/ 89 h 142"/>
                  <a:gd name="GluePoint33X" fmla="*/ 51 w 125"/>
                  <a:gd name="GluePoint33Y" fmla="*/ 128 h 142"/>
                  <a:gd name="GluePoint34X" fmla="*/ 43 w 125"/>
                  <a:gd name="GluePoint34Y" fmla="*/ 134 h 142"/>
                  <a:gd name="GluePoint35X" fmla="*/ 39 w 125"/>
                  <a:gd name="GluePoint35Y" fmla="*/ 107 h 142"/>
                  <a:gd name="GluePoint36X" fmla="*/ 33 w 125"/>
                  <a:gd name="GluePoint36Y" fmla="*/ 114 h 142"/>
                  <a:gd name="GluePoint37X" fmla="*/ 17 w 125"/>
                  <a:gd name="GluePoint37Y" fmla="*/ 108 h 142"/>
                  <a:gd name="GluePoint38X" fmla="*/ 5 w 125"/>
                  <a:gd name="GluePoint38Y" fmla="*/ 81 h 142"/>
                  <a:gd name="GluePoint39X" fmla="*/ 34 w 125"/>
                  <a:gd name="GluePoint39Y" fmla="*/ 56 h 142"/>
                  <a:gd name="GluePoint40X" fmla="*/ 38 w 125"/>
                  <a:gd name="GluePoint40Y" fmla="*/ 33 h 142"/>
                  <a:gd name="GluePoint41X" fmla="*/ 22 w 125"/>
                  <a:gd name="GluePoint41Y" fmla="*/ 55 h 142"/>
                  <a:gd name="GluePoint42X" fmla="*/ 14 w 125"/>
                  <a:gd name="GluePoint42Y" fmla="*/ 55 h 142"/>
                  <a:gd name="GluePoint43X" fmla="*/ 11 w 125"/>
                  <a:gd name="GluePoint43Y" fmla="*/ 36 h 142"/>
                  <a:gd name="GluePoint44X" fmla="*/ 32 w 125"/>
                  <a:gd name="GluePoint44Y" fmla="*/ 22 h 142"/>
                  <a:gd name="GluePoint45X" fmla="*/ 28 w 125"/>
                  <a:gd name="GluePoint45Y" fmla="*/ 33 h 1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</a:cxnLst>
                <a:rect l="textAreaLeft" t="textAreaTop" r="textAreaRight" b="textAreaBottom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entury Gothic"/>
                </a:endParaRPr>
              </a:p>
            </p:txBody>
          </p:sp>
          <p:sp>
            <p:nvSpPr>
              <p:cNvPr id="683" name="Freeform 6"/>
              <p:cNvSpPr/>
              <p:nvPr/>
            </p:nvSpPr>
            <p:spPr>
              <a:xfrm>
                <a:off x="2931480" y="6444720"/>
                <a:ext cx="135000" cy="2034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203400"/>
                  <a:gd name="textAreaBottom" fmla="*/ 203760 h 203400"/>
                  <a:gd name="GluePoint1X" fmla="*/ 33 w 72"/>
                  <a:gd name="GluePoint1Y" fmla="*/ 76 h 109"/>
                  <a:gd name="GluePoint2X" fmla="*/ 44 w 72"/>
                  <a:gd name="GluePoint2Y" fmla="*/ 73 h 109"/>
                  <a:gd name="GluePoint3X" fmla="*/ 59 w 72"/>
                  <a:gd name="GluePoint3Y" fmla="*/ 71 h 109"/>
                  <a:gd name="GluePoint4X" fmla="*/ 69 w 72"/>
                  <a:gd name="GluePoint4Y" fmla="*/ 92 h 109"/>
                  <a:gd name="GluePoint5X" fmla="*/ 66 w 72"/>
                  <a:gd name="GluePoint5Y" fmla="*/ 94 h 109"/>
                  <a:gd name="GluePoint6X" fmla="*/ 49 w 72"/>
                  <a:gd name="GluePoint6Y" fmla="*/ 96 h 109"/>
                  <a:gd name="GluePoint7X" fmla="*/ 28 w 72"/>
                  <a:gd name="GluePoint7Y" fmla="*/ 106 h 109"/>
                  <a:gd name="GluePoint8X" fmla="*/ 16 w 72"/>
                  <a:gd name="GluePoint8Y" fmla="*/ 106 h 109"/>
                  <a:gd name="GluePoint9X" fmla="*/ 1 w 72"/>
                  <a:gd name="GluePoint9Y" fmla="*/ 80 h 109"/>
                  <a:gd name="GluePoint10X" fmla="*/ 2 w 72"/>
                  <a:gd name="GluePoint10Y" fmla="*/ 74 h 109"/>
                  <a:gd name="GluePoint11X" fmla="*/ 23 w 72"/>
                  <a:gd name="GluePoint11Y" fmla="*/ 31 h 109"/>
                  <a:gd name="GluePoint12X" fmla="*/ 22 w 72"/>
                  <a:gd name="GluePoint12Y" fmla="*/ 26 h 109"/>
                  <a:gd name="GluePoint13X" fmla="*/ 12 w 72"/>
                  <a:gd name="GluePoint13Y" fmla="*/ 16 h 109"/>
                  <a:gd name="GluePoint14X" fmla="*/ 15 w 72"/>
                  <a:gd name="GluePoint14Y" fmla="*/ 10 h 109"/>
                  <a:gd name="GluePoint15X" fmla="*/ 32 w 72"/>
                  <a:gd name="GluePoint15Y" fmla="*/ 5 h 109"/>
                  <a:gd name="GluePoint16X" fmla="*/ 60 w 72"/>
                  <a:gd name="GluePoint16Y" fmla="*/ 18 h 109"/>
                  <a:gd name="GluePoint17X" fmla="*/ 59 w 72"/>
                  <a:gd name="GluePoint17Y" fmla="*/ 26 h 109"/>
                  <a:gd name="GluePoint18X" fmla="*/ 52 w 72"/>
                  <a:gd name="GluePoint18Y" fmla="*/ 36 h 109"/>
                  <a:gd name="GluePoint19X" fmla="*/ 34 w 72"/>
                  <a:gd name="GluePoint19Y" fmla="*/ 72 h 109"/>
                  <a:gd name="GluePoint20X" fmla="*/ 33 w 72"/>
                  <a:gd name="GluePoint20Y" fmla="*/ 76 h 10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</a:cxnLst>
                <a:rect l="textAreaLeft" t="textAreaTop" r="textAreaRight" b="textAreaBottom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entury Gothic"/>
                </a:endParaRPr>
              </a:p>
            </p:txBody>
          </p:sp>
          <p:grpSp>
            <p:nvGrpSpPr>
              <p:cNvPr id="684" name="组合 78"/>
              <p:cNvGrpSpPr/>
              <p:nvPr/>
            </p:nvGrpSpPr>
            <p:grpSpPr>
              <a:xfrm>
                <a:off x="2014200" y="6385320"/>
                <a:ext cx="240480" cy="298080"/>
                <a:chOff x="2014200" y="6385320"/>
                <a:chExt cx="240480" cy="298080"/>
              </a:xfrm>
            </p:grpSpPr>
            <p:sp>
              <p:nvSpPr>
                <p:cNvPr id="685" name="Freeform 7"/>
                <p:cNvSpPr/>
                <p:nvPr/>
              </p:nvSpPr>
              <p:spPr>
                <a:xfrm>
                  <a:off x="2014200" y="6385320"/>
                  <a:ext cx="240480" cy="195840"/>
                </a:xfrm>
                <a:custGeom>
                  <a:avLst/>
                  <a:gdLst>
                    <a:gd name="textAreaLeft" fmla="*/ 0 w 240480"/>
                    <a:gd name="textAreaRight" fmla="*/ 240840 w 240480"/>
                    <a:gd name="textAreaTop" fmla="*/ 0 h 195840"/>
                    <a:gd name="textAreaBottom" fmla="*/ 196200 h 195840"/>
                    <a:gd name="GluePoint1X" fmla="*/ 101 w 128"/>
                    <a:gd name="GluePoint1Y" fmla="*/ 58 h 105"/>
                    <a:gd name="GluePoint2X" fmla="*/ 74 w 128"/>
                    <a:gd name="GluePoint2Y" fmla="*/ 56 h 105"/>
                    <a:gd name="GluePoint3X" fmla="*/ 68 w 128"/>
                    <a:gd name="GluePoint3Y" fmla="*/ 57 h 105"/>
                    <a:gd name="GluePoint4X" fmla="*/ 51 w 128"/>
                    <a:gd name="GluePoint4Y" fmla="*/ 59 h 105"/>
                    <a:gd name="GluePoint5X" fmla="*/ 36 w 128"/>
                    <a:gd name="GluePoint5Y" fmla="*/ 65 h 105"/>
                    <a:gd name="GluePoint6X" fmla="*/ 28 w 128"/>
                    <a:gd name="GluePoint6Y" fmla="*/ 73 h 105"/>
                    <a:gd name="GluePoint7X" fmla="*/ 16 w 128"/>
                    <a:gd name="GluePoint7Y" fmla="*/ 102 h 105"/>
                    <a:gd name="GluePoint8X" fmla="*/ 13 w 128"/>
                    <a:gd name="GluePoint8Y" fmla="*/ 104 h 105"/>
                    <a:gd name="GluePoint9X" fmla="*/ 1 w 128"/>
                    <a:gd name="GluePoint9Y" fmla="*/ 98 h 105"/>
                    <a:gd name="GluePoint10X" fmla="*/ 0 w 128"/>
                    <a:gd name="GluePoint10Y" fmla="*/ 93 h 105"/>
                    <a:gd name="GluePoint11X" fmla="*/ 15 w 128"/>
                    <a:gd name="GluePoint11Y" fmla="*/ 60 h 105"/>
                    <a:gd name="GluePoint12X" fmla="*/ 16 w 128"/>
                    <a:gd name="GluePoint12Y" fmla="*/ 58 h 105"/>
                    <a:gd name="GluePoint13X" fmla="*/ 20 w 128"/>
                    <a:gd name="GluePoint13Y" fmla="*/ 52 h 105"/>
                    <a:gd name="GluePoint14X" fmla="*/ 32 w 128"/>
                    <a:gd name="GluePoint14Y" fmla="*/ 54 h 105"/>
                    <a:gd name="GluePoint15X" fmla="*/ 39 w 128"/>
                    <a:gd name="GluePoint15Y" fmla="*/ 55 h 105"/>
                    <a:gd name="GluePoint16X" fmla="*/ 72 w 128"/>
                    <a:gd name="GluePoint16Y" fmla="*/ 21 h 105"/>
                    <a:gd name="GluePoint17X" fmla="*/ 74 w 128"/>
                    <a:gd name="GluePoint17Y" fmla="*/ 16 h 105"/>
                    <a:gd name="GluePoint18X" fmla="*/ 74 w 128"/>
                    <a:gd name="GluePoint18Y" fmla="*/ 11 h 105"/>
                    <a:gd name="GluePoint19X" fmla="*/ 71 w 128"/>
                    <a:gd name="GluePoint19Y" fmla="*/ 11 h 105"/>
                    <a:gd name="GluePoint20X" fmla="*/ 68 w 128"/>
                    <a:gd name="GluePoint20Y" fmla="*/ 15 h 105"/>
                    <a:gd name="GluePoint21X" fmla="*/ 68 w 128"/>
                    <a:gd name="GluePoint21Y" fmla="*/ 21 h 105"/>
                    <a:gd name="GluePoint22X" fmla="*/ 59 w 128"/>
                    <a:gd name="GluePoint22Y" fmla="*/ 29 h 105"/>
                    <a:gd name="GluePoint23X" fmla="*/ 53 w 128"/>
                    <a:gd name="GluePoint23Y" fmla="*/ 27 h 105"/>
                    <a:gd name="GluePoint24X" fmla="*/ 47 w 128"/>
                    <a:gd name="GluePoint24Y" fmla="*/ 24 h 105"/>
                    <a:gd name="GluePoint25X" fmla="*/ 47 w 128"/>
                    <a:gd name="GluePoint25Y" fmla="*/ 32 h 105"/>
                    <a:gd name="GluePoint26X" fmla="*/ 47 w 128"/>
                    <a:gd name="GluePoint26Y" fmla="*/ 34 h 105"/>
                    <a:gd name="GluePoint27X" fmla="*/ 43 w 128"/>
                    <a:gd name="GluePoint27Y" fmla="*/ 45 h 105"/>
                    <a:gd name="GluePoint28X" fmla="*/ 31 w 128"/>
                    <a:gd name="GluePoint28Y" fmla="*/ 39 h 105"/>
                    <a:gd name="GluePoint29X" fmla="*/ 29 w 128"/>
                    <a:gd name="GluePoint29Y" fmla="*/ 23 h 105"/>
                    <a:gd name="GluePoint30X" fmla="*/ 33 w 128"/>
                    <a:gd name="GluePoint30Y" fmla="*/ 14 h 105"/>
                    <a:gd name="GluePoint31X" fmla="*/ 36 w 128"/>
                    <a:gd name="GluePoint31Y" fmla="*/ 9 h 105"/>
                    <a:gd name="GluePoint32X" fmla="*/ 42 w 128"/>
                    <a:gd name="GluePoint32Y" fmla="*/ 13 h 105"/>
                    <a:gd name="GluePoint33X" fmla="*/ 44 w 128"/>
                    <a:gd name="GluePoint33Y" fmla="*/ 16 h 105"/>
                    <a:gd name="GluePoint34X" fmla="*/ 57 w 128"/>
                    <a:gd name="GluePoint34Y" fmla="*/ 14 h 105"/>
                    <a:gd name="GluePoint35X" fmla="*/ 62 w 128"/>
                    <a:gd name="GluePoint35Y" fmla="*/ 11 h 105"/>
                    <a:gd name="GluePoint36X" fmla="*/ 84 w 128"/>
                    <a:gd name="GluePoint36Y" fmla="*/ 0 h 105"/>
                    <a:gd name="GluePoint37X" fmla="*/ 96 w 128"/>
                    <a:gd name="GluePoint37Y" fmla="*/ 7 h 105"/>
                    <a:gd name="GluePoint38X" fmla="*/ 96 w 128"/>
                    <a:gd name="GluePoint38Y" fmla="*/ 20 h 105"/>
                    <a:gd name="GluePoint39X" fmla="*/ 83 w 128"/>
                    <a:gd name="GluePoint39Y" fmla="*/ 43 h 105"/>
                    <a:gd name="GluePoint40X" fmla="*/ 94 w 128"/>
                    <a:gd name="GluePoint40Y" fmla="*/ 44 h 105"/>
                    <a:gd name="GluePoint41X" fmla="*/ 122 w 128"/>
                    <a:gd name="GluePoint41Y" fmla="*/ 59 h 105"/>
                    <a:gd name="GluePoint42X" fmla="*/ 120 w 128"/>
                    <a:gd name="GluePoint42Y" fmla="*/ 73 h 105"/>
                    <a:gd name="GluePoint43X" fmla="*/ 98 w 128"/>
                    <a:gd name="GluePoint43Y" fmla="*/ 73 h 105"/>
                    <a:gd name="GluePoint44X" fmla="*/ 97 w 128"/>
                    <a:gd name="GluePoint44Y" fmla="*/ 66 h 105"/>
                    <a:gd name="GluePoint45X" fmla="*/ 101 w 128"/>
                    <a:gd name="GluePoint45Y" fmla="*/ 58 h 10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</a:cxnLst>
                  <a:rect l="textAreaLeft" t="textAreaTop" r="textAreaRight" b="textAreaBottom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686" name="Freeform 8"/>
                <p:cNvSpPr/>
                <p:nvPr/>
              </p:nvSpPr>
              <p:spPr>
                <a:xfrm>
                  <a:off x="2065320" y="6504480"/>
                  <a:ext cx="149760" cy="178920"/>
                </a:xfrm>
                <a:custGeom>
                  <a:avLst/>
                  <a:gdLst>
                    <a:gd name="textAreaLeft" fmla="*/ 0 w 149760"/>
                    <a:gd name="textAreaRight" fmla="*/ 150120 w 149760"/>
                    <a:gd name="textAreaTop" fmla="*/ 0 h 178920"/>
                    <a:gd name="textAreaBottom" fmla="*/ 179280 h 178920"/>
                    <a:gd name="GluePoint1X" fmla="*/ 46 w 80"/>
                    <a:gd name="GluePoint1Y" fmla="*/ 29 h 96"/>
                    <a:gd name="GluePoint2X" fmla="*/ 65 w 80"/>
                    <a:gd name="GluePoint2Y" fmla="*/ 29 h 96"/>
                    <a:gd name="GluePoint3X" fmla="*/ 79 w 80"/>
                    <a:gd name="GluePoint3Y" fmla="*/ 41 h 96"/>
                    <a:gd name="GluePoint4X" fmla="*/ 74 w 80"/>
                    <a:gd name="GluePoint4Y" fmla="*/ 43 h 96"/>
                    <a:gd name="GluePoint5X" fmla="*/ 60 w 80"/>
                    <a:gd name="GluePoint5Y" fmla="*/ 43 h 96"/>
                    <a:gd name="GluePoint6X" fmla="*/ 52 w 80"/>
                    <a:gd name="GluePoint6Y" fmla="*/ 50 h 96"/>
                    <a:gd name="GluePoint7X" fmla="*/ 49 w 80"/>
                    <a:gd name="GluePoint7Y" fmla="*/ 87 h 96"/>
                    <a:gd name="GluePoint8X" fmla="*/ 37 w 80"/>
                    <a:gd name="GluePoint8Y" fmla="*/ 95 h 96"/>
                    <a:gd name="GluePoint9X" fmla="*/ 21 w 80"/>
                    <a:gd name="GluePoint9Y" fmla="*/ 68 h 96"/>
                    <a:gd name="GluePoint10X" fmla="*/ 22 w 80"/>
                    <a:gd name="GluePoint10Y" fmla="*/ 62 h 96"/>
                    <a:gd name="GluePoint11X" fmla="*/ 30 w 80"/>
                    <a:gd name="GluePoint11Y" fmla="*/ 72 h 96"/>
                    <a:gd name="GluePoint12X" fmla="*/ 40 w 80"/>
                    <a:gd name="GluePoint12Y" fmla="*/ 70 h 96"/>
                    <a:gd name="GluePoint13X" fmla="*/ 43 w 80"/>
                    <a:gd name="GluePoint13Y" fmla="*/ 46 h 96"/>
                    <a:gd name="GluePoint14X" fmla="*/ 24 w 80"/>
                    <a:gd name="GluePoint14Y" fmla="*/ 52 h 96"/>
                    <a:gd name="GluePoint15X" fmla="*/ 19 w 80"/>
                    <a:gd name="GluePoint15Y" fmla="*/ 54 h 96"/>
                    <a:gd name="GluePoint16X" fmla="*/ 6 w 80"/>
                    <a:gd name="GluePoint16Y" fmla="*/ 54 h 96"/>
                    <a:gd name="GluePoint17X" fmla="*/ 2 w 80"/>
                    <a:gd name="GluePoint17Y" fmla="*/ 40 h 96"/>
                    <a:gd name="GluePoint18X" fmla="*/ 6 w 80"/>
                    <a:gd name="GluePoint18Y" fmla="*/ 37 h 96"/>
                    <a:gd name="GluePoint19X" fmla="*/ 28 w 80"/>
                    <a:gd name="GluePoint19Y" fmla="*/ 33 h 96"/>
                    <a:gd name="GluePoint20X" fmla="*/ 33 w 80"/>
                    <a:gd name="GluePoint20Y" fmla="*/ 32 h 96"/>
                    <a:gd name="GluePoint21X" fmla="*/ 36 w 80"/>
                    <a:gd name="GluePoint21Y" fmla="*/ 22 h 96"/>
                    <a:gd name="GluePoint22X" fmla="*/ 46 w 80"/>
                    <a:gd name="GluePoint22Y" fmla="*/ 12 h 96"/>
                    <a:gd name="GluePoint23X" fmla="*/ 45 w 80"/>
                    <a:gd name="GluePoint23Y" fmla="*/ 10 h 96"/>
                    <a:gd name="GluePoint24X" fmla="*/ 26 w 80"/>
                    <a:gd name="GluePoint24Y" fmla="*/ 17 h 96"/>
                    <a:gd name="GluePoint25X" fmla="*/ 15 w 80"/>
                    <a:gd name="GluePoint25Y" fmla="*/ 24 h 96"/>
                    <a:gd name="GluePoint26X" fmla="*/ 5 w 80"/>
                    <a:gd name="GluePoint26Y" fmla="*/ 22 h 96"/>
                    <a:gd name="GluePoint27X" fmla="*/ 1 w 80"/>
                    <a:gd name="GluePoint27Y" fmla="*/ 17 h 96"/>
                    <a:gd name="GluePoint28X" fmla="*/ 36 w 80"/>
                    <a:gd name="GluePoint28Y" fmla="*/ 2 h 96"/>
                    <a:gd name="GluePoint29X" fmla="*/ 55 w 80"/>
                    <a:gd name="GluePoint29Y" fmla="*/ 0 h 96"/>
                    <a:gd name="GluePoint30X" fmla="*/ 61 w 80"/>
                    <a:gd name="GluePoint30Y" fmla="*/ 6 h 96"/>
                    <a:gd name="GluePoint31X" fmla="*/ 59 w 80"/>
                    <a:gd name="GluePoint31Y" fmla="*/ 13 h 96"/>
                    <a:gd name="GluePoint32X" fmla="*/ 46 w 80"/>
                    <a:gd name="GluePoint32Y" fmla="*/ 29 h 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</a:cxnLst>
                  <a:rect l="textAreaLeft" t="textAreaTop" r="textAreaRight" b="textAreaBottom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687" name="组合 79"/>
              <p:cNvGrpSpPr/>
              <p:nvPr/>
            </p:nvGrpSpPr>
            <p:grpSpPr>
              <a:xfrm>
                <a:off x="2349720" y="6467040"/>
                <a:ext cx="145440" cy="155520"/>
                <a:chOff x="2349720" y="6467040"/>
                <a:chExt cx="145440" cy="155520"/>
              </a:xfrm>
            </p:grpSpPr>
            <p:sp>
              <p:nvSpPr>
                <p:cNvPr id="688" name="Freeform 15"/>
                <p:cNvSpPr/>
                <p:nvPr/>
              </p:nvSpPr>
              <p:spPr>
                <a:xfrm>
                  <a:off x="2349720" y="6501600"/>
                  <a:ext cx="66960" cy="10764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107640"/>
                    <a:gd name="textAreaBottom" fmla="*/ 108000 h 107640"/>
                    <a:gd name="GluePoint1X" fmla="*/ 16 w 39"/>
                    <a:gd name="GluePoint1Y" fmla="*/ 29 h 58"/>
                    <a:gd name="GluePoint2X" fmla="*/ 27 w 39"/>
                    <a:gd name="GluePoint2Y" fmla="*/ 7 h 58"/>
                    <a:gd name="GluePoint3X" fmla="*/ 31 w 39"/>
                    <a:gd name="GluePoint3Y" fmla="*/ 1 h 58"/>
                    <a:gd name="GluePoint4X" fmla="*/ 34 w 39"/>
                    <a:gd name="GluePoint4Y" fmla="*/ 6 h 58"/>
                    <a:gd name="GluePoint5X" fmla="*/ 35 w 39"/>
                    <a:gd name="GluePoint5Y" fmla="*/ 26 h 58"/>
                    <a:gd name="GluePoint6X" fmla="*/ 20 w 39"/>
                    <a:gd name="GluePoint6Y" fmla="*/ 52 h 58"/>
                    <a:gd name="GluePoint7X" fmla="*/ 9 w 39"/>
                    <a:gd name="GluePoint7Y" fmla="*/ 57 h 58"/>
                    <a:gd name="GluePoint8X" fmla="*/ 1 w 39"/>
                    <a:gd name="GluePoint8Y" fmla="*/ 43 h 58"/>
                    <a:gd name="GluePoint9X" fmla="*/ 4 w 39"/>
                    <a:gd name="GluePoint9Y" fmla="*/ 6 h 58"/>
                    <a:gd name="GluePoint10X" fmla="*/ 8 w 39"/>
                    <a:gd name="GluePoint10Y" fmla="*/ 0 h 58"/>
                    <a:gd name="GluePoint11X" fmla="*/ 15 w 39"/>
                    <a:gd name="GluePoint11Y" fmla="*/ 6 h 58"/>
                    <a:gd name="GluePoint12X" fmla="*/ 14 w 39"/>
                    <a:gd name="GluePoint12Y" fmla="*/ 20 h 58"/>
                    <a:gd name="GluePoint13X" fmla="*/ 14 w 39"/>
                    <a:gd name="GluePoint13Y" fmla="*/ 28 h 58"/>
                    <a:gd name="GluePoint14X" fmla="*/ 16 w 39"/>
                    <a:gd name="GluePoint14Y" fmla="*/ 29 h 5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76320" rIns="7632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689" name="Freeform 16"/>
                <p:cNvSpPr/>
                <p:nvPr/>
              </p:nvSpPr>
              <p:spPr>
                <a:xfrm>
                  <a:off x="2422080" y="6470640"/>
                  <a:ext cx="73080" cy="151920"/>
                </a:xfrm>
                <a:custGeom>
                  <a:avLst/>
                  <a:gdLst>
                    <a:gd name="textAreaLeft" fmla="*/ 0 w 73080"/>
                    <a:gd name="textAreaRight" fmla="*/ 73440 w 73080"/>
                    <a:gd name="textAreaTop" fmla="*/ 0 h 151920"/>
                    <a:gd name="textAreaBottom" fmla="*/ 152280 h 151920"/>
                    <a:gd name="GluePoint1X" fmla="*/ 9 w 47"/>
                    <a:gd name="GluePoint1Y" fmla="*/ 73 h 88"/>
                    <a:gd name="GluePoint2X" fmla="*/ 3 w 47"/>
                    <a:gd name="GluePoint2Y" fmla="*/ 67 h 88"/>
                    <a:gd name="GluePoint3X" fmla="*/ 3 w 47"/>
                    <a:gd name="GluePoint3Y" fmla="*/ 57 h 88"/>
                    <a:gd name="GluePoint4X" fmla="*/ 20 w 47"/>
                    <a:gd name="GluePoint4Y" fmla="*/ 38 h 88"/>
                    <a:gd name="GluePoint5X" fmla="*/ 33 w 47"/>
                    <a:gd name="GluePoint5Y" fmla="*/ 20 h 88"/>
                    <a:gd name="GluePoint6X" fmla="*/ 33 w 47"/>
                    <a:gd name="GluePoint6Y" fmla="*/ 4 h 88"/>
                    <a:gd name="GluePoint7X" fmla="*/ 32 w 47"/>
                    <a:gd name="GluePoint7Y" fmla="*/ 1 h 88"/>
                    <a:gd name="GluePoint8X" fmla="*/ 33 w 47"/>
                    <a:gd name="GluePoint8Y" fmla="*/ 0 h 88"/>
                    <a:gd name="GluePoint9X" fmla="*/ 41 w 47"/>
                    <a:gd name="GluePoint9Y" fmla="*/ 6 h 88"/>
                    <a:gd name="GluePoint10X" fmla="*/ 43 w 47"/>
                    <a:gd name="GluePoint10Y" fmla="*/ 26 h 88"/>
                    <a:gd name="GluePoint11X" fmla="*/ 29 w 47"/>
                    <a:gd name="GluePoint11Y" fmla="*/ 48 h 88"/>
                    <a:gd name="GluePoint12X" fmla="*/ 30 w 47"/>
                    <a:gd name="GluePoint12Y" fmla="*/ 52 h 88"/>
                    <a:gd name="GluePoint13X" fmla="*/ 40 w 47"/>
                    <a:gd name="GluePoint13Y" fmla="*/ 73 h 88"/>
                    <a:gd name="GluePoint14X" fmla="*/ 41 w 47"/>
                    <a:gd name="GluePoint14Y" fmla="*/ 84 h 88"/>
                    <a:gd name="GluePoint15X" fmla="*/ 37 w 47"/>
                    <a:gd name="GluePoint15Y" fmla="*/ 86 h 88"/>
                    <a:gd name="GluePoint16X" fmla="*/ 31 w 47"/>
                    <a:gd name="GluePoint16Y" fmla="*/ 75 h 88"/>
                    <a:gd name="GluePoint17X" fmla="*/ 28 w 47"/>
                    <a:gd name="GluePoint17Y" fmla="*/ 60 h 88"/>
                    <a:gd name="GluePoint18X" fmla="*/ 22 w 47"/>
                    <a:gd name="GluePoint18Y" fmla="*/ 59 h 88"/>
                    <a:gd name="GluePoint19X" fmla="*/ 9 w 47"/>
                    <a:gd name="GluePoint19Y" fmla="*/ 73 h 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</a:cxnLst>
                  <a:rect l="textAreaLeft" t="textAreaTop" r="textAreaRight" b="textAreaBottom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83160" rIns="8316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690" name="Freeform 17"/>
                <p:cNvSpPr/>
                <p:nvPr/>
              </p:nvSpPr>
              <p:spPr>
                <a:xfrm>
                  <a:off x="2387880" y="6467040"/>
                  <a:ext cx="47880" cy="27720"/>
                </a:xfrm>
                <a:custGeom>
                  <a:avLst/>
                  <a:gdLst>
                    <a:gd name="textAreaLeft" fmla="*/ 0 w 47880"/>
                    <a:gd name="textAreaRight" fmla="*/ 48240 w 47880"/>
                    <a:gd name="textAreaTop" fmla="*/ 0 h 27720"/>
                    <a:gd name="textAreaBottom" fmla="*/ 28080 h 27720"/>
                    <a:gd name="GluePoint1X" fmla="*/ 0 w 26"/>
                    <a:gd name="GluePoint1Y" fmla="*/ 0 h 19"/>
                    <a:gd name="GluePoint2X" fmla="*/ 20 w 26"/>
                    <a:gd name="GluePoint2Y" fmla="*/ 1 h 19"/>
                    <a:gd name="GluePoint3X" fmla="*/ 23 w 26"/>
                    <a:gd name="GluePoint3Y" fmla="*/ 12 h 19"/>
                    <a:gd name="GluePoint4X" fmla="*/ 12 w 26"/>
                    <a:gd name="GluePoint4Y" fmla="*/ 18 h 19"/>
                    <a:gd name="GluePoint5X" fmla="*/ 3 w 26"/>
                    <a:gd name="GluePoint5Y" fmla="*/ 11 h 19"/>
                    <a:gd name="GluePoint6X" fmla="*/ 0 w 26"/>
                    <a:gd name="GluePoint6Y" fmla="*/ 0 h 1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4720" tIns="14040" rIns="54720" bIns="140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  <p:grpSp>
          <p:nvGrpSpPr>
            <p:cNvPr id="691" name="组合 62"/>
            <p:cNvGrpSpPr/>
            <p:nvPr/>
          </p:nvGrpSpPr>
          <p:grpSpPr>
            <a:xfrm>
              <a:off x="587160" y="6381720"/>
              <a:ext cx="1100160" cy="304560"/>
              <a:chOff x="587160" y="6381720"/>
              <a:chExt cx="1100160" cy="304560"/>
            </a:xfrm>
          </p:grpSpPr>
          <p:grpSp>
            <p:nvGrpSpPr>
              <p:cNvPr id="692" name="组合 63"/>
              <p:cNvGrpSpPr/>
              <p:nvPr/>
            </p:nvGrpSpPr>
            <p:grpSpPr>
              <a:xfrm>
                <a:off x="1171800" y="6431400"/>
                <a:ext cx="212760" cy="223560"/>
                <a:chOff x="1171800" y="6431400"/>
                <a:chExt cx="212760" cy="223560"/>
              </a:xfrm>
            </p:grpSpPr>
            <p:sp>
              <p:nvSpPr>
                <p:cNvPr id="693" name="Freeform 9"/>
                <p:cNvSpPr/>
                <p:nvPr/>
              </p:nvSpPr>
              <p:spPr>
                <a:xfrm>
                  <a:off x="1171800" y="6447960"/>
                  <a:ext cx="110520" cy="187920"/>
                </a:xfrm>
                <a:custGeom>
                  <a:avLst/>
                  <a:gdLst>
                    <a:gd name="textAreaLeft" fmla="*/ 0 w 110520"/>
                    <a:gd name="textAreaRight" fmla="*/ 110880 w 110520"/>
                    <a:gd name="textAreaTop" fmla="*/ 0 h 187920"/>
                    <a:gd name="textAreaBottom" fmla="*/ 188280 h 187920"/>
                    <a:gd name="GluePoint1X" fmla="*/ 39 w 59"/>
                    <a:gd name="GluePoint1Y" fmla="*/ 78 h 101"/>
                    <a:gd name="GluePoint2X" fmla="*/ 17 w 59"/>
                    <a:gd name="GluePoint2Y" fmla="*/ 94 h 101"/>
                    <a:gd name="GluePoint3X" fmla="*/ 8 w 59"/>
                    <a:gd name="GluePoint3Y" fmla="*/ 94 h 101"/>
                    <a:gd name="GluePoint4X" fmla="*/ 0 w 59"/>
                    <a:gd name="GluePoint4Y" fmla="*/ 79 h 101"/>
                    <a:gd name="GluePoint5X" fmla="*/ 17 w 59"/>
                    <a:gd name="GluePoint5Y" fmla="*/ 73 h 101"/>
                    <a:gd name="GluePoint6X" fmla="*/ 10 w 59"/>
                    <a:gd name="GluePoint6Y" fmla="*/ 68 h 101"/>
                    <a:gd name="GluePoint7X" fmla="*/ 8 w 59"/>
                    <a:gd name="GluePoint7Y" fmla="*/ 60 h 101"/>
                    <a:gd name="GluePoint8X" fmla="*/ 18 w 59"/>
                    <a:gd name="GluePoint8Y" fmla="*/ 23 h 101"/>
                    <a:gd name="GluePoint9X" fmla="*/ 26 w 59"/>
                    <a:gd name="GluePoint9Y" fmla="*/ 17 h 101"/>
                    <a:gd name="GluePoint10X" fmla="*/ 36 w 59"/>
                    <a:gd name="GluePoint10Y" fmla="*/ 26 h 101"/>
                    <a:gd name="GluePoint11X" fmla="*/ 36 w 59"/>
                    <a:gd name="GluePoint11Y" fmla="*/ 27 h 101"/>
                    <a:gd name="GluePoint12X" fmla="*/ 43 w 59"/>
                    <a:gd name="GluePoint12Y" fmla="*/ 40 h 101"/>
                    <a:gd name="GluePoint13X" fmla="*/ 42 w 59"/>
                    <a:gd name="GluePoint13Y" fmla="*/ 12 h 101"/>
                    <a:gd name="GluePoint14X" fmla="*/ 21 w 59"/>
                    <a:gd name="GluePoint14Y" fmla="*/ 5 h 101"/>
                    <a:gd name="GluePoint15X" fmla="*/ 44 w 59"/>
                    <a:gd name="GluePoint15Y" fmla="*/ 1 h 101"/>
                    <a:gd name="GluePoint16X" fmla="*/ 57 w 59"/>
                    <a:gd name="GluePoint16Y" fmla="*/ 17 h 101"/>
                    <a:gd name="GluePoint17X" fmla="*/ 56 w 59"/>
                    <a:gd name="GluePoint17Y" fmla="*/ 48 h 101"/>
                    <a:gd name="GluePoint18X" fmla="*/ 57 w 59"/>
                    <a:gd name="GluePoint18Y" fmla="*/ 55 h 101"/>
                    <a:gd name="GluePoint19X" fmla="*/ 55 w 59"/>
                    <a:gd name="GluePoint19Y" fmla="*/ 64 h 101"/>
                    <a:gd name="GluePoint20X" fmla="*/ 54 w 59"/>
                    <a:gd name="GluePoint20Y" fmla="*/ 71 h 101"/>
                    <a:gd name="GluePoint21X" fmla="*/ 52 w 59"/>
                    <a:gd name="GluePoint21Y" fmla="*/ 95 h 101"/>
                    <a:gd name="GluePoint22X" fmla="*/ 49 w 59"/>
                    <a:gd name="GluePoint22Y" fmla="*/ 101 h 101"/>
                    <a:gd name="GluePoint23X" fmla="*/ 43 w 59"/>
                    <a:gd name="GluePoint23Y" fmla="*/ 98 h 101"/>
                    <a:gd name="GluePoint24X" fmla="*/ 38 w 59"/>
                    <a:gd name="GluePoint24Y" fmla="*/ 86 h 101"/>
                    <a:gd name="GluePoint25X" fmla="*/ 39 w 59"/>
                    <a:gd name="GluePoint25Y" fmla="*/ 78 h 101"/>
                    <a:gd name="GluePoint26X" fmla="*/ 42 w 59"/>
                    <a:gd name="GluePoint26Y" fmla="*/ 47 h 101"/>
                    <a:gd name="GluePoint27X" fmla="*/ 32 w 59"/>
                    <a:gd name="GluePoint27Y" fmla="*/ 44 h 101"/>
                    <a:gd name="GluePoint28X" fmla="*/ 29 w 59"/>
                    <a:gd name="GluePoint28Y" fmla="*/ 64 h 101"/>
                    <a:gd name="GluePoint29X" fmla="*/ 42 w 59"/>
                    <a:gd name="GluePoint29Y" fmla="*/ 47 h 10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</a:cxnLst>
                  <a:rect l="textAreaLeft" t="textAreaTop" r="textAreaRight" b="textAreaBottom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694" name="Freeform 10"/>
                <p:cNvSpPr/>
                <p:nvPr/>
              </p:nvSpPr>
              <p:spPr>
                <a:xfrm>
                  <a:off x="1280880" y="6431400"/>
                  <a:ext cx="103680" cy="223560"/>
                </a:xfrm>
                <a:custGeom>
                  <a:avLst/>
                  <a:gdLst>
                    <a:gd name="textAreaLeft" fmla="*/ 0 w 103680"/>
                    <a:gd name="textAreaRight" fmla="*/ 104040 w 103680"/>
                    <a:gd name="textAreaTop" fmla="*/ 0 h 223560"/>
                    <a:gd name="textAreaBottom" fmla="*/ 223920 h 223560"/>
                    <a:gd name="GluePoint1X" fmla="*/ 11 w 55"/>
                    <a:gd name="GluePoint1Y" fmla="*/ 89 h 120"/>
                    <a:gd name="GluePoint2X" fmla="*/ 10 w 55"/>
                    <a:gd name="GluePoint2Y" fmla="*/ 100 h 120"/>
                    <a:gd name="GluePoint3X" fmla="*/ 6 w 55"/>
                    <a:gd name="GluePoint3Y" fmla="*/ 104 h 120"/>
                    <a:gd name="GluePoint4X" fmla="*/ 1 w 55"/>
                    <a:gd name="GluePoint4Y" fmla="*/ 99 h 120"/>
                    <a:gd name="GluePoint5X" fmla="*/ 3 w 55"/>
                    <a:gd name="GluePoint5Y" fmla="*/ 84 h 120"/>
                    <a:gd name="GluePoint6X" fmla="*/ 14 w 55"/>
                    <a:gd name="GluePoint6Y" fmla="*/ 37 h 120"/>
                    <a:gd name="GluePoint7X" fmla="*/ 22 w 55"/>
                    <a:gd name="GluePoint7Y" fmla="*/ 11 h 120"/>
                    <a:gd name="GluePoint8X" fmla="*/ 26 w 55"/>
                    <a:gd name="GluePoint8Y" fmla="*/ 19 h 120"/>
                    <a:gd name="GluePoint9X" fmla="*/ 20 w 55"/>
                    <a:gd name="GluePoint9Y" fmla="*/ 40 h 120"/>
                    <a:gd name="GluePoint10X" fmla="*/ 27 w 55"/>
                    <a:gd name="GluePoint10Y" fmla="*/ 35 h 120"/>
                    <a:gd name="GluePoint11X" fmla="*/ 35 w 55"/>
                    <a:gd name="GluePoint11Y" fmla="*/ 30 h 120"/>
                    <a:gd name="GluePoint12X" fmla="*/ 33 w 55"/>
                    <a:gd name="GluePoint12Y" fmla="*/ 9 h 120"/>
                    <a:gd name="GluePoint13X" fmla="*/ 28 w 55"/>
                    <a:gd name="GluePoint13Y" fmla="*/ 8 h 120"/>
                    <a:gd name="GluePoint14X" fmla="*/ 19 w 55"/>
                    <a:gd name="GluePoint14Y" fmla="*/ 12 h 120"/>
                    <a:gd name="GluePoint15X" fmla="*/ 12 w 55"/>
                    <a:gd name="GluePoint15Y" fmla="*/ 15 h 120"/>
                    <a:gd name="GluePoint16X" fmla="*/ 9 w 55"/>
                    <a:gd name="GluePoint16Y" fmla="*/ 11 h 120"/>
                    <a:gd name="GluePoint17X" fmla="*/ 11 w 55"/>
                    <a:gd name="GluePoint17Y" fmla="*/ 8 h 120"/>
                    <a:gd name="GluePoint18X" fmla="*/ 31 w 55"/>
                    <a:gd name="GluePoint18Y" fmla="*/ 0 h 120"/>
                    <a:gd name="GluePoint19X" fmla="*/ 45 w 55"/>
                    <a:gd name="GluePoint19Y" fmla="*/ 15 h 120"/>
                    <a:gd name="GluePoint20X" fmla="*/ 44 w 55"/>
                    <a:gd name="GluePoint20Y" fmla="*/ 46 h 120"/>
                    <a:gd name="GluePoint21X" fmla="*/ 48 w 55"/>
                    <a:gd name="GluePoint21Y" fmla="*/ 54 h 120"/>
                    <a:gd name="GluePoint22X" fmla="*/ 48 w 55"/>
                    <a:gd name="GluePoint22Y" fmla="*/ 71 h 120"/>
                    <a:gd name="GluePoint23X" fmla="*/ 44 w 55"/>
                    <a:gd name="GluePoint23Y" fmla="*/ 77 h 120"/>
                    <a:gd name="GluePoint24X" fmla="*/ 44 w 55"/>
                    <a:gd name="GluePoint24Y" fmla="*/ 110 h 120"/>
                    <a:gd name="GluePoint25X" fmla="*/ 44 w 55"/>
                    <a:gd name="GluePoint25Y" fmla="*/ 114 h 120"/>
                    <a:gd name="GluePoint26X" fmla="*/ 41 w 55"/>
                    <a:gd name="GluePoint26Y" fmla="*/ 120 h 120"/>
                    <a:gd name="GluePoint27X" fmla="*/ 32 w 55"/>
                    <a:gd name="GluePoint27Y" fmla="*/ 118 h 120"/>
                    <a:gd name="GluePoint28X" fmla="*/ 13 w 55"/>
                    <a:gd name="GluePoint28Y" fmla="*/ 91 h 120"/>
                    <a:gd name="GluePoint29X" fmla="*/ 12 w 55"/>
                    <a:gd name="GluePoint29Y" fmla="*/ 89 h 120"/>
                    <a:gd name="GluePoint30X" fmla="*/ 11 w 55"/>
                    <a:gd name="GluePoint30Y" fmla="*/ 89 h 120"/>
                    <a:gd name="GluePoint31X" fmla="*/ 24 w 55"/>
                    <a:gd name="GluePoint31Y" fmla="*/ 76 h 120"/>
                    <a:gd name="GluePoint32X" fmla="*/ 23 w 55"/>
                    <a:gd name="GluePoint32Y" fmla="*/ 74 h 120"/>
                    <a:gd name="GluePoint33X" fmla="*/ 27 w 55"/>
                    <a:gd name="GluePoint33Y" fmla="*/ 71 h 120"/>
                    <a:gd name="GluePoint34X" fmla="*/ 33 w 55"/>
                    <a:gd name="GluePoint34Y" fmla="*/ 67 h 120"/>
                    <a:gd name="GluePoint35X" fmla="*/ 32 w 55"/>
                    <a:gd name="GluePoint35Y" fmla="*/ 63 h 120"/>
                    <a:gd name="GluePoint36X" fmla="*/ 22 w 55"/>
                    <a:gd name="GluePoint36Y" fmla="*/ 52 h 120"/>
                    <a:gd name="GluePoint37X" fmla="*/ 18 w 55"/>
                    <a:gd name="GluePoint37Y" fmla="*/ 89 h 120"/>
                    <a:gd name="GluePoint38X" fmla="*/ 33 w 55"/>
                    <a:gd name="GluePoint38Y" fmla="*/ 107 h 120"/>
                    <a:gd name="GluePoint39X" fmla="*/ 35 w 55"/>
                    <a:gd name="GluePoint39Y" fmla="*/ 77 h 120"/>
                    <a:gd name="GluePoint40X" fmla="*/ 31 w 55"/>
                    <a:gd name="GluePoint40Y" fmla="*/ 75 h 120"/>
                    <a:gd name="GluePoint41X" fmla="*/ 24 w 55"/>
                    <a:gd name="GluePoint41Y" fmla="*/ 76 h 12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</a:cxnLst>
                  <a:rect l="textAreaLeft" t="textAreaTop" r="textAreaRight" b="textAreaBottom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695" name="组合 64"/>
              <p:cNvGrpSpPr/>
              <p:nvPr/>
            </p:nvGrpSpPr>
            <p:grpSpPr>
              <a:xfrm>
                <a:off x="587160" y="6381720"/>
                <a:ext cx="241200" cy="304560"/>
                <a:chOff x="587160" y="6381720"/>
                <a:chExt cx="241200" cy="304560"/>
              </a:xfrm>
            </p:grpSpPr>
            <p:sp>
              <p:nvSpPr>
                <p:cNvPr id="696" name="Freeform 13"/>
                <p:cNvSpPr/>
                <p:nvPr/>
              </p:nvSpPr>
              <p:spPr>
                <a:xfrm>
                  <a:off x="587160" y="6381720"/>
                  <a:ext cx="241200" cy="288000"/>
                </a:xfrm>
                <a:custGeom>
                  <a:avLst/>
                  <a:gdLst>
                    <a:gd name="textAreaLeft" fmla="*/ 0 w 241200"/>
                    <a:gd name="textAreaRight" fmla="*/ 241560 w 241200"/>
                    <a:gd name="textAreaTop" fmla="*/ 0 h 288000"/>
                    <a:gd name="textAreaBottom" fmla="*/ 288360 h 288000"/>
                    <a:gd name="GluePoint1X" fmla="*/ 54 w 128"/>
                    <a:gd name="GluePoint1Y" fmla="*/ 76 h 154"/>
                    <a:gd name="GluePoint2X" fmla="*/ 66 w 128"/>
                    <a:gd name="GluePoint2Y" fmla="*/ 53 h 154"/>
                    <a:gd name="GluePoint3X" fmla="*/ 49 w 128"/>
                    <a:gd name="GluePoint3Y" fmla="*/ 47 h 154"/>
                    <a:gd name="GluePoint4X" fmla="*/ 64 w 128"/>
                    <a:gd name="GluePoint4Y" fmla="*/ 44 h 154"/>
                    <a:gd name="GluePoint5X" fmla="*/ 83 w 128"/>
                    <a:gd name="GluePoint5Y" fmla="*/ 6 h 154"/>
                    <a:gd name="GluePoint6X" fmla="*/ 91 w 128"/>
                    <a:gd name="GluePoint6Y" fmla="*/ 11 h 154"/>
                    <a:gd name="GluePoint7X" fmla="*/ 96 w 128"/>
                    <a:gd name="GluePoint7Y" fmla="*/ 36 h 154"/>
                    <a:gd name="GluePoint8X" fmla="*/ 106 w 128"/>
                    <a:gd name="GluePoint8Y" fmla="*/ 41 h 154"/>
                    <a:gd name="GluePoint9X" fmla="*/ 82 w 128"/>
                    <a:gd name="GluePoint9Y" fmla="*/ 50 h 154"/>
                    <a:gd name="GluePoint10X" fmla="*/ 71 w 128"/>
                    <a:gd name="GluePoint10Y" fmla="*/ 65 h 154"/>
                    <a:gd name="GluePoint11X" fmla="*/ 110 w 128"/>
                    <a:gd name="GluePoint11Y" fmla="*/ 74 h 154"/>
                    <a:gd name="GluePoint12X" fmla="*/ 101 w 128"/>
                    <a:gd name="GluePoint12Y" fmla="*/ 87 h 154"/>
                    <a:gd name="GluePoint13X" fmla="*/ 111 w 128"/>
                    <a:gd name="GluePoint13Y" fmla="*/ 98 h 154"/>
                    <a:gd name="GluePoint14X" fmla="*/ 92 w 128"/>
                    <a:gd name="GluePoint14Y" fmla="*/ 104 h 154"/>
                    <a:gd name="GluePoint15X" fmla="*/ 86 w 128"/>
                    <a:gd name="GluePoint15Y" fmla="*/ 116 h 154"/>
                    <a:gd name="GluePoint16X" fmla="*/ 124 w 128"/>
                    <a:gd name="GluePoint16Y" fmla="*/ 112 h 154"/>
                    <a:gd name="GluePoint17X" fmla="*/ 120 w 128"/>
                    <a:gd name="GluePoint17Y" fmla="*/ 122 h 154"/>
                    <a:gd name="GluePoint18X" fmla="*/ 111 w 128"/>
                    <a:gd name="GluePoint18Y" fmla="*/ 144 h 154"/>
                    <a:gd name="GluePoint19X" fmla="*/ 105 w 128"/>
                    <a:gd name="GluePoint19Y" fmla="*/ 153 h 154"/>
                    <a:gd name="GluePoint20X" fmla="*/ 55 w 128"/>
                    <a:gd name="GluePoint20Y" fmla="*/ 129 h 154"/>
                    <a:gd name="GluePoint21X" fmla="*/ 53 w 128"/>
                    <a:gd name="GluePoint21Y" fmla="*/ 121 h 154"/>
                    <a:gd name="GluePoint22X" fmla="*/ 61 w 128"/>
                    <a:gd name="GluePoint22Y" fmla="*/ 125 h 154"/>
                    <a:gd name="GluePoint23X" fmla="*/ 94 w 128"/>
                    <a:gd name="GluePoint23Y" fmla="*/ 140 h 154"/>
                    <a:gd name="GluePoint24X" fmla="*/ 85 w 128"/>
                    <a:gd name="GluePoint24Y" fmla="*/ 127 h 154"/>
                    <a:gd name="GluePoint25X" fmla="*/ 71 w 128"/>
                    <a:gd name="GluePoint25Y" fmla="*/ 108 h 154"/>
                    <a:gd name="GluePoint26X" fmla="*/ 52 w 128"/>
                    <a:gd name="GluePoint26Y" fmla="*/ 113 h 154"/>
                    <a:gd name="GluePoint27X" fmla="*/ 38 w 128"/>
                    <a:gd name="GluePoint27Y" fmla="*/ 97 h 154"/>
                    <a:gd name="GluePoint28X" fmla="*/ 51 w 128"/>
                    <a:gd name="GluePoint28Y" fmla="*/ 97 h 154"/>
                    <a:gd name="GluePoint29X" fmla="*/ 34 w 128"/>
                    <a:gd name="GluePoint29Y" fmla="*/ 93 h 154"/>
                    <a:gd name="GluePoint30X" fmla="*/ 35 w 128"/>
                    <a:gd name="GluePoint30Y" fmla="*/ 105 h 154"/>
                    <a:gd name="GluePoint31X" fmla="*/ 26 w 128"/>
                    <a:gd name="GluePoint31Y" fmla="*/ 154 h 154"/>
                    <a:gd name="GluePoint32X" fmla="*/ 20 w 128"/>
                    <a:gd name="GluePoint32Y" fmla="*/ 118 h 154"/>
                    <a:gd name="GluePoint33X" fmla="*/ 0 w 128"/>
                    <a:gd name="GluePoint33Y" fmla="*/ 103 h 154"/>
                    <a:gd name="GluePoint34X" fmla="*/ 19 w 128"/>
                    <a:gd name="GluePoint34Y" fmla="*/ 72 h 154"/>
                    <a:gd name="GluePoint35X" fmla="*/ 25 w 128"/>
                    <a:gd name="GluePoint35Y" fmla="*/ 51 h 154"/>
                    <a:gd name="GluePoint36X" fmla="*/ 39 w 128"/>
                    <a:gd name="GluePoint36Y" fmla="*/ 14 h 154"/>
                    <a:gd name="GluePoint37X" fmla="*/ 51 w 128"/>
                    <a:gd name="GluePoint37Y" fmla="*/ 24 h 154"/>
                    <a:gd name="GluePoint38X" fmla="*/ 39 w 128"/>
                    <a:gd name="GluePoint38Y" fmla="*/ 44 h 154"/>
                    <a:gd name="GluePoint39X" fmla="*/ 48 w 128"/>
                    <a:gd name="GluePoint39Y" fmla="*/ 73 h 154"/>
                    <a:gd name="GluePoint40X" fmla="*/ 81 w 128"/>
                    <a:gd name="GluePoint40Y" fmla="*/ 90 h 154"/>
                    <a:gd name="GluePoint41X" fmla="*/ 92 w 128"/>
                    <a:gd name="GluePoint41Y" fmla="*/ 71 h 154"/>
                    <a:gd name="GluePoint42X" fmla="*/ 81 w 128"/>
                    <a:gd name="GluePoint42Y" fmla="*/ 80 h 154"/>
                    <a:gd name="GluePoint43X" fmla="*/ 76 w 128"/>
                    <a:gd name="GluePoint43Y" fmla="*/ 73 h 154"/>
                    <a:gd name="GluePoint44X" fmla="*/ 67 w 128"/>
                    <a:gd name="GluePoint44Y" fmla="*/ 79 h 154"/>
                    <a:gd name="GluePoint45X" fmla="*/ 76 w 128"/>
                    <a:gd name="GluePoint45Y" fmla="*/ 73 h 154"/>
                    <a:gd name="GluePoint46X" fmla="*/ 56 w 128"/>
                    <a:gd name="GluePoint46Y" fmla="*/ 88 h 154"/>
                    <a:gd name="GluePoint47X" fmla="*/ 63 w 128"/>
                    <a:gd name="GluePoint47Y" fmla="*/ 81 h 154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</a:cxnLst>
                  <a:rect l="textAreaLeft" t="textAreaTop" r="textAreaRight" b="textAreaBottom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697" name="Freeform 14"/>
                <p:cNvSpPr/>
                <p:nvPr/>
              </p:nvSpPr>
              <p:spPr>
                <a:xfrm>
                  <a:off x="653760" y="6606360"/>
                  <a:ext cx="29520" cy="79920"/>
                </a:xfrm>
                <a:custGeom>
                  <a:avLst/>
                  <a:gdLst>
                    <a:gd name="textAreaLeft" fmla="*/ 0 w 29520"/>
                    <a:gd name="textAreaRight" fmla="*/ 29880 w 29520"/>
                    <a:gd name="textAreaTop" fmla="*/ 0 h 79920"/>
                    <a:gd name="textAreaBottom" fmla="*/ 80280 h 79920"/>
                    <a:gd name="GluePoint1X" fmla="*/ 9 w 16"/>
                    <a:gd name="GluePoint1Y" fmla="*/ 0 h 43"/>
                    <a:gd name="GluePoint2X" fmla="*/ 15 w 16"/>
                    <a:gd name="GluePoint2Y" fmla="*/ 11 h 43"/>
                    <a:gd name="GluePoint3X" fmla="*/ 9 w 16"/>
                    <a:gd name="GluePoint3Y" fmla="*/ 43 h 43"/>
                    <a:gd name="GluePoint4X" fmla="*/ 2 w 16"/>
                    <a:gd name="GluePoint4Y" fmla="*/ 39 h 43"/>
                    <a:gd name="GluePoint5X" fmla="*/ 0 w 16"/>
                    <a:gd name="GluePoint5Y" fmla="*/ 35 h 43"/>
                    <a:gd name="GluePoint6X" fmla="*/ 9 w 16"/>
                    <a:gd name="GluePoint6Y" fmla="*/ 0 h 4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34200" tIns="39960" rIns="34200" bIns="3996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698" name="组合 65"/>
              <p:cNvGrpSpPr/>
              <p:nvPr/>
            </p:nvGrpSpPr>
            <p:grpSpPr>
              <a:xfrm>
                <a:off x="914400" y="6468840"/>
                <a:ext cx="161640" cy="139320"/>
                <a:chOff x="914400" y="6468840"/>
                <a:chExt cx="161640" cy="139320"/>
              </a:xfrm>
            </p:grpSpPr>
            <p:sp>
              <p:nvSpPr>
                <p:cNvPr id="699" name="Freeform 18"/>
                <p:cNvSpPr/>
                <p:nvPr/>
              </p:nvSpPr>
              <p:spPr>
                <a:xfrm>
                  <a:off x="968760" y="6468840"/>
                  <a:ext cx="107280" cy="139320"/>
                </a:xfrm>
                <a:custGeom>
                  <a:avLst/>
                  <a:gdLst>
                    <a:gd name="textAreaLeft" fmla="*/ 0 w 107280"/>
                    <a:gd name="textAreaRight" fmla="*/ 107640 w 107280"/>
                    <a:gd name="textAreaTop" fmla="*/ 0 h 139320"/>
                    <a:gd name="textAreaBottom" fmla="*/ 139680 h 139320"/>
                    <a:gd name="GluePoint1X" fmla="*/ 49 w 57"/>
                    <a:gd name="GluePoint1Y" fmla="*/ 74 h 75"/>
                    <a:gd name="GluePoint2X" fmla="*/ 40 w 57"/>
                    <a:gd name="GluePoint2Y" fmla="*/ 67 h 75"/>
                    <a:gd name="GluePoint3X" fmla="*/ 33 w 57"/>
                    <a:gd name="GluePoint3Y" fmla="*/ 48 h 75"/>
                    <a:gd name="GluePoint4X" fmla="*/ 27 w 57"/>
                    <a:gd name="GluePoint4Y" fmla="*/ 46 h 75"/>
                    <a:gd name="GluePoint5X" fmla="*/ 11 w 57"/>
                    <a:gd name="GluePoint5Y" fmla="*/ 60 h 75"/>
                    <a:gd name="GluePoint6X" fmla="*/ 5 w 57"/>
                    <a:gd name="GluePoint6Y" fmla="*/ 60 h 75"/>
                    <a:gd name="GluePoint7X" fmla="*/ 6 w 57"/>
                    <a:gd name="GluePoint7Y" fmla="*/ 46 h 75"/>
                    <a:gd name="GluePoint8X" fmla="*/ 27 w 57"/>
                    <a:gd name="GluePoint8Y" fmla="*/ 26 h 75"/>
                    <a:gd name="GluePoint9X" fmla="*/ 40 w 57"/>
                    <a:gd name="GluePoint9Y" fmla="*/ 10 h 75"/>
                    <a:gd name="GluePoint10X" fmla="*/ 41 w 57"/>
                    <a:gd name="GluePoint10Y" fmla="*/ 6 h 75"/>
                    <a:gd name="GluePoint11X" fmla="*/ 45 w 57"/>
                    <a:gd name="GluePoint11Y" fmla="*/ 0 h 75"/>
                    <a:gd name="GluePoint12X" fmla="*/ 53 w 57"/>
                    <a:gd name="GluePoint12Y" fmla="*/ 3 h 75"/>
                    <a:gd name="GluePoint13X" fmla="*/ 53 w 57"/>
                    <a:gd name="GluePoint13Y" fmla="*/ 20 h 75"/>
                    <a:gd name="GluePoint14X" fmla="*/ 37 w 57"/>
                    <a:gd name="GluePoint14Y" fmla="*/ 38 h 75"/>
                    <a:gd name="GluePoint15X" fmla="*/ 49 w 57"/>
                    <a:gd name="GluePoint15Y" fmla="*/ 74 h 7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700" name="Freeform 19"/>
                <p:cNvSpPr/>
                <p:nvPr/>
              </p:nvSpPr>
              <p:spPr>
                <a:xfrm>
                  <a:off x="914400" y="6503760"/>
                  <a:ext cx="54000" cy="102960"/>
                </a:xfrm>
                <a:custGeom>
                  <a:avLst/>
                  <a:gdLst>
                    <a:gd name="textAreaLeft" fmla="*/ 0 w 54000"/>
                    <a:gd name="textAreaRight" fmla="*/ 54360 w 54000"/>
                    <a:gd name="textAreaTop" fmla="*/ 0 h 102960"/>
                    <a:gd name="textAreaBottom" fmla="*/ 103320 h 102960"/>
                    <a:gd name="GluePoint1X" fmla="*/ 12 w 29"/>
                    <a:gd name="GluePoint1Y" fmla="*/ 30 h 55"/>
                    <a:gd name="GluePoint2X" fmla="*/ 20 w 29"/>
                    <a:gd name="GluePoint2Y" fmla="*/ 7 h 55"/>
                    <a:gd name="GluePoint3X" fmla="*/ 25 w 29"/>
                    <a:gd name="GluePoint3Y" fmla="*/ 1 h 55"/>
                    <a:gd name="GluePoint4X" fmla="*/ 26 w 29"/>
                    <a:gd name="GluePoint4Y" fmla="*/ 9 h 55"/>
                    <a:gd name="GluePoint5X" fmla="*/ 16 w 29"/>
                    <a:gd name="GluePoint5Y" fmla="*/ 39 h 55"/>
                    <a:gd name="GluePoint6X" fmla="*/ 13 w 29"/>
                    <a:gd name="GluePoint6Y" fmla="*/ 52 h 55"/>
                    <a:gd name="GluePoint7X" fmla="*/ 7 w 29"/>
                    <a:gd name="GluePoint7Y" fmla="*/ 54 h 55"/>
                    <a:gd name="GluePoint8X" fmla="*/ 2 w 29"/>
                    <a:gd name="GluePoint8Y" fmla="*/ 41 h 55"/>
                    <a:gd name="GluePoint9X" fmla="*/ 3 w 29"/>
                    <a:gd name="GluePoint9Y" fmla="*/ 32 h 55"/>
                    <a:gd name="GluePoint10X" fmla="*/ 2 w 29"/>
                    <a:gd name="GluePoint10Y" fmla="*/ 6 h 55"/>
                    <a:gd name="GluePoint11X" fmla="*/ 6 w 29"/>
                    <a:gd name="GluePoint11Y" fmla="*/ 5 h 55"/>
                    <a:gd name="GluePoint12X" fmla="*/ 10 w 29"/>
                    <a:gd name="GluePoint12Y" fmla="*/ 14 h 55"/>
                    <a:gd name="GluePoint13X" fmla="*/ 11 w 29"/>
                    <a:gd name="GluePoint13Y" fmla="*/ 30 h 55"/>
                    <a:gd name="GluePoint14X" fmla="*/ 12 w 29"/>
                    <a:gd name="GluePoint14Y" fmla="*/ 30 h 5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61920" rIns="6192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701" name="Freeform 20"/>
                <p:cNvSpPr/>
                <p:nvPr/>
              </p:nvSpPr>
              <p:spPr>
                <a:xfrm>
                  <a:off x="946440" y="6470280"/>
                  <a:ext cx="50040" cy="31680"/>
                </a:xfrm>
                <a:custGeom>
                  <a:avLst/>
                  <a:gdLst>
                    <a:gd name="textAreaLeft" fmla="*/ 0 w 50040"/>
                    <a:gd name="textAreaRight" fmla="*/ 50400 w 50040"/>
                    <a:gd name="textAreaTop" fmla="*/ 0 h 31680"/>
                    <a:gd name="textAreaBottom" fmla="*/ 32040 h 31680"/>
                    <a:gd name="GluePoint1X" fmla="*/ 27 w 27"/>
                    <a:gd name="GluePoint1Y" fmla="*/ 1 h 17"/>
                    <a:gd name="GluePoint2X" fmla="*/ 16 w 27"/>
                    <a:gd name="GluePoint2Y" fmla="*/ 14 h 17"/>
                    <a:gd name="GluePoint3X" fmla="*/ 5 w 27"/>
                    <a:gd name="GluePoint3Y" fmla="*/ 13 h 17"/>
                    <a:gd name="GluePoint4X" fmla="*/ 0 w 27"/>
                    <a:gd name="GluePoint4Y" fmla="*/ 4 h 17"/>
                    <a:gd name="GluePoint5X" fmla="*/ 9 w 27"/>
                    <a:gd name="GluePoint5Y" fmla="*/ 2 h 17"/>
                    <a:gd name="GluePoint6X" fmla="*/ 27 w 27"/>
                    <a:gd name="GluePoint6Y" fmla="*/ 0 h 17"/>
                    <a:gd name="GluePoint7X" fmla="*/ 27 w 27"/>
                    <a:gd name="GluePoint7Y" fmla="*/ 1 h 1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</a:cxnLst>
                  <a:rect l="textAreaLeft" t="textAreaTop" r="textAreaRight" b="textAreaBottom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7240" tIns="15840" rIns="57240" bIns="158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702" name="组合 66"/>
              <p:cNvGrpSpPr/>
              <p:nvPr/>
            </p:nvGrpSpPr>
            <p:grpSpPr>
              <a:xfrm>
                <a:off x="1501920" y="6443640"/>
                <a:ext cx="185400" cy="184680"/>
                <a:chOff x="1501920" y="6443640"/>
                <a:chExt cx="185400" cy="184680"/>
              </a:xfrm>
            </p:grpSpPr>
            <p:sp>
              <p:nvSpPr>
                <p:cNvPr id="703" name="Freeform 11"/>
                <p:cNvSpPr/>
                <p:nvPr/>
              </p:nvSpPr>
              <p:spPr>
                <a:xfrm>
                  <a:off x="1557720" y="6443640"/>
                  <a:ext cx="129600" cy="181440"/>
                </a:xfrm>
                <a:custGeom>
                  <a:avLst/>
                  <a:gdLst>
                    <a:gd name="textAreaLeft" fmla="*/ 0 w 129600"/>
                    <a:gd name="textAreaRight" fmla="*/ 129960 w 129600"/>
                    <a:gd name="textAreaTop" fmla="*/ 0 h 181440"/>
                    <a:gd name="textAreaBottom" fmla="*/ 181800 h 181440"/>
                    <a:gd name="GluePoint1X" fmla="*/ 29 w 72"/>
                    <a:gd name="GluePoint1Y" fmla="*/ 49 h 102"/>
                    <a:gd name="GluePoint2X" fmla="*/ 15 w 72"/>
                    <a:gd name="GluePoint2Y" fmla="*/ 43 h 102"/>
                    <a:gd name="GluePoint3X" fmla="*/ 10 w 72"/>
                    <a:gd name="GluePoint3Y" fmla="*/ 21 h 102"/>
                    <a:gd name="GluePoint4X" fmla="*/ 13 w 72"/>
                    <a:gd name="GluePoint4Y" fmla="*/ 15 h 102"/>
                    <a:gd name="GluePoint5X" fmla="*/ 19 w 72"/>
                    <a:gd name="GluePoint5Y" fmla="*/ 18 h 102"/>
                    <a:gd name="GluePoint6X" fmla="*/ 20 w 72"/>
                    <a:gd name="GluePoint6Y" fmla="*/ 26 h 102"/>
                    <a:gd name="GluePoint7X" fmla="*/ 35 w 72"/>
                    <a:gd name="GluePoint7Y" fmla="*/ 22 h 102"/>
                    <a:gd name="GluePoint8X" fmla="*/ 40 w 72"/>
                    <a:gd name="GluePoint8Y" fmla="*/ 16 h 102"/>
                    <a:gd name="GluePoint9X" fmla="*/ 43 w 72"/>
                    <a:gd name="GluePoint9Y" fmla="*/ 14 h 102"/>
                    <a:gd name="GluePoint10X" fmla="*/ 44 w 72"/>
                    <a:gd name="GluePoint10Y" fmla="*/ 19 h 102"/>
                    <a:gd name="GluePoint11X" fmla="*/ 43 w 72"/>
                    <a:gd name="GluePoint11Y" fmla="*/ 28 h 102"/>
                    <a:gd name="GluePoint12X" fmla="*/ 36 w 72"/>
                    <a:gd name="GluePoint12Y" fmla="*/ 40 h 102"/>
                    <a:gd name="GluePoint13X" fmla="*/ 37 w 72"/>
                    <a:gd name="GluePoint13Y" fmla="*/ 42 h 102"/>
                    <a:gd name="GluePoint14X" fmla="*/ 44 w 72"/>
                    <a:gd name="GluePoint14Y" fmla="*/ 38 h 102"/>
                    <a:gd name="GluePoint15X" fmla="*/ 56 w 72"/>
                    <a:gd name="GluePoint15Y" fmla="*/ 20 h 102"/>
                    <a:gd name="GluePoint16X" fmla="*/ 49 w 72"/>
                    <a:gd name="GluePoint16Y" fmla="*/ 9 h 102"/>
                    <a:gd name="GluePoint17X" fmla="*/ 28 w 72"/>
                    <a:gd name="GluePoint17Y" fmla="*/ 14 h 102"/>
                    <a:gd name="GluePoint18X" fmla="*/ 20 w 72"/>
                    <a:gd name="GluePoint18Y" fmla="*/ 13 h 102"/>
                    <a:gd name="GluePoint19X" fmla="*/ 22 w 72"/>
                    <a:gd name="GluePoint19Y" fmla="*/ 6 h 102"/>
                    <a:gd name="GluePoint20X" fmla="*/ 50 w 72"/>
                    <a:gd name="GluePoint20Y" fmla="*/ 1 h 102"/>
                    <a:gd name="GluePoint21X" fmla="*/ 68 w 72"/>
                    <a:gd name="GluePoint21Y" fmla="*/ 12 h 102"/>
                    <a:gd name="GluePoint22X" fmla="*/ 67 w 72"/>
                    <a:gd name="GluePoint22Y" fmla="*/ 24 h 102"/>
                    <a:gd name="GluePoint23X" fmla="*/ 49 w 72"/>
                    <a:gd name="GluePoint23Y" fmla="*/ 48 h 102"/>
                    <a:gd name="GluePoint24X" fmla="*/ 42 w 72"/>
                    <a:gd name="GluePoint24Y" fmla="*/ 49 h 102"/>
                    <a:gd name="GluePoint25X" fmla="*/ 37 w 72"/>
                    <a:gd name="GluePoint25Y" fmla="*/ 47 h 102"/>
                    <a:gd name="GluePoint26X" fmla="*/ 35 w 72"/>
                    <a:gd name="GluePoint26Y" fmla="*/ 52 h 102"/>
                    <a:gd name="GluePoint27X" fmla="*/ 41 w 72"/>
                    <a:gd name="GluePoint27Y" fmla="*/ 58 h 102"/>
                    <a:gd name="GluePoint28X" fmla="*/ 48 w 72"/>
                    <a:gd name="GluePoint28Y" fmla="*/ 57 h 102"/>
                    <a:gd name="GluePoint29X" fmla="*/ 53 w 72"/>
                    <a:gd name="GluePoint29Y" fmla="*/ 59 h 102"/>
                    <a:gd name="GluePoint30X" fmla="*/ 53 w 72"/>
                    <a:gd name="GluePoint30Y" fmla="*/ 66 h 102"/>
                    <a:gd name="GluePoint31X" fmla="*/ 48 w 72"/>
                    <a:gd name="GluePoint31Y" fmla="*/ 70 h 102"/>
                    <a:gd name="GluePoint32X" fmla="*/ 37 w 72"/>
                    <a:gd name="GluePoint32Y" fmla="*/ 81 h 102"/>
                    <a:gd name="GluePoint33X" fmla="*/ 45 w 72"/>
                    <a:gd name="GluePoint33Y" fmla="*/ 81 h 102"/>
                    <a:gd name="GluePoint34X" fmla="*/ 57 w 72"/>
                    <a:gd name="GluePoint34Y" fmla="*/ 89 h 102"/>
                    <a:gd name="GluePoint35X" fmla="*/ 51 w 72"/>
                    <a:gd name="GluePoint35Y" fmla="*/ 98 h 102"/>
                    <a:gd name="GluePoint36X" fmla="*/ 26 w 72"/>
                    <a:gd name="GluePoint36Y" fmla="*/ 101 h 102"/>
                    <a:gd name="GluePoint37X" fmla="*/ 17 w 72"/>
                    <a:gd name="GluePoint37Y" fmla="*/ 96 h 102"/>
                    <a:gd name="GluePoint38X" fmla="*/ 15 w 72"/>
                    <a:gd name="GluePoint38Y" fmla="*/ 94 h 102"/>
                    <a:gd name="GluePoint39X" fmla="*/ 19 w 72"/>
                    <a:gd name="GluePoint39Y" fmla="*/ 77 h 102"/>
                    <a:gd name="GluePoint40X" fmla="*/ 27 w 72"/>
                    <a:gd name="GluePoint40Y" fmla="*/ 70 h 102"/>
                    <a:gd name="GluePoint41X" fmla="*/ 27 w 72"/>
                    <a:gd name="GluePoint41Y" fmla="*/ 69 h 102"/>
                    <a:gd name="GluePoint42X" fmla="*/ 21 w 72"/>
                    <a:gd name="GluePoint42Y" fmla="*/ 71 h 102"/>
                    <a:gd name="GluePoint43X" fmla="*/ 9 w 72"/>
                    <a:gd name="GluePoint43Y" fmla="*/ 76 h 102"/>
                    <a:gd name="GluePoint44X" fmla="*/ 3 w 72"/>
                    <a:gd name="GluePoint44Y" fmla="*/ 75 h 102"/>
                    <a:gd name="GluePoint45X" fmla="*/ 4 w 72"/>
                    <a:gd name="GluePoint45Y" fmla="*/ 69 h 102"/>
                    <a:gd name="GluePoint46X" fmla="*/ 26 w 72"/>
                    <a:gd name="GluePoint46Y" fmla="*/ 60 h 102"/>
                    <a:gd name="GluePoint47X" fmla="*/ 28 w 72"/>
                    <a:gd name="GluePoint47Y" fmla="*/ 57 h 102"/>
                    <a:gd name="GluePoint48X" fmla="*/ 29 w 72"/>
                    <a:gd name="GluePoint48Y" fmla="*/ 49 h 102"/>
                    <a:gd name="GluePoint49X" fmla="*/ 34 w 72"/>
                    <a:gd name="GluePoint49Y" fmla="*/ 29 h 102"/>
                    <a:gd name="GluePoint50X" fmla="*/ 33 w 72"/>
                    <a:gd name="GluePoint50Y" fmla="*/ 28 h 102"/>
                    <a:gd name="GluePoint51X" fmla="*/ 26 w 72"/>
                    <a:gd name="GluePoint51Y" fmla="*/ 32 h 102"/>
                    <a:gd name="GluePoint52X" fmla="*/ 23 w 72"/>
                    <a:gd name="GluePoint52Y" fmla="*/ 36 h 102"/>
                    <a:gd name="GluePoint53X" fmla="*/ 26 w 72"/>
                    <a:gd name="GluePoint53Y" fmla="*/ 42 h 102"/>
                    <a:gd name="GluePoint54X" fmla="*/ 31 w 72"/>
                    <a:gd name="GluePoint54Y" fmla="*/ 40 h 102"/>
                    <a:gd name="GluePoint55X" fmla="*/ 34 w 72"/>
                    <a:gd name="GluePoint55Y" fmla="*/ 29 h 10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  <a:cxn ang="0">
                      <a:pos x="GluePoint50X" y="GluePoint50Y"/>
                    </a:cxn>
                    <a:cxn ang="0">
                      <a:pos x="GluePoint51X" y="GluePoint51Y"/>
                    </a:cxn>
                    <a:cxn ang="0">
                      <a:pos x="GluePoint52X" y="GluePoint52Y"/>
                    </a:cxn>
                    <a:cxn ang="0">
                      <a:pos x="GluePoint53X" y="GluePoint53Y"/>
                    </a:cxn>
                    <a:cxn ang="0">
                      <a:pos x="GluePoint54X" y="GluePoint54Y"/>
                    </a:cxn>
                    <a:cxn ang="0">
                      <a:pos x="GluePoint55X" y="GluePoint55Y"/>
                    </a:cxn>
                  </a:cxnLst>
                  <a:rect l="textAreaLeft" t="textAreaTop" r="textAreaRight" b="textAreaBottom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704" name="Freeform 12"/>
                <p:cNvSpPr/>
                <p:nvPr/>
              </p:nvSpPr>
              <p:spPr>
                <a:xfrm>
                  <a:off x="1501920" y="6453360"/>
                  <a:ext cx="69480" cy="174960"/>
                </a:xfrm>
                <a:custGeom>
                  <a:avLst/>
                  <a:gdLst>
                    <a:gd name="textAreaLeft" fmla="*/ 0 w 69480"/>
                    <a:gd name="textAreaRight" fmla="*/ 69840 w 69480"/>
                    <a:gd name="textAreaTop" fmla="*/ 0 h 174960"/>
                    <a:gd name="textAreaBottom" fmla="*/ 175320 h 174960"/>
                    <a:gd name="GluePoint1X" fmla="*/ 30 w 39"/>
                    <a:gd name="GluePoint1Y" fmla="*/ 44 h 98"/>
                    <a:gd name="GluePoint2X" fmla="*/ 36 w 39"/>
                    <a:gd name="GluePoint2Y" fmla="*/ 34 h 98"/>
                    <a:gd name="GluePoint3X" fmla="*/ 37 w 39"/>
                    <a:gd name="GluePoint3Y" fmla="*/ 51 h 98"/>
                    <a:gd name="GluePoint4X" fmla="*/ 25 w 39"/>
                    <a:gd name="GluePoint4Y" fmla="*/ 82 h 98"/>
                    <a:gd name="GluePoint5X" fmla="*/ 21 w 39"/>
                    <a:gd name="GluePoint5Y" fmla="*/ 98 h 98"/>
                    <a:gd name="GluePoint6X" fmla="*/ 13 w 39"/>
                    <a:gd name="GluePoint6Y" fmla="*/ 96 h 98"/>
                    <a:gd name="GluePoint7X" fmla="*/ 5 w 39"/>
                    <a:gd name="GluePoint7Y" fmla="*/ 83 h 98"/>
                    <a:gd name="GluePoint8X" fmla="*/ 11 w 39"/>
                    <a:gd name="GluePoint8Y" fmla="*/ 62 h 98"/>
                    <a:gd name="GluePoint9X" fmla="*/ 9 w 39"/>
                    <a:gd name="GluePoint9Y" fmla="*/ 43 h 98"/>
                    <a:gd name="GluePoint10X" fmla="*/ 12 w 39"/>
                    <a:gd name="GluePoint10Y" fmla="*/ 38 h 98"/>
                    <a:gd name="GluePoint11X" fmla="*/ 18 w 39"/>
                    <a:gd name="GluePoint11Y" fmla="*/ 33 h 98"/>
                    <a:gd name="GluePoint12X" fmla="*/ 23 w 39"/>
                    <a:gd name="GluePoint12Y" fmla="*/ 12 h 98"/>
                    <a:gd name="GluePoint13X" fmla="*/ 11 w 39"/>
                    <a:gd name="GluePoint13Y" fmla="*/ 16 h 98"/>
                    <a:gd name="GluePoint14X" fmla="*/ 2 w 39"/>
                    <a:gd name="GluePoint14Y" fmla="*/ 16 h 98"/>
                    <a:gd name="GluePoint15X" fmla="*/ 0 w 39"/>
                    <a:gd name="GluePoint15Y" fmla="*/ 12 h 98"/>
                    <a:gd name="GluePoint16X" fmla="*/ 3 w 39"/>
                    <a:gd name="GluePoint16Y" fmla="*/ 10 h 98"/>
                    <a:gd name="GluePoint17X" fmla="*/ 16 w 39"/>
                    <a:gd name="GluePoint17Y" fmla="*/ 7 h 98"/>
                    <a:gd name="GluePoint18X" fmla="*/ 26 w 39"/>
                    <a:gd name="GluePoint18Y" fmla="*/ 2 h 98"/>
                    <a:gd name="GluePoint19X" fmla="*/ 32 w 39"/>
                    <a:gd name="GluePoint19Y" fmla="*/ 1 h 98"/>
                    <a:gd name="GluePoint20X" fmla="*/ 35 w 39"/>
                    <a:gd name="GluePoint20Y" fmla="*/ 9 h 98"/>
                    <a:gd name="GluePoint21X" fmla="*/ 34 w 39"/>
                    <a:gd name="GluePoint21Y" fmla="*/ 11 h 98"/>
                    <a:gd name="GluePoint22X" fmla="*/ 27 w 39"/>
                    <a:gd name="GluePoint22Y" fmla="*/ 38 h 98"/>
                    <a:gd name="GluePoint23X" fmla="*/ 28 w 39"/>
                    <a:gd name="GluePoint23Y" fmla="*/ 44 h 98"/>
                    <a:gd name="GluePoint24X" fmla="*/ 30 w 39"/>
                    <a:gd name="GluePoint24Y" fmla="*/ 44 h 9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</a:cxnLst>
                  <a:rect l="textAreaLeft" t="textAreaTop" r="textAreaRight" b="textAreaBottom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1840" rIns="518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</p:grp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页样式5-一段一图-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文本框 5"/>
          <p:cNvSpPr/>
          <p:nvPr/>
        </p:nvSpPr>
        <p:spPr>
          <a:xfrm>
            <a:off x="11233080" y="6353280"/>
            <a:ext cx="55044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>
              <a:lnSpc>
                <a:spcPct val="100000"/>
              </a:lnSpc>
            </a:pPr>
            <a:fld id="{021A6EE5-2631-47EF-951E-C1329B6F1F1D}" type="slidenum">
              <a:rPr lang="en-US" sz="1600" b="0" u="none" strike="noStrike">
                <a:solidFill>
                  <a:schemeClr val="accent3"/>
                </a:solidFill>
                <a:effectLst/>
                <a:uFillTx/>
                <a:latin typeface="微软雅黑"/>
                <a:ea typeface="微软雅黑"/>
              </a:rPr>
              <a:t>1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06" name="直接连接符 89"/>
          <p:cNvCxnSpPr/>
          <p:nvPr/>
        </p:nvCxnSpPr>
        <p:spPr>
          <a:xfrm>
            <a:off x="442800" y="6264000"/>
            <a:ext cx="11306520" cy="36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</a:ln>
        </p:spPr>
      </p:cxnSp>
      <p:grpSp>
        <p:nvGrpSpPr>
          <p:cNvPr id="707" name="组合 60"/>
          <p:cNvGrpSpPr/>
          <p:nvPr/>
        </p:nvGrpSpPr>
        <p:grpSpPr>
          <a:xfrm>
            <a:off x="587160" y="6381720"/>
            <a:ext cx="2479320" cy="304560"/>
            <a:chOff x="587160" y="6381720"/>
            <a:chExt cx="2479320" cy="304560"/>
          </a:xfrm>
        </p:grpSpPr>
        <p:grpSp>
          <p:nvGrpSpPr>
            <p:cNvPr id="708" name="组合 61"/>
            <p:cNvGrpSpPr/>
            <p:nvPr/>
          </p:nvGrpSpPr>
          <p:grpSpPr>
            <a:xfrm>
              <a:off x="2014200" y="6385320"/>
              <a:ext cx="1052280" cy="298080"/>
              <a:chOff x="2014200" y="6385320"/>
              <a:chExt cx="1052280" cy="298080"/>
            </a:xfrm>
          </p:grpSpPr>
          <p:sp>
            <p:nvSpPr>
              <p:cNvPr id="709" name="Freeform 5"/>
              <p:cNvSpPr/>
              <p:nvPr/>
            </p:nvSpPr>
            <p:spPr>
              <a:xfrm>
                <a:off x="2595600" y="6404040"/>
                <a:ext cx="234720" cy="264960"/>
              </a:xfrm>
              <a:custGeom>
                <a:avLst/>
                <a:gdLst>
                  <a:gd name="textAreaLeft" fmla="*/ 0 w 234720"/>
                  <a:gd name="textAreaRight" fmla="*/ 235080 w 234720"/>
                  <a:gd name="textAreaTop" fmla="*/ 0 h 264960"/>
                  <a:gd name="textAreaBottom" fmla="*/ 265320 h 264960"/>
                  <a:gd name="GluePoint1X" fmla="*/ 41 w 125"/>
                  <a:gd name="GluePoint1Y" fmla="*/ 16 h 142"/>
                  <a:gd name="GluePoint2X" fmla="*/ 49 w 125"/>
                  <a:gd name="GluePoint2Y" fmla="*/ 3 h 142"/>
                  <a:gd name="GluePoint3X" fmla="*/ 62 w 125"/>
                  <a:gd name="GluePoint3Y" fmla="*/ 20 h 142"/>
                  <a:gd name="GluePoint4X" fmla="*/ 64 w 125"/>
                  <a:gd name="GluePoint4Y" fmla="*/ 33 h 142"/>
                  <a:gd name="GluePoint5X" fmla="*/ 50 w 125"/>
                  <a:gd name="GluePoint5Y" fmla="*/ 34 h 142"/>
                  <a:gd name="GluePoint6X" fmla="*/ 58 w 125"/>
                  <a:gd name="GluePoint6Y" fmla="*/ 58 h 142"/>
                  <a:gd name="GluePoint7X" fmla="*/ 75 w 125"/>
                  <a:gd name="GluePoint7Y" fmla="*/ 59 h 142"/>
                  <a:gd name="GluePoint8X" fmla="*/ 71 w 125"/>
                  <a:gd name="GluePoint8Y" fmla="*/ 50 h 142"/>
                  <a:gd name="GluePoint9X" fmla="*/ 81 w 125"/>
                  <a:gd name="GluePoint9Y" fmla="*/ 47 h 142"/>
                  <a:gd name="GluePoint10X" fmla="*/ 65 w 125"/>
                  <a:gd name="GluePoint10Y" fmla="*/ 42 h 142"/>
                  <a:gd name="GluePoint11X" fmla="*/ 63 w 125"/>
                  <a:gd name="GluePoint11Y" fmla="*/ 37 h 142"/>
                  <a:gd name="GluePoint12X" fmla="*/ 85 w 125"/>
                  <a:gd name="GluePoint12Y" fmla="*/ 27 h 142"/>
                  <a:gd name="GluePoint13X" fmla="*/ 93 w 125"/>
                  <a:gd name="GluePoint13Y" fmla="*/ 2 h 142"/>
                  <a:gd name="GluePoint14X" fmla="*/ 99 w 125"/>
                  <a:gd name="GluePoint14Y" fmla="*/ 5 h 142"/>
                  <a:gd name="GluePoint15X" fmla="*/ 111 w 125"/>
                  <a:gd name="GluePoint15Y" fmla="*/ 30 h 142"/>
                  <a:gd name="GluePoint16X" fmla="*/ 102 w 125"/>
                  <a:gd name="GluePoint16Y" fmla="*/ 34 h 142"/>
                  <a:gd name="GluePoint17X" fmla="*/ 95 w 125"/>
                  <a:gd name="GluePoint17Y" fmla="*/ 59 h 142"/>
                  <a:gd name="GluePoint18X" fmla="*/ 123 w 125"/>
                  <a:gd name="GluePoint18Y" fmla="*/ 61 h 142"/>
                  <a:gd name="GluePoint19X" fmla="*/ 110 w 125"/>
                  <a:gd name="GluePoint19Y" fmla="*/ 71 h 142"/>
                  <a:gd name="GluePoint20X" fmla="*/ 104 w 125"/>
                  <a:gd name="GluePoint20Y" fmla="*/ 82 h 142"/>
                  <a:gd name="GluePoint21X" fmla="*/ 112 w 125"/>
                  <a:gd name="GluePoint21Y" fmla="*/ 134 h 142"/>
                  <a:gd name="GluePoint22X" fmla="*/ 102 w 125"/>
                  <a:gd name="GluePoint22Y" fmla="*/ 140 h 142"/>
                  <a:gd name="GluePoint23X" fmla="*/ 89 w 125"/>
                  <a:gd name="GluePoint23Y" fmla="*/ 123 h 142"/>
                  <a:gd name="GluePoint24X" fmla="*/ 101 w 125"/>
                  <a:gd name="GluePoint24Y" fmla="*/ 128 h 142"/>
                  <a:gd name="GluePoint25X" fmla="*/ 101 w 125"/>
                  <a:gd name="GluePoint25Y" fmla="*/ 92 h 142"/>
                  <a:gd name="GluePoint26X" fmla="*/ 97 w 125"/>
                  <a:gd name="GluePoint26Y" fmla="*/ 99 h 142"/>
                  <a:gd name="GluePoint27X" fmla="*/ 90 w 125"/>
                  <a:gd name="GluePoint27Y" fmla="*/ 103 h 142"/>
                  <a:gd name="GluePoint28X" fmla="*/ 86 w 125"/>
                  <a:gd name="GluePoint28Y" fmla="*/ 110 h 142"/>
                  <a:gd name="GluePoint29X" fmla="*/ 81 w 125"/>
                  <a:gd name="GluePoint29Y" fmla="*/ 120 h 142"/>
                  <a:gd name="GluePoint30X" fmla="*/ 88 w 125"/>
                  <a:gd name="GluePoint30Y" fmla="*/ 71 h 142"/>
                  <a:gd name="GluePoint31X" fmla="*/ 60 w 125"/>
                  <a:gd name="GluePoint31Y" fmla="*/ 87 h 142"/>
                  <a:gd name="GluePoint32X" fmla="*/ 53 w 125"/>
                  <a:gd name="GluePoint32Y" fmla="*/ 89 h 142"/>
                  <a:gd name="GluePoint33X" fmla="*/ 51 w 125"/>
                  <a:gd name="GluePoint33Y" fmla="*/ 128 h 142"/>
                  <a:gd name="GluePoint34X" fmla="*/ 43 w 125"/>
                  <a:gd name="GluePoint34Y" fmla="*/ 134 h 142"/>
                  <a:gd name="GluePoint35X" fmla="*/ 39 w 125"/>
                  <a:gd name="GluePoint35Y" fmla="*/ 107 h 142"/>
                  <a:gd name="GluePoint36X" fmla="*/ 33 w 125"/>
                  <a:gd name="GluePoint36Y" fmla="*/ 114 h 142"/>
                  <a:gd name="GluePoint37X" fmla="*/ 17 w 125"/>
                  <a:gd name="GluePoint37Y" fmla="*/ 108 h 142"/>
                  <a:gd name="GluePoint38X" fmla="*/ 5 w 125"/>
                  <a:gd name="GluePoint38Y" fmla="*/ 81 h 142"/>
                  <a:gd name="GluePoint39X" fmla="*/ 34 w 125"/>
                  <a:gd name="GluePoint39Y" fmla="*/ 56 h 142"/>
                  <a:gd name="GluePoint40X" fmla="*/ 38 w 125"/>
                  <a:gd name="GluePoint40Y" fmla="*/ 33 h 142"/>
                  <a:gd name="GluePoint41X" fmla="*/ 22 w 125"/>
                  <a:gd name="GluePoint41Y" fmla="*/ 55 h 142"/>
                  <a:gd name="GluePoint42X" fmla="*/ 14 w 125"/>
                  <a:gd name="GluePoint42Y" fmla="*/ 55 h 142"/>
                  <a:gd name="GluePoint43X" fmla="*/ 11 w 125"/>
                  <a:gd name="GluePoint43Y" fmla="*/ 36 h 142"/>
                  <a:gd name="GluePoint44X" fmla="*/ 32 w 125"/>
                  <a:gd name="GluePoint44Y" fmla="*/ 22 h 142"/>
                  <a:gd name="GluePoint45X" fmla="*/ 28 w 125"/>
                  <a:gd name="GluePoint45Y" fmla="*/ 33 h 1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</a:cxnLst>
                <a:rect l="textAreaLeft" t="textAreaTop" r="textAreaRight" b="textAreaBottom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entury Gothic"/>
                </a:endParaRPr>
              </a:p>
            </p:txBody>
          </p:sp>
          <p:sp>
            <p:nvSpPr>
              <p:cNvPr id="710" name="Freeform 6"/>
              <p:cNvSpPr/>
              <p:nvPr/>
            </p:nvSpPr>
            <p:spPr>
              <a:xfrm>
                <a:off x="2931480" y="6444720"/>
                <a:ext cx="135000" cy="2034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203400"/>
                  <a:gd name="textAreaBottom" fmla="*/ 203760 h 203400"/>
                  <a:gd name="GluePoint1X" fmla="*/ 33 w 72"/>
                  <a:gd name="GluePoint1Y" fmla="*/ 76 h 109"/>
                  <a:gd name="GluePoint2X" fmla="*/ 44 w 72"/>
                  <a:gd name="GluePoint2Y" fmla="*/ 73 h 109"/>
                  <a:gd name="GluePoint3X" fmla="*/ 59 w 72"/>
                  <a:gd name="GluePoint3Y" fmla="*/ 71 h 109"/>
                  <a:gd name="GluePoint4X" fmla="*/ 69 w 72"/>
                  <a:gd name="GluePoint4Y" fmla="*/ 92 h 109"/>
                  <a:gd name="GluePoint5X" fmla="*/ 66 w 72"/>
                  <a:gd name="GluePoint5Y" fmla="*/ 94 h 109"/>
                  <a:gd name="GluePoint6X" fmla="*/ 49 w 72"/>
                  <a:gd name="GluePoint6Y" fmla="*/ 96 h 109"/>
                  <a:gd name="GluePoint7X" fmla="*/ 28 w 72"/>
                  <a:gd name="GluePoint7Y" fmla="*/ 106 h 109"/>
                  <a:gd name="GluePoint8X" fmla="*/ 16 w 72"/>
                  <a:gd name="GluePoint8Y" fmla="*/ 106 h 109"/>
                  <a:gd name="GluePoint9X" fmla="*/ 1 w 72"/>
                  <a:gd name="GluePoint9Y" fmla="*/ 80 h 109"/>
                  <a:gd name="GluePoint10X" fmla="*/ 2 w 72"/>
                  <a:gd name="GluePoint10Y" fmla="*/ 74 h 109"/>
                  <a:gd name="GluePoint11X" fmla="*/ 23 w 72"/>
                  <a:gd name="GluePoint11Y" fmla="*/ 31 h 109"/>
                  <a:gd name="GluePoint12X" fmla="*/ 22 w 72"/>
                  <a:gd name="GluePoint12Y" fmla="*/ 26 h 109"/>
                  <a:gd name="GluePoint13X" fmla="*/ 12 w 72"/>
                  <a:gd name="GluePoint13Y" fmla="*/ 16 h 109"/>
                  <a:gd name="GluePoint14X" fmla="*/ 15 w 72"/>
                  <a:gd name="GluePoint14Y" fmla="*/ 10 h 109"/>
                  <a:gd name="GluePoint15X" fmla="*/ 32 w 72"/>
                  <a:gd name="GluePoint15Y" fmla="*/ 5 h 109"/>
                  <a:gd name="GluePoint16X" fmla="*/ 60 w 72"/>
                  <a:gd name="GluePoint16Y" fmla="*/ 18 h 109"/>
                  <a:gd name="GluePoint17X" fmla="*/ 59 w 72"/>
                  <a:gd name="GluePoint17Y" fmla="*/ 26 h 109"/>
                  <a:gd name="GluePoint18X" fmla="*/ 52 w 72"/>
                  <a:gd name="GluePoint18Y" fmla="*/ 36 h 109"/>
                  <a:gd name="GluePoint19X" fmla="*/ 34 w 72"/>
                  <a:gd name="GluePoint19Y" fmla="*/ 72 h 109"/>
                  <a:gd name="GluePoint20X" fmla="*/ 33 w 72"/>
                  <a:gd name="GluePoint20Y" fmla="*/ 76 h 10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</a:cxnLst>
                <a:rect l="textAreaLeft" t="textAreaTop" r="textAreaRight" b="textAreaBottom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entury Gothic"/>
                </a:endParaRPr>
              </a:p>
            </p:txBody>
          </p:sp>
          <p:grpSp>
            <p:nvGrpSpPr>
              <p:cNvPr id="711" name="组合 78"/>
              <p:cNvGrpSpPr/>
              <p:nvPr/>
            </p:nvGrpSpPr>
            <p:grpSpPr>
              <a:xfrm>
                <a:off x="2014200" y="6385320"/>
                <a:ext cx="240480" cy="298080"/>
                <a:chOff x="2014200" y="6385320"/>
                <a:chExt cx="240480" cy="298080"/>
              </a:xfrm>
            </p:grpSpPr>
            <p:sp>
              <p:nvSpPr>
                <p:cNvPr id="712" name="Freeform 7"/>
                <p:cNvSpPr/>
                <p:nvPr/>
              </p:nvSpPr>
              <p:spPr>
                <a:xfrm>
                  <a:off x="2014200" y="6385320"/>
                  <a:ext cx="240480" cy="195840"/>
                </a:xfrm>
                <a:custGeom>
                  <a:avLst/>
                  <a:gdLst>
                    <a:gd name="textAreaLeft" fmla="*/ 0 w 240480"/>
                    <a:gd name="textAreaRight" fmla="*/ 240840 w 240480"/>
                    <a:gd name="textAreaTop" fmla="*/ 0 h 195840"/>
                    <a:gd name="textAreaBottom" fmla="*/ 196200 h 195840"/>
                    <a:gd name="GluePoint1X" fmla="*/ 101 w 128"/>
                    <a:gd name="GluePoint1Y" fmla="*/ 58 h 105"/>
                    <a:gd name="GluePoint2X" fmla="*/ 74 w 128"/>
                    <a:gd name="GluePoint2Y" fmla="*/ 56 h 105"/>
                    <a:gd name="GluePoint3X" fmla="*/ 68 w 128"/>
                    <a:gd name="GluePoint3Y" fmla="*/ 57 h 105"/>
                    <a:gd name="GluePoint4X" fmla="*/ 51 w 128"/>
                    <a:gd name="GluePoint4Y" fmla="*/ 59 h 105"/>
                    <a:gd name="GluePoint5X" fmla="*/ 36 w 128"/>
                    <a:gd name="GluePoint5Y" fmla="*/ 65 h 105"/>
                    <a:gd name="GluePoint6X" fmla="*/ 28 w 128"/>
                    <a:gd name="GluePoint6Y" fmla="*/ 73 h 105"/>
                    <a:gd name="GluePoint7X" fmla="*/ 16 w 128"/>
                    <a:gd name="GluePoint7Y" fmla="*/ 102 h 105"/>
                    <a:gd name="GluePoint8X" fmla="*/ 13 w 128"/>
                    <a:gd name="GluePoint8Y" fmla="*/ 104 h 105"/>
                    <a:gd name="GluePoint9X" fmla="*/ 1 w 128"/>
                    <a:gd name="GluePoint9Y" fmla="*/ 98 h 105"/>
                    <a:gd name="GluePoint10X" fmla="*/ 0 w 128"/>
                    <a:gd name="GluePoint10Y" fmla="*/ 93 h 105"/>
                    <a:gd name="GluePoint11X" fmla="*/ 15 w 128"/>
                    <a:gd name="GluePoint11Y" fmla="*/ 60 h 105"/>
                    <a:gd name="GluePoint12X" fmla="*/ 16 w 128"/>
                    <a:gd name="GluePoint12Y" fmla="*/ 58 h 105"/>
                    <a:gd name="GluePoint13X" fmla="*/ 20 w 128"/>
                    <a:gd name="GluePoint13Y" fmla="*/ 52 h 105"/>
                    <a:gd name="GluePoint14X" fmla="*/ 32 w 128"/>
                    <a:gd name="GluePoint14Y" fmla="*/ 54 h 105"/>
                    <a:gd name="GluePoint15X" fmla="*/ 39 w 128"/>
                    <a:gd name="GluePoint15Y" fmla="*/ 55 h 105"/>
                    <a:gd name="GluePoint16X" fmla="*/ 72 w 128"/>
                    <a:gd name="GluePoint16Y" fmla="*/ 21 h 105"/>
                    <a:gd name="GluePoint17X" fmla="*/ 74 w 128"/>
                    <a:gd name="GluePoint17Y" fmla="*/ 16 h 105"/>
                    <a:gd name="GluePoint18X" fmla="*/ 74 w 128"/>
                    <a:gd name="GluePoint18Y" fmla="*/ 11 h 105"/>
                    <a:gd name="GluePoint19X" fmla="*/ 71 w 128"/>
                    <a:gd name="GluePoint19Y" fmla="*/ 11 h 105"/>
                    <a:gd name="GluePoint20X" fmla="*/ 68 w 128"/>
                    <a:gd name="GluePoint20Y" fmla="*/ 15 h 105"/>
                    <a:gd name="GluePoint21X" fmla="*/ 68 w 128"/>
                    <a:gd name="GluePoint21Y" fmla="*/ 21 h 105"/>
                    <a:gd name="GluePoint22X" fmla="*/ 59 w 128"/>
                    <a:gd name="GluePoint22Y" fmla="*/ 29 h 105"/>
                    <a:gd name="GluePoint23X" fmla="*/ 53 w 128"/>
                    <a:gd name="GluePoint23Y" fmla="*/ 27 h 105"/>
                    <a:gd name="GluePoint24X" fmla="*/ 47 w 128"/>
                    <a:gd name="GluePoint24Y" fmla="*/ 24 h 105"/>
                    <a:gd name="GluePoint25X" fmla="*/ 47 w 128"/>
                    <a:gd name="GluePoint25Y" fmla="*/ 32 h 105"/>
                    <a:gd name="GluePoint26X" fmla="*/ 47 w 128"/>
                    <a:gd name="GluePoint26Y" fmla="*/ 34 h 105"/>
                    <a:gd name="GluePoint27X" fmla="*/ 43 w 128"/>
                    <a:gd name="GluePoint27Y" fmla="*/ 45 h 105"/>
                    <a:gd name="GluePoint28X" fmla="*/ 31 w 128"/>
                    <a:gd name="GluePoint28Y" fmla="*/ 39 h 105"/>
                    <a:gd name="GluePoint29X" fmla="*/ 29 w 128"/>
                    <a:gd name="GluePoint29Y" fmla="*/ 23 h 105"/>
                    <a:gd name="GluePoint30X" fmla="*/ 33 w 128"/>
                    <a:gd name="GluePoint30Y" fmla="*/ 14 h 105"/>
                    <a:gd name="GluePoint31X" fmla="*/ 36 w 128"/>
                    <a:gd name="GluePoint31Y" fmla="*/ 9 h 105"/>
                    <a:gd name="GluePoint32X" fmla="*/ 42 w 128"/>
                    <a:gd name="GluePoint32Y" fmla="*/ 13 h 105"/>
                    <a:gd name="GluePoint33X" fmla="*/ 44 w 128"/>
                    <a:gd name="GluePoint33Y" fmla="*/ 16 h 105"/>
                    <a:gd name="GluePoint34X" fmla="*/ 57 w 128"/>
                    <a:gd name="GluePoint34Y" fmla="*/ 14 h 105"/>
                    <a:gd name="GluePoint35X" fmla="*/ 62 w 128"/>
                    <a:gd name="GluePoint35Y" fmla="*/ 11 h 105"/>
                    <a:gd name="GluePoint36X" fmla="*/ 84 w 128"/>
                    <a:gd name="GluePoint36Y" fmla="*/ 0 h 105"/>
                    <a:gd name="GluePoint37X" fmla="*/ 96 w 128"/>
                    <a:gd name="GluePoint37Y" fmla="*/ 7 h 105"/>
                    <a:gd name="GluePoint38X" fmla="*/ 96 w 128"/>
                    <a:gd name="GluePoint38Y" fmla="*/ 20 h 105"/>
                    <a:gd name="GluePoint39X" fmla="*/ 83 w 128"/>
                    <a:gd name="GluePoint39Y" fmla="*/ 43 h 105"/>
                    <a:gd name="GluePoint40X" fmla="*/ 94 w 128"/>
                    <a:gd name="GluePoint40Y" fmla="*/ 44 h 105"/>
                    <a:gd name="GluePoint41X" fmla="*/ 122 w 128"/>
                    <a:gd name="GluePoint41Y" fmla="*/ 59 h 105"/>
                    <a:gd name="GluePoint42X" fmla="*/ 120 w 128"/>
                    <a:gd name="GluePoint42Y" fmla="*/ 73 h 105"/>
                    <a:gd name="GluePoint43X" fmla="*/ 98 w 128"/>
                    <a:gd name="GluePoint43Y" fmla="*/ 73 h 105"/>
                    <a:gd name="GluePoint44X" fmla="*/ 97 w 128"/>
                    <a:gd name="GluePoint44Y" fmla="*/ 66 h 105"/>
                    <a:gd name="GluePoint45X" fmla="*/ 101 w 128"/>
                    <a:gd name="GluePoint45Y" fmla="*/ 58 h 10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</a:cxnLst>
                  <a:rect l="textAreaLeft" t="textAreaTop" r="textAreaRight" b="textAreaBottom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713" name="Freeform 8"/>
                <p:cNvSpPr/>
                <p:nvPr/>
              </p:nvSpPr>
              <p:spPr>
                <a:xfrm>
                  <a:off x="2065320" y="6504480"/>
                  <a:ext cx="149760" cy="178920"/>
                </a:xfrm>
                <a:custGeom>
                  <a:avLst/>
                  <a:gdLst>
                    <a:gd name="textAreaLeft" fmla="*/ 0 w 149760"/>
                    <a:gd name="textAreaRight" fmla="*/ 150120 w 149760"/>
                    <a:gd name="textAreaTop" fmla="*/ 0 h 178920"/>
                    <a:gd name="textAreaBottom" fmla="*/ 179280 h 178920"/>
                    <a:gd name="GluePoint1X" fmla="*/ 46 w 80"/>
                    <a:gd name="GluePoint1Y" fmla="*/ 29 h 96"/>
                    <a:gd name="GluePoint2X" fmla="*/ 65 w 80"/>
                    <a:gd name="GluePoint2Y" fmla="*/ 29 h 96"/>
                    <a:gd name="GluePoint3X" fmla="*/ 79 w 80"/>
                    <a:gd name="GluePoint3Y" fmla="*/ 41 h 96"/>
                    <a:gd name="GluePoint4X" fmla="*/ 74 w 80"/>
                    <a:gd name="GluePoint4Y" fmla="*/ 43 h 96"/>
                    <a:gd name="GluePoint5X" fmla="*/ 60 w 80"/>
                    <a:gd name="GluePoint5Y" fmla="*/ 43 h 96"/>
                    <a:gd name="GluePoint6X" fmla="*/ 52 w 80"/>
                    <a:gd name="GluePoint6Y" fmla="*/ 50 h 96"/>
                    <a:gd name="GluePoint7X" fmla="*/ 49 w 80"/>
                    <a:gd name="GluePoint7Y" fmla="*/ 87 h 96"/>
                    <a:gd name="GluePoint8X" fmla="*/ 37 w 80"/>
                    <a:gd name="GluePoint8Y" fmla="*/ 95 h 96"/>
                    <a:gd name="GluePoint9X" fmla="*/ 21 w 80"/>
                    <a:gd name="GluePoint9Y" fmla="*/ 68 h 96"/>
                    <a:gd name="GluePoint10X" fmla="*/ 22 w 80"/>
                    <a:gd name="GluePoint10Y" fmla="*/ 62 h 96"/>
                    <a:gd name="GluePoint11X" fmla="*/ 30 w 80"/>
                    <a:gd name="GluePoint11Y" fmla="*/ 72 h 96"/>
                    <a:gd name="GluePoint12X" fmla="*/ 40 w 80"/>
                    <a:gd name="GluePoint12Y" fmla="*/ 70 h 96"/>
                    <a:gd name="GluePoint13X" fmla="*/ 43 w 80"/>
                    <a:gd name="GluePoint13Y" fmla="*/ 46 h 96"/>
                    <a:gd name="GluePoint14X" fmla="*/ 24 w 80"/>
                    <a:gd name="GluePoint14Y" fmla="*/ 52 h 96"/>
                    <a:gd name="GluePoint15X" fmla="*/ 19 w 80"/>
                    <a:gd name="GluePoint15Y" fmla="*/ 54 h 96"/>
                    <a:gd name="GluePoint16X" fmla="*/ 6 w 80"/>
                    <a:gd name="GluePoint16Y" fmla="*/ 54 h 96"/>
                    <a:gd name="GluePoint17X" fmla="*/ 2 w 80"/>
                    <a:gd name="GluePoint17Y" fmla="*/ 40 h 96"/>
                    <a:gd name="GluePoint18X" fmla="*/ 6 w 80"/>
                    <a:gd name="GluePoint18Y" fmla="*/ 37 h 96"/>
                    <a:gd name="GluePoint19X" fmla="*/ 28 w 80"/>
                    <a:gd name="GluePoint19Y" fmla="*/ 33 h 96"/>
                    <a:gd name="GluePoint20X" fmla="*/ 33 w 80"/>
                    <a:gd name="GluePoint20Y" fmla="*/ 32 h 96"/>
                    <a:gd name="GluePoint21X" fmla="*/ 36 w 80"/>
                    <a:gd name="GluePoint21Y" fmla="*/ 22 h 96"/>
                    <a:gd name="GluePoint22X" fmla="*/ 46 w 80"/>
                    <a:gd name="GluePoint22Y" fmla="*/ 12 h 96"/>
                    <a:gd name="GluePoint23X" fmla="*/ 45 w 80"/>
                    <a:gd name="GluePoint23Y" fmla="*/ 10 h 96"/>
                    <a:gd name="GluePoint24X" fmla="*/ 26 w 80"/>
                    <a:gd name="GluePoint24Y" fmla="*/ 17 h 96"/>
                    <a:gd name="GluePoint25X" fmla="*/ 15 w 80"/>
                    <a:gd name="GluePoint25Y" fmla="*/ 24 h 96"/>
                    <a:gd name="GluePoint26X" fmla="*/ 5 w 80"/>
                    <a:gd name="GluePoint26Y" fmla="*/ 22 h 96"/>
                    <a:gd name="GluePoint27X" fmla="*/ 1 w 80"/>
                    <a:gd name="GluePoint27Y" fmla="*/ 17 h 96"/>
                    <a:gd name="GluePoint28X" fmla="*/ 36 w 80"/>
                    <a:gd name="GluePoint28Y" fmla="*/ 2 h 96"/>
                    <a:gd name="GluePoint29X" fmla="*/ 55 w 80"/>
                    <a:gd name="GluePoint29Y" fmla="*/ 0 h 96"/>
                    <a:gd name="GluePoint30X" fmla="*/ 61 w 80"/>
                    <a:gd name="GluePoint30Y" fmla="*/ 6 h 96"/>
                    <a:gd name="GluePoint31X" fmla="*/ 59 w 80"/>
                    <a:gd name="GluePoint31Y" fmla="*/ 13 h 96"/>
                    <a:gd name="GluePoint32X" fmla="*/ 46 w 80"/>
                    <a:gd name="GluePoint32Y" fmla="*/ 29 h 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</a:cxnLst>
                  <a:rect l="textAreaLeft" t="textAreaTop" r="textAreaRight" b="textAreaBottom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714" name="组合 79"/>
              <p:cNvGrpSpPr/>
              <p:nvPr/>
            </p:nvGrpSpPr>
            <p:grpSpPr>
              <a:xfrm>
                <a:off x="2349720" y="6467040"/>
                <a:ext cx="145440" cy="155520"/>
                <a:chOff x="2349720" y="6467040"/>
                <a:chExt cx="145440" cy="155520"/>
              </a:xfrm>
            </p:grpSpPr>
            <p:sp>
              <p:nvSpPr>
                <p:cNvPr id="715" name="Freeform 15"/>
                <p:cNvSpPr/>
                <p:nvPr/>
              </p:nvSpPr>
              <p:spPr>
                <a:xfrm>
                  <a:off x="2349720" y="6501600"/>
                  <a:ext cx="66960" cy="10764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107640"/>
                    <a:gd name="textAreaBottom" fmla="*/ 108000 h 107640"/>
                    <a:gd name="GluePoint1X" fmla="*/ 16 w 39"/>
                    <a:gd name="GluePoint1Y" fmla="*/ 29 h 58"/>
                    <a:gd name="GluePoint2X" fmla="*/ 27 w 39"/>
                    <a:gd name="GluePoint2Y" fmla="*/ 7 h 58"/>
                    <a:gd name="GluePoint3X" fmla="*/ 31 w 39"/>
                    <a:gd name="GluePoint3Y" fmla="*/ 1 h 58"/>
                    <a:gd name="GluePoint4X" fmla="*/ 34 w 39"/>
                    <a:gd name="GluePoint4Y" fmla="*/ 6 h 58"/>
                    <a:gd name="GluePoint5X" fmla="*/ 35 w 39"/>
                    <a:gd name="GluePoint5Y" fmla="*/ 26 h 58"/>
                    <a:gd name="GluePoint6X" fmla="*/ 20 w 39"/>
                    <a:gd name="GluePoint6Y" fmla="*/ 52 h 58"/>
                    <a:gd name="GluePoint7X" fmla="*/ 9 w 39"/>
                    <a:gd name="GluePoint7Y" fmla="*/ 57 h 58"/>
                    <a:gd name="GluePoint8X" fmla="*/ 1 w 39"/>
                    <a:gd name="GluePoint8Y" fmla="*/ 43 h 58"/>
                    <a:gd name="GluePoint9X" fmla="*/ 4 w 39"/>
                    <a:gd name="GluePoint9Y" fmla="*/ 6 h 58"/>
                    <a:gd name="GluePoint10X" fmla="*/ 8 w 39"/>
                    <a:gd name="GluePoint10Y" fmla="*/ 0 h 58"/>
                    <a:gd name="GluePoint11X" fmla="*/ 15 w 39"/>
                    <a:gd name="GluePoint11Y" fmla="*/ 6 h 58"/>
                    <a:gd name="GluePoint12X" fmla="*/ 14 w 39"/>
                    <a:gd name="GluePoint12Y" fmla="*/ 20 h 58"/>
                    <a:gd name="GluePoint13X" fmla="*/ 14 w 39"/>
                    <a:gd name="GluePoint13Y" fmla="*/ 28 h 58"/>
                    <a:gd name="GluePoint14X" fmla="*/ 16 w 39"/>
                    <a:gd name="GluePoint14Y" fmla="*/ 29 h 5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76320" rIns="7632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716" name="Freeform 16"/>
                <p:cNvSpPr/>
                <p:nvPr/>
              </p:nvSpPr>
              <p:spPr>
                <a:xfrm>
                  <a:off x="2422080" y="6470640"/>
                  <a:ext cx="73080" cy="151920"/>
                </a:xfrm>
                <a:custGeom>
                  <a:avLst/>
                  <a:gdLst>
                    <a:gd name="textAreaLeft" fmla="*/ 0 w 73080"/>
                    <a:gd name="textAreaRight" fmla="*/ 73440 w 73080"/>
                    <a:gd name="textAreaTop" fmla="*/ 0 h 151920"/>
                    <a:gd name="textAreaBottom" fmla="*/ 152280 h 151920"/>
                    <a:gd name="GluePoint1X" fmla="*/ 9 w 47"/>
                    <a:gd name="GluePoint1Y" fmla="*/ 73 h 88"/>
                    <a:gd name="GluePoint2X" fmla="*/ 3 w 47"/>
                    <a:gd name="GluePoint2Y" fmla="*/ 67 h 88"/>
                    <a:gd name="GluePoint3X" fmla="*/ 3 w 47"/>
                    <a:gd name="GluePoint3Y" fmla="*/ 57 h 88"/>
                    <a:gd name="GluePoint4X" fmla="*/ 20 w 47"/>
                    <a:gd name="GluePoint4Y" fmla="*/ 38 h 88"/>
                    <a:gd name="GluePoint5X" fmla="*/ 33 w 47"/>
                    <a:gd name="GluePoint5Y" fmla="*/ 20 h 88"/>
                    <a:gd name="GluePoint6X" fmla="*/ 33 w 47"/>
                    <a:gd name="GluePoint6Y" fmla="*/ 4 h 88"/>
                    <a:gd name="GluePoint7X" fmla="*/ 32 w 47"/>
                    <a:gd name="GluePoint7Y" fmla="*/ 1 h 88"/>
                    <a:gd name="GluePoint8X" fmla="*/ 33 w 47"/>
                    <a:gd name="GluePoint8Y" fmla="*/ 0 h 88"/>
                    <a:gd name="GluePoint9X" fmla="*/ 41 w 47"/>
                    <a:gd name="GluePoint9Y" fmla="*/ 6 h 88"/>
                    <a:gd name="GluePoint10X" fmla="*/ 43 w 47"/>
                    <a:gd name="GluePoint10Y" fmla="*/ 26 h 88"/>
                    <a:gd name="GluePoint11X" fmla="*/ 29 w 47"/>
                    <a:gd name="GluePoint11Y" fmla="*/ 48 h 88"/>
                    <a:gd name="GluePoint12X" fmla="*/ 30 w 47"/>
                    <a:gd name="GluePoint12Y" fmla="*/ 52 h 88"/>
                    <a:gd name="GluePoint13X" fmla="*/ 40 w 47"/>
                    <a:gd name="GluePoint13Y" fmla="*/ 73 h 88"/>
                    <a:gd name="GluePoint14X" fmla="*/ 41 w 47"/>
                    <a:gd name="GluePoint14Y" fmla="*/ 84 h 88"/>
                    <a:gd name="GluePoint15X" fmla="*/ 37 w 47"/>
                    <a:gd name="GluePoint15Y" fmla="*/ 86 h 88"/>
                    <a:gd name="GluePoint16X" fmla="*/ 31 w 47"/>
                    <a:gd name="GluePoint16Y" fmla="*/ 75 h 88"/>
                    <a:gd name="GluePoint17X" fmla="*/ 28 w 47"/>
                    <a:gd name="GluePoint17Y" fmla="*/ 60 h 88"/>
                    <a:gd name="GluePoint18X" fmla="*/ 22 w 47"/>
                    <a:gd name="GluePoint18Y" fmla="*/ 59 h 88"/>
                    <a:gd name="GluePoint19X" fmla="*/ 9 w 47"/>
                    <a:gd name="GluePoint19Y" fmla="*/ 73 h 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</a:cxnLst>
                  <a:rect l="textAreaLeft" t="textAreaTop" r="textAreaRight" b="textAreaBottom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83160" rIns="8316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717" name="Freeform 17"/>
                <p:cNvSpPr/>
                <p:nvPr/>
              </p:nvSpPr>
              <p:spPr>
                <a:xfrm>
                  <a:off x="2387880" y="6467040"/>
                  <a:ext cx="47880" cy="27720"/>
                </a:xfrm>
                <a:custGeom>
                  <a:avLst/>
                  <a:gdLst>
                    <a:gd name="textAreaLeft" fmla="*/ 0 w 47880"/>
                    <a:gd name="textAreaRight" fmla="*/ 48240 w 47880"/>
                    <a:gd name="textAreaTop" fmla="*/ 0 h 27720"/>
                    <a:gd name="textAreaBottom" fmla="*/ 28080 h 27720"/>
                    <a:gd name="GluePoint1X" fmla="*/ 0 w 26"/>
                    <a:gd name="GluePoint1Y" fmla="*/ 0 h 19"/>
                    <a:gd name="GluePoint2X" fmla="*/ 20 w 26"/>
                    <a:gd name="GluePoint2Y" fmla="*/ 1 h 19"/>
                    <a:gd name="GluePoint3X" fmla="*/ 23 w 26"/>
                    <a:gd name="GluePoint3Y" fmla="*/ 12 h 19"/>
                    <a:gd name="GluePoint4X" fmla="*/ 12 w 26"/>
                    <a:gd name="GluePoint4Y" fmla="*/ 18 h 19"/>
                    <a:gd name="GluePoint5X" fmla="*/ 3 w 26"/>
                    <a:gd name="GluePoint5Y" fmla="*/ 11 h 19"/>
                    <a:gd name="GluePoint6X" fmla="*/ 0 w 26"/>
                    <a:gd name="GluePoint6Y" fmla="*/ 0 h 1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4720" tIns="14040" rIns="54720" bIns="140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  <p:grpSp>
          <p:nvGrpSpPr>
            <p:cNvPr id="718" name="组合 62"/>
            <p:cNvGrpSpPr/>
            <p:nvPr/>
          </p:nvGrpSpPr>
          <p:grpSpPr>
            <a:xfrm>
              <a:off x="587160" y="6381720"/>
              <a:ext cx="1100160" cy="304560"/>
              <a:chOff x="587160" y="6381720"/>
              <a:chExt cx="1100160" cy="304560"/>
            </a:xfrm>
          </p:grpSpPr>
          <p:grpSp>
            <p:nvGrpSpPr>
              <p:cNvPr id="719" name="组合 63"/>
              <p:cNvGrpSpPr/>
              <p:nvPr/>
            </p:nvGrpSpPr>
            <p:grpSpPr>
              <a:xfrm>
                <a:off x="1171800" y="6431400"/>
                <a:ext cx="212760" cy="223560"/>
                <a:chOff x="1171800" y="6431400"/>
                <a:chExt cx="212760" cy="223560"/>
              </a:xfrm>
            </p:grpSpPr>
            <p:sp>
              <p:nvSpPr>
                <p:cNvPr id="720" name="Freeform 9"/>
                <p:cNvSpPr/>
                <p:nvPr/>
              </p:nvSpPr>
              <p:spPr>
                <a:xfrm>
                  <a:off x="1171800" y="6447960"/>
                  <a:ext cx="110520" cy="187920"/>
                </a:xfrm>
                <a:custGeom>
                  <a:avLst/>
                  <a:gdLst>
                    <a:gd name="textAreaLeft" fmla="*/ 0 w 110520"/>
                    <a:gd name="textAreaRight" fmla="*/ 110880 w 110520"/>
                    <a:gd name="textAreaTop" fmla="*/ 0 h 187920"/>
                    <a:gd name="textAreaBottom" fmla="*/ 188280 h 187920"/>
                    <a:gd name="GluePoint1X" fmla="*/ 39 w 59"/>
                    <a:gd name="GluePoint1Y" fmla="*/ 78 h 101"/>
                    <a:gd name="GluePoint2X" fmla="*/ 17 w 59"/>
                    <a:gd name="GluePoint2Y" fmla="*/ 94 h 101"/>
                    <a:gd name="GluePoint3X" fmla="*/ 8 w 59"/>
                    <a:gd name="GluePoint3Y" fmla="*/ 94 h 101"/>
                    <a:gd name="GluePoint4X" fmla="*/ 0 w 59"/>
                    <a:gd name="GluePoint4Y" fmla="*/ 79 h 101"/>
                    <a:gd name="GluePoint5X" fmla="*/ 17 w 59"/>
                    <a:gd name="GluePoint5Y" fmla="*/ 73 h 101"/>
                    <a:gd name="GluePoint6X" fmla="*/ 10 w 59"/>
                    <a:gd name="GluePoint6Y" fmla="*/ 68 h 101"/>
                    <a:gd name="GluePoint7X" fmla="*/ 8 w 59"/>
                    <a:gd name="GluePoint7Y" fmla="*/ 60 h 101"/>
                    <a:gd name="GluePoint8X" fmla="*/ 18 w 59"/>
                    <a:gd name="GluePoint8Y" fmla="*/ 23 h 101"/>
                    <a:gd name="GluePoint9X" fmla="*/ 26 w 59"/>
                    <a:gd name="GluePoint9Y" fmla="*/ 17 h 101"/>
                    <a:gd name="GluePoint10X" fmla="*/ 36 w 59"/>
                    <a:gd name="GluePoint10Y" fmla="*/ 26 h 101"/>
                    <a:gd name="GluePoint11X" fmla="*/ 36 w 59"/>
                    <a:gd name="GluePoint11Y" fmla="*/ 27 h 101"/>
                    <a:gd name="GluePoint12X" fmla="*/ 43 w 59"/>
                    <a:gd name="GluePoint12Y" fmla="*/ 40 h 101"/>
                    <a:gd name="GluePoint13X" fmla="*/ 42 w 59"/>
                    <a:gd name="GluePoint13Y" fmla="*/ 12 h 101"/>
                    <a:gd name="GluePoint14X" fmla="*/ 21 w 59"/>
                    <a:gd name="GluePoint14Y" fmla="*/ 5 h 101"/>
                    <a:gd name="GluePoint15X" fmla="*/ 44 w 59"/>
                    <a:gd name="GluePoint15Y" fmla="*/ 1 h 101"/>
                    <a:gd name="GluePoint16X" fmla="*/ 57 w 59"/>
                    <a:gd name="GluePoint16Y" fmla="*/ 17 h 101"/>
                    <a:gd name="GluePoint17X" fmla="*/ 56 w 59"/>
                    <a:gd name="GluePoint17Y" fmla="*/ 48 h 101"/>
                    <a:gd name="GluePoint18X" fmla="*/ 57 w 59"/>
                    <a:gd name="GluePoint18Y" fmla="*/ 55 h 101"/>
                    <a:gd name="GluePoint19X" fmla="*/ 55 w 59"/>
                    <a:gd name="GluePoint19Y" fmla="*/ 64 h 101"/>
                    <a:gd name="GluePoint20X" fmla="*/ 54 w 59"/>
                    <a:gd name="GluePoint20Y" fmla="*/ 71 h 101"/>
                    <a:gd name="GluePoint21X" fmla="*/ 52 w 59"/>
                    <a:gd name="GluePoint21Y" fmla="*/ 95 h 101"/>
                    <a:gd name="GluePoint22X" fmla="*/ 49 w 59"/>
                    <a:gd name="GluePoint22Y" fmla="*/ 101 h 101"/>
                    <a:gd name="GluePoint23X" fmla="*/ 43 w 59"/>
                    <a:gd name="GluePoint23Y" fmla="*/ 98 h 101"/>
                    <a:gd name="GluePoint24X" fmla="*/ 38 w 59"/>
                    <a:gd name="GluePoint24Y" fmla="*/ 86 h 101"/>
                    <a:gd name="GluePoint25X" fmla="*/ 39 w 59"/>
                    <a:gd name="GluePoint25Y" fmla="*/ 78 h 101"/>
                    <a:gd name="GluePoint26X" fmla="*/ 42 w 59"/>
                    <a:gd name="GluePoint26Y" fmla="*/ 47 h 101"/>
                    <a:gd name="GluePoint27X" fmla="*/ 32 w 59"/>
                    <a:gd name="GluePoint27Y" fmla="*/ 44 h 101"/>
                    <a:gd name="GluePoint28X" fmla="*/ 29 w 59"/>
                    <a:gd name="GluePoint28Y" fmla="*/ 64 h 101"/>
                    <a:gd name="GluePoint29X" fmla="*/ 42 w 59"/>
                    <a:gd name="GluePoint29Y" fmla="*/ 47 h 10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</a:cxnLst>
                  <a:rect l="textAreaLeft" t="textAreaTop" r="textAreaRight" b="textAreaBottom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721" name="Freeform 10"/>
                <p:cNvSpPr/>
                <p:nvPr/>
              </p:nvSpPr>
              <p:spPr>
                <a:xfrm>
                  <a:off x="1280880" y="6431400"/>
                  <a:ext cx="103680" cy="223560"/>
                </a:xfrm>
                <a:custGeom>
                  <a:avLst/>
                  <a:gdLst>
                    <a:gd name="textAreaLeft" fmla="*/ 0 w 103680"/>
                    <a:gd name="textAreaRight" fmla="*/ 104040 w 103680"/>
                    <a:gd name="textAreaTop" fmla="*/ 0 h 223560"/>
                    <a:gd name="textAreaBottom" fmla="*/ 223920 h 223560"/>
                    <a:gd name="GluePoint1X" fmla="*/ 11 w 55"/>
                    <a:gd name="GluePoint1Y" fmla="*/ 89 h 120"/>
                    <a:gd name="GluePoint2X" fmla="*/ 10 w 55"/>
                    <a:gd name="GluePoint2Y" fmla="*/ 100 h 120"/>
                    <a:gd name="GluePoint3X" fmla="*/ 6 w 55"/>
                    <a:gd name="GluePoint3Y" fmla="*/ 104 h 120"/>
                    <a:gd name="GluePoint4X" fmla="*/ 1 w 55"/>
                    <a:gd name="GluePoint4Y" fmla="*/ 99 h 120"/>
                    <a:gd name="GluePoint5X" fmla="*/ 3 w 55"/>
                    <a:gd name="GluePoint5Y" fmla="*/ 84 h 120"/>
                    <a:gd name="GluePoint6X" fmla="*/ 14 w 55"/>
                    <a:gd name="GluePoint6Y" fmla="*/ 37 h 120"/>
                    <a:gd name="GluePoint7X" fmla="*/ 22 w 55"/>
                    <a:gd name="GluePoint7Y" fmla="*/ 11 h 120"/>
                    <a:gd name="GluePoint8X" fmla="*/ 26 w 55"/>
                    <a:gd name="GluePoint8Y" fmla="*/ 19 h 120"/>
                    <a:gd name="GluePoint9X" fmla="*/ 20 w 55"/>
                    <a:gd name="GluePoint9Y" fmla="*/ 40 h 120"/>
                    <a:gd name="GluePoint10X" fmla="*/ 27 w 55"/>
                    <a:gd name="GluePoint10Y" fmla="*/ 35 h 120"/>
                    <a:gd name="GluePoint11X" fmla="*/ 35 w 55"/>
                    <a:gd name="GluePoint11Y" fmla="*/ 30 h 120"/>
                    <a:gd name="GluePoint12X" fmla="*/ 33 w 55"/>
                    <a:gd name="GluePoint12Y" fmla="*/ 9 h 120"/>
                    <a:gd name="GluePoint13X" fmla="*/ 28 w 55"/>
                    <a:gd name="GluePoint13Y" fmla="*/ 8 h 120"/>
                    <a:gd name="GluePoint14X" fmla="*/ 19 w 55"/>
                    <a:gd name="GluePoint14Y" fmla="*/ 12 h 120"/>
                    <a:gd name="GluePoint15X" fmla="*/ 12 w 55"/>
                    <a:gd name="GluePoint15Y" fmla="*/ 15 h 120"/>
                    <a:gd name="GluePoint16X" fmla="*/ 9 w 55"/>
                    <a:gd name="GluePoint16Y" fmla="*/ 11 h 120"/>
                    <a:gd name="GluePoint17X" fmla="*/ 11 w 55"/>
                    <a:gd name="GluePoint17Y" fmla="*/ 8 h 120"/>
                    <a:gd name="GluePoint18X" fmla="*/ 31 w 55"/>
                    <a:gd name="GluePoint18Y" fmla="*/ 0 h 120"/>
                    <a:gd name="GluePoint19X" fmla="*/ 45 w 55"/>
                    <a:gd name="GluePoint19Y" fmla="*/ 15 h 120"/>
                    <a:gd name="GluePoint20X" fmla="*/ 44 w 55"/>
                    <a:gd name="GluePoint20Y" fmla="*/ 46 h 120"/>
                    <a:gd name="GluePoint21X" fmla="*/ 48 w 55"/>
                    <a:gd name="GluePoint21Y" fmla="*/ 54 h 120"/>
                    <a:gd name="GluePoint22X" fmla="*/ 48 w 55"/>
                    <a:gd name="GluePoint22Y" fmla="*/ 71 h 120"/>
                    <a:gd name="GluePoint23X" fmla="*/ 44 w 55"/>
                    <a:gd name="GluePoint23Y" fmla="*/ 77 h 120"/>
                    <a:gd name="GluePoint24X" fmla="*/ 44 w 55"/>
                    <a:gd name="GluePoint24Y" fmla="*/ 110 h 120"/>
                    <a:gd name="GluePoint25X" fmla="*/ 44 w 55"/>
                    <a:gd name="GluePoint25Y" fmla="*/ 114 h 120"/>
                    <a:gd name="GluePoint26X" fmla="*/ 41 w 55"/>
                    <a:gd name="GluePoint26Y" fmla="*/ 120 h 120"/>
                    <a:gd name="GluePoint27X" fmla="*/ 32 w 55"/>
                    <a:gd name="GluePoint27Y" fmla="*/ 118 h 120"/>
                    <a:gd name="GluePoint28X" fmla="*/ 13 w 55"/>
                    <a:gd name="GluePoint28Y" fmla="*/ 91 h 120"/>
                    <a:gd name="GluePoint29X" fmla="*/ 12 w 55"/>
                    <a:gd name="GluePoint29Y" fmla="*/ 89 h 120"/>
                    <a:gd name="GluePoint30X" fmla="*/ 11 w 55"/>
                    <a:gd name="GluePoint30Y" fmla="*/ 89 h 120"/>
                    <a:gd name="GluePoint31X" fmla="*/ 24 w 55"/>
                    <a:gd name="GluePoint31Y" fmla="*/ 76 h 120"/>
                    <a:gd name="GluePoint32X" fmla="*/ 23 w 55"/>
                    <a:gd name="GluePoint32Y" fmla="*/ 74 h 120"/>
                    <a:gd name="GluePoint33X" fmla="*/ 27 w 55"/>
                    <a:gd name="GluePoint33Y" fmla="*/ 71 h 120"/>
                    <a:gd name="GluePoint34X" fmla="*/ 33 w 55"/>
                    <a:gd name="GluePoint34Y" fmla="*/ 67 h 120"/>
                    <a:gd name="GluePoint35X" fmla="*/ 32 w 55"/>
                    <a:gd name="GluePoint35Y" fmla="*/ 63 h 120"/>
                    <a:gd name="GluePoint36X" fmla="*/ 22 w 55"/>
                    <a:gd name="GluePoint36Y" fmla="*/ 52 h 120"/>
                    <a:gd name="GluePoint37X" fmla="*/ 18 w 55"/>
                    <a:gd name="GluePoint37Y" fmla="*/ 89 h 120"/>
                    <a:gd name="GluePoint38X" fmla="*/ 33 w 55"/>
                    <a:gd name="GluePoint38Y" fmla="*/ 107 h 120"/>
                    <a:gd name="GluePoint39X" fmla="*/ 35 w 55"/>
                    <a:gd name="GluePoint39Y" fmla="*/ 77 h 120"/>
                    <a:gd name="GluePoint40X" fmla="*/ 31 w 55"/>
                    <a:gd name="GluePoint40Y" fmla="*/ 75 h 120"/>
                    <a:gd name="GluePoint41X" fmla="*/ 24 w 55"/>
                    <a:gd name="GluePoint41Y" fmla="*/ 76 h 12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</a:cxnLst>
                  <a:rect l="textAreaLeft" t="textAreaTop" r="textAreaRight" b="textAreaBottom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722" name="组合 64"/>
              <p:cNvGrpSpPr/>
              <p:nvPr/>
            </p:nvGrpSpPr>
            <p:grpSpPr>
              <a:xfrm>
                <a:off x="587160" y="6381720"/>
                <a:ext cx="241200" cy="304560"/>
                <a:chOff x="587160" y="6381720"/>
                <a:chExt cx="241200" cy="304560"/>
              </a:xfrm>
            </p:grpSpPr>
            <p:sp>
              <p:nvSpPr>
                <p:cNvPr id="723" name="Freeform 13"/>
                <p:cNvSpPr/>
                <p:nvPr/>
              </p:nvSpPr>
              <p:spPr>
                <a:xfrm>
                  <a:off x="587160" y="6381720"/>
                  <a:ext cx="241200" cy="288000"/>
                </a:xfrm>
                <a:custGeom>
                  <a:avLst/>
                  <a:gdLst>
                    <a:gd name="textAreaLeft" fmla="*/ 0 w 241200"/>
                    <a:gd name="textAreaRight" fmla="*/ 241560 w 241200"/>
                    <a:gd name="textAreaTop" fmla="*/ 0 h 288000"/>
                    <a:gd name="textAreaBottom" fmla="*/ 288360 h 288000"/>
                    <a:gd name="GluePoint1X" fmla="*/ 54 w 128"/>
                    <a:gd name="GluePoint1Y" fmla="*/ 76 h 154"/>
                    <a:gd name="GluePoint2X" fmla="*/ 66 w 128"/>
                    <a:gd name="GluePoint2Y" fmla="*/ 53 h 154"/>
                    <a:gd name="GluePoint3X" fmla="*/ 49 w 128"/>
                    <a:gd name="GluePoint3Y" fmla="*/ 47 h 154"/>
                    <a:gd name="GluePoint4X" fmla="*/ 64 w 128"/>
                    <a:gd name="GluePoint4Y" fmla="*/ 44 h 154"/>
                    <a:gd name="GluePoint5X" fmla="*/ 83 w 128"/>
                    <a:gd name="GluePoint5Y" fmla="*/ 6 h 154"/>
                    <a:gd name="GluePoint6X" fmla="*/ 91 w 128"/>
                    <a:gd name="GluePoint6Y" fmla="*/ 11 h 154"/>
                    <a:gd name="GluePoint7X" fmla="*/ 96 w 128"/>
                    <a:gd name="GluePoint7Y" fmla="*/ 36 h 154"/>
                    <a:gd name="GluePoint8X" fmla="*/ 106 w 128"/>
                    <a:gd name="GluePoint8Y" fmla="*/ 41 h 154"/>
                    <a:gd name="GluePoint9X" fmla="*/ 82 w 128"/>
                    <a:gd name="GluePoint9Y" fmla="*/ 50 h 154"/>
                    <a:gd name="GluePoint10X" fmla="*/ 71 w 128"/>
                    <a:gd name="GluePoint10Y" fmla="*/ 65 h 154"/>
                    <a:gd name="GluePoint11X" fmla="*/ 110 w 128"/>
                    <a:gd name="GluePoint11Y" fmla="*/ 74 h 154"/>
                    <a:gd name="GluePoint12X" fmla="*/ 101 w 128"/>
                    <a:gd name="GluePoint12Y" fmla="*/ 87 h 154"/>
                    <a:gd name="GluePoint13X" fmla="*/ 111 w 128"/>
                    <a:gd name="GluePoint13Y" fmla="*/ 98 h 154"/>
                    <a:gd name="GluePoint14X" fmla="*/ 92 w 128"/>
                    <a:gd name="GluePoint14Y" fmla="*/ 104 h 154"/>
                    <a:gd name="GluePoint15X" fmla="*/ 86 w 128"/>
                    <a:gd name="GluePoint15Y" fmla="*/ 116 h 154"/>
                    <a:gd name="GluePoint16X" fmla="*/ 124 w 128"/>
                    <a:gd name="GluePoint16Y" fmla="*/ 112 h 154"/>
                    <a:gd name="GluePoint17X" fmla="*/ 120 w 128"/>
                    <a:gd name="GluePoint17Y" fmla="*/ 122 h 154"/>
                    <a:gd name="GluePoint18X" fmla="*/ 111 w 128"/>
                    <a:gd name="GluePoint18Y" fmla="*/ 144 h 154"/>
                    <a:gd name="GluePoint19X" fmla="*/ 105 w 128"/>
                    <a:gd name="GluePoint19Y" fmla="*/ 153 h 154"/>
                    <a:gd name="GluePoint20X" fmla="*/ 55 w 128"/>
                    <a:gd name="GluePoint20Y" fmla="*/ 129 h 154"/>
                    <a:gd name="GluePoint21X" fmla="*/ 53 w 128"/>
                    <a:gd name="GluePoint21Y" fmla="*/ 121 h 154"/>
                    <a:gd name="GluePoint22X" fmla="*/ 61 w 128"/>
                    <a:gd name="GluePoint22Y" fmla="*/ 125 h 154"/>
                    <a:gd name="GluePoint23X" fmla="*/ 94 w 128"/>
                    <a:gd name="GluePoint23Y" fmla="*/ 140 h 154"/>
                    <a:gd name="GluePoint24X" fmla="*/ 85 w 128"/>
                    <a:gd name="GluePoint24Y" fmla="*/ 127 h 154"/>
                    <a:gd name="GluePoint25X" fmla="*/ 71 w 128"/>
                    <a:gd name="GluePoint25Y" fmla="*/ 108 h 154"/>
                    <a:gd name="GluePoint26X" fmla="*/ 52 w 128"/>
                    <a:gd name="GluePoint26Y" fmla="*/ 113 h 154"/>
                    <a:gd name="GluePoint27X" fmla="*/ 38 w 128"/>
                    <a:gd name="GluePoint27Y" fmla="*/ 97 h 154"/>
                    <a:gd name="GluePoint28X" fmla="*/ 51 w 128"/>
                    <a:gd name="GluePoint28Y" fmla="*/ 97 h 154"/>
                    <a:gd name="GluePoint29X" fmla="*/ 34 w 128"/>
                    <a:gd name="GluePoint29Y" fmla="*/ 93 h 154"/>
                    <a:gd name="GluePoint30X" fmla="*/ 35 w 128"/>
                    <a:gd name="GluePoint30Y" fmla="*/ 105 h 154"/>
                    <a:gd name="GluePoint31X" fmla="*/ 26 w 128"/>
                    <a:gd name="GluePoint31Y" fmla="*/ 154 h 154"/>
                    <a:gd name="GluePoint32X" fmla="*/ 20 w 128"/>
                    <a:gd name="GluePoint32Y" fmla="*/ 118 h 154"/>
                    <a:gd name="GluePoint33X" fmla="*/ 0 w 128"/>
                    <a:gd name="GluePoint33Y" fmla="*/ 103 h 154"/>
                    <a:gd name="GluePoint34X" fmla="*/ 19 w 128"/>
                    <a:gd name="GluePoint34Y" fmla="*/ 72 h 154"/>
                    <a:gd name="GluePoint35X" fmla="*/ 25 w 128"/>
                    <a:gd name="GluePoint35Y" fmla="*/ 51 h 154"/>
                    <a:gd name="GluePoint36X" fmla="*/ 39 w 128"/>
                    <a:gd name="GluePoint36Y" fmla="*/ 14 h 154"/>
                    <a:gd name="GluePoint37X" fmla="*/ 51 w 128"/>
                    <a:gd name="GluePoint37Y" fmla="*/ 24 h 154"/>
                    <a:gd name="GluePoint38X" fmla="*/ 39 w 128"/>
                    <a:gd name="GluePoint38Y" fmla="*/ 44 h 154"/>
                    <a:gd name="GluePoint39X" fmla="*/ 48 w 128"/>
                    <a:gd name="GluePoint39Y" fmla="*/ 73 h 154"/>
                    <a:gd name="GluePoint40X" fmla="*/ 81 w 128"/>
                    <a:gd name="GluePoint40Y" fmla="*/ 90 h 154"/>
                    <a:gd name="GluePoint41X" fmla="*/ 92 w 128"/>
                    <a:gd name="GluePoint41Y" fmla="*/ 71 h 154"/>
                    <a:gd name="GluePoint42X" fmla="*/ 81 w 128"/>
                    <a:gd name="GluePoint42Y" fmla="*/ 80 h 154"/>
                    <a:gd name="GluePoint43X" fmla="*/ 76 w 128"/>
                    <a:gd name="GluePoint43Y" fmla="*/ 73 h 154"/>
                    <a:gd name="GluePoint44X" fmla="*/ 67 w 128"/>
                    <a:gd name="GluePoint44Y" fmla="*/ 79 h 154"/>
                    <a:gd name="GluePoint45X" fmla="*/ 76 w 128"/>
                    <a:gd name="GluePoint45Y" fmla="*/ 73 h 154"/>
                    <a:gd name="GluePoint46X" fmla="*/ 56 w 128"/>
                    <a:gd name="GluePoint46Y" fmla="*/ 88 h 154"/>
                    <a:gd name="GluePoint47X" fmla="*/ 63 w 128"/>
                    <a:gd name="GluePoint47Y" fmla="*/ 81 h 154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</a:cxnLst>
                  <a:rect l="textAreaLeft" t="textAreaTop" r="textAreaRight" b="textAreaBottom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724" name="Freeform 14"/>
                <p:cNvSpPr/>
                <p:nvPr/>
              </p:nvSpPr>
              <p:spPr>
                <a:xfrm>
                  <a:off x="653760" y="6606360"/>
                  <a:ext cx="29520" cy="79920"/>
                </a:xfrm>
                <a:custGeom>
                  <a:avLst/>
                  <a:gdLst>
                    <a:gd name="textAreaLeft" fmla="*/ 0 w 29520"/>
                    <a:gd name="textAreaRight" fmla="*/ 29880 w 29520"/>
                    <a:gd name="textAreaTop" fmla="*/ 0 h 79920"/>
                    <a:gd name="textAreaBottom" fmla="*/ 80280 h 79920"/>
                    <a:gd name="GluePoint1X" fmla="*/ 9 w 16"/>
                    <a:gd name="GluePoint1Y" fmla="*/ 0 h 43"/>
                    <a:gd name="GluePoint2X" fmla="*/ 15 w 16"/>
                    <a:gd name="GluePoint2Y" fmla="*/ 11 h 43"/>
                    <a:gd name="GluePoint3X" fmla="*/ 9 w 16"/>
                    <a:gd name="GluePoint3Y" fmla="*/ 43 h 43"/>
                    <a:gd name="GluePoint4X" fmla="*/ 2 w 16"/>
                    <a:gd name="GluePoint4Y" fmla="*/ 39 h 43"/>
                    <a:gd name="GluePoint5X" fmla="*/ 0 w 16"/>
                    <a:gd name="GluePoint5Y" fmla="*/ 35 h 43"/>
                    <a:gd name="GluePoint6X" fmla="*/ 9 w 16"/>
                    <a:gd name="GluePoint6Y" fmla="*/ 0 h 4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34200" tIns="39960" rIns="34200" bIns="3996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725" name="组合 65"/>
              <p:cNvGrpSpPr/>
              <p:nvPr/>
            </p:nvGrpSpPr>
            <p:grpSpPr>
              <a:xfrm>
                <a:off x="914400" y="6468840"/>
                <a:ext cx="161640" cy="139320"/>
                <a:chOff x="914400" y="6468840"/>
                <a:chExt cx="161640" cy="139320"/>
              </a:xfrm>
            </p:grpSpPr>
            <p:sp>
              <p:nvSpPr>
                <p:cNvPr id="726" name="Freeform 18"/>
                <p:cNvSpPr/>
                <p:nvPr/>
              </p:nvSpPr>
              <p:spPr>
                <a:xfrm>
                  <a:off x="968760" y="6468840"/>
                  <a:ext cx="107280" cy="139320"/>
                </a:xfrm>
                <a:custGeom>
                  <a:avLst/>
                  <a:gdLst>
                    <a:gd name="textAreaLeft" fmla="*/ 0 w 107280"/>
                    <a:gd name="textAreaRight" fmla="*/ 107640 w 107280"/>
                    <a:gd name="textAreaTop" fmla="*/ 0 h 139320"/>
                    <a:gd name="textAreaBottom" fmla="*/ 139680 h 139320"/>
                    <a:gd name="GluePoint1X" fmla="*/ 49 w 57"/>
                    <a:gd name="GluePoint1Y" fmla="*/ 74 h 75"/>
                    <a:gd name="GluePoint2X" fmla="*/ 40 w 57"/>
                    <a:gd name="GluePoint2Y" fmla="*/ 67 h 75"/>
                    <a:gd name="GluePoint3X" fmla="*/ 33 w 57"/>
                    <a:gd name="GluePoint3Y" fmla="*/ 48 h 75"/>
                    <a:gd name="GluePoint4X" fmla="*/ 27 w 57"/>
                    <a:gd name="GluePoint4Y" fmla="*/ 46 h 75"/>
                    <a:gd name="GluePoint5X" fmla="*/ 11 w 57"/>
                    <a:gd name="GluePoint5Y" fmla="*/ 60 h 75"/>
                    <a:gd name="GluePoint6X" fmla="*/ 5 w 57"/>
                    <a:gd name="GluePoint6Y" fmla="*/ 60 h 75"/>
                    <a:gd name="GluePoint7X" fmla="*/ 6 w 57"/>
                    <a:gd name="GluePoint7Y" fmla="*/ 46 h 75"/>
                    <a:gd name="GluePoint8X" fmla="*/ 27 w 57"/>
                    <a:gd name="GluePoint8Y" fmla="*/ 26 h 75"/>
                    <a:gd name="GluePoint9X" fmla="*/ 40 w 57"/>
                    <a:gd name="GluePoint9Y" fmla="*/ 10 h 75"/>
                    <a:gd name="GluePoint10X" fmla="*/ 41 w 57"/>
                    <a:gd name="GluePoint10Y" fmla="*/ 6 h 75"/>
                    <a:gd name="GluePoint11X" fmla="*/ 45 w 57"/>
                    <a:gd name="GluePoint11Y" fmla="*/ 0 h 75"/>
                    <a:gd name="GluePoint12X" fmla="*/ 53 w 57"/>
                    <a:gd name="GluePoint12Y" fmla="*/ 3 h 75"/>
                    <a:gd name="GluePoint13X" fmla="*/ 53 w 57"/>
                    <a:gd name="GluePoint13Y" fmla="*/ 20 h 75"/>
                    <a:gd name="GluePoint14X" fmla="*/ 37 w 57"/>
                    <a:gd name="GluePoint14Y" fmla="*/ 38 h 75"/>
                    <a:gd name="GluePoint15X" fmla="*/ 49 w 57"/>
                    <a:gd name="GluePoint15Y" fmla="*/ 74 h 7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727" name="Freeform 19"/>
                <p:cNvSpPr/>
                <p:nvPr/>
              </p:nvSpPr>
              <p:spPr>
                <a:xfrm>
                  <a:off x="914400" y="6503760"/>
                  <a:ext cx="54000" cy="102960"/>
                </a:xfrm>
                <a:custGeom>
                  <a:avLst/>
                  <a:gdLst>
                    <a:gd name="textAreaLeft" fmla="*/ 0 w 54000"/>
                    <a:gd name="textAreaRight" fmla="*/ 54360 w 54000"/>
                    <a:gd name="textAreaTop" fmla="*/ 0 h 102960"/>
                    <a:gd name="textAreaBottom" fmla="*/ 103320 h 102960"/>
                    <a:gd name="GluePoint1X" fmla="*/ 12 w 29"/>
                    <a:gd name="GluePoint1Y" fmla="*/ 30 h 55"/>
                    <a:gd name="GluePoint2X" fmla="*/ 20 w 29"/>
                    <a:gd name="GluePoint2Y" fmla="*/ 7 h 55"/>
                    <a:gd name="GluePoint3X" fmla="*/ 25 w 29"/>
                    <a:gd name="GluePoint3Y" fmla="*/ 1 h 55"/>
                    <a:gd name="GluePoint4X" fmla="*/ 26 w 29"/>
                    <a:gd name="GluePoint4Y" fmla="*/ 9 h 55"/>
                    <a:gd name="GluePoint5X" fmla="*/ 16 w 29"/>
                    <a:gd name="GluePoint5Y" fmla="*/ 39 h 55"/>
                    <a:gd name="GluePoint6X" fmla="*/ 13 w 29"/>
                    <a:gd name="GluePoint6Y" fmla="*/ 52 h 55"/>
                    <a:gd name="GluePoint7X" fmla="*/ 7 w 29"/>
                    <a:gd name="GluePoint7Y" fmla="*/ 54 h 55"/>
                    <a:gd name="GluePoint8X" fmla="*/ 2 w 29"/>
                    <a:gd name="GluePoint8Y" fmla="*/ 41 h 55"/>
                    <a:gd name="GluePoint9X" fmla="*/ 3 w 29"/>
                    <a:gd name="GluePoint9Y" fmla="*/ 32 h 55"/>
                    <a:gd name="GluePoint10X" fmla="*/ 2 w 29"/>
                    <a:gd name="GluePoint10Y" fmla="*/ 6 h 55"/>
                    <a:gd name="GluePoint11X" fmla="*/ 6 w 29"/>
                    <a:gd name="GluePoint11Y" fmla="*/ 5 h 55"/>
                    <a:gd name="GluePoint12X" fmla="*/ 10 w 29"/>
                    <a:gd name="GluePoint12Y" fmla="*/ 14 h 55"/>
                    <a:gd name="GluePoint13X" fmla="*/ 11 w 29"/>
                    <a:gd name="GluePoint13Y" fmla="*/ 30 h 55"/>
                    <a:gd name="GluePoint14X" fmla="*/ 12 w 29"/>
                    <a:gd name="GluePoint14Y" fmla="*/ 30 h 5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61920" rIns="6192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728" name="Freeform 20"/>
                <p:cNvSpPr/>
                <p:nvPr/>
              </p:nvSpPr>
              <p:spPr>
                <a:xfrm>
                  <a:off x="946440" y="6470280"/>
                  <a:ext cx="50040" cy="31680"/>
                </a:xfrm>
                <a:custGeom>
                  <a:avLst/>
                  <a:gdLst>
                    <a:gd name="textAreaLeft" fmla="*/ 0 w 50040"/>
                    <a:gd name="textAreaRight" fmla="*/ 50400 w 50040"/>
                    <a:gd name="textAreaTop" fmla="*/ 0 h 31680"/>
                    <a:gd name="textAreaBottom" fmla="*/ 32040 h 31680"/>
                    <a:gd name="GluePoint1X" fmla="*/ 27 w 27"/>
                    <a:gd name="GluePoint1Y" fmla="*/ 1 h 17"/>
                    <a:gd name="GluePoint2X" fmla="*/ 16 w 27"/>
                    <a:gd name="GluePoint2Y" fmla="*/ 14 h 17"/>
                    <a:gd name="GluePoint3X" fmla="*/ 5 w 27"/>
                    <a:gd name="GluePoint3Y" fmla="*/ 13 h 17"/>
                    <a:gd name="GluePoint4X" fmla="*/ 0 w 27"/>
                    <a:gd name="GluePoint4Y" fmla="*/ 4 h 17"/>
                    <a:gd name="GluePoint5X" fmla="*/ 9 w 27"/>
                    <a:gd name="GluePoint5Y" fmla="*/ 2 h 17"/>
                    <a:gd name="GluePoint6X" fmla="*/ 27 w 27"/>
                    <a:gd name="GluePoint6Y" fmla="*/ 0 h 17"/>
                    <a:gd name="GluePoint7X" fmla="*/ 27 w 27"/>
                    <a:gd name="GluePoint7Y" fmla="*/ 1 h 1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</a:cxnLst>
                  <a:rect l="textAreaLeft" t="textAreaTop" r="textAreaRight" b="textAreaBottom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7240" tIns="15840" rIns="57240" bIns="158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729" name="组合 66"/>
              <p:cNvGrpSpPr/>
              <p:nvPr/>
            </p:nvGrpSpPr>
            <p:grpSpPr>
              <a:xfrm>
                <a:off x="1501920" y="6443640"/>
                <a:ext cx="185400" cy="184680"/>
                <a:chOff x="1501920" y="6443640"/>
                <a:chExt cx="185400" cy="184680"/>
              </a:xfrm>
            </p:grpSpPr>
            <p:sp>
              <p:nvSpPr>
                <p:cNvPr id="730" name="Freeform 11"/>
                <p:cNvSpPr/>
                <p:nvPr/>
              </p:nvSpPr>
              <p:spPr>
                <a:xfrm>
                  <a:off x="1557720" y="6443640"/>
                  <a:ext cx="129600" cy="181440"/>
                </a:xfrm>
                <a:custGeom>
                  <a:avLst/>
                  <a:gdLst>
                    <a:gd name="textAreaLeft" fmla="*/ 0 w 129600"/>
                    <a:gd name="textAreaRight" fmla="*/ 129960 w 129600"/>
                    <a:gd name="textAreaTop" fmla="*/ 0 h 181440"/>
                    <a:gd name="textAreaBottom" fmla="*/ 181800 h 181440"/>
                    <a:gd name="GluePoint1X" fmla="*/ 29 w 72"/>
                    <a:gd name="GluePoint1Y" fmla="*/ 49 h 102"/>
                    <a:gd name="GluePoint2X" fmla="*/ 15 w 72"/>
                    <a:gd name="GluePoint2Y" fmla="*/ 43 h 102"/>
                    <a:gd name="GluePoint3X" fmla="*/ 10 w 72"/>
                    <a:gd name="GluePoint3Y" fmla="*/ 21 h 102"/>
                    <a:gd name="GluePoint4X" fmla="*/ 13 w 72"/>
                    <a:gd name="GluePoint4Y" fmla="*/ 15 h 102"/>
                    <a:gd name="GluePoint5X" fmla="*/ 19 w 72"/>
                    <a:gd name="GluePoint5Y" fmla="*/ 18 h 102"/>
                    <a:gd name="GluePoint6X" fmla="*/ 20 w 72"/>
                    <a:gd name="GluePoint6Y" fmla="*/ 26 h 102"/>
                    <a:gd name="GluePoint7X" fmla="*/ 35 w 72"/>
                    <a:gd name="GluePoint7Y" fmla="*/ 22 h 102"/>
                    <a:gd name="GluePoint8X" fmla="*/ 40 w 72"/>
                    <a:gd name="GluePoint8Y" fmla="*/ 16 h 102"/>
                    <a:gd name="GluePoint9X" fmla="*/ 43 w 72"/>
                    <a:gd name="GluePoint9Y" fmla="*/ 14 h 102"/>
                    <a:gd name="GluePoint10X" fmla="*/ 44 w 72"/>
                    <a:gd name="GluePoint10Y" fmla="*/ 19 h 102"/>
                    <a:gd name="GluePoint11X" fmla="*/ 43 w 72"/>
                    <a:gd name="GluePoint11Y" fmla="*/ 28 h 102"/>
                    <a:gd name="GluePoint12X" fmla="*/ 36 w 72"/>
                    <a:gd name="GluePoint12Y" fmla="*/ 40 h 102"/>
                    <a:gd name="GluePoint13X" fmla="*/ 37 w 72"/>
                    <a:gd name="GluePoint13Y" fmla="*/ 42 h 102"/>
                    <a:gd name="GluePoint14X" fmla="*/ 44 w 72"/>
                    <a:gd name="GluePoint14Y" fmla="*/ 38 h 102"/>
                    <a:gd name="GluePoint15X" fmla="*/ 56 w 72"/>
                    <a:gd name="GluePoint15Y" fmla="*/ 20 h 102"/>
                    <a:gd name="GluePoint16X" fmla="*/ 49 w 72"/>
                    <a:gd name="GluePoint16Y" fmla="*/ 9 h 102"/>
                    <a:gd name="GluePoint17X" fmla="*/ 28 w 72"/>
                    <a:gd name="GluePoint17Y" fmla="*/ 14 h 102"/>
                    <a:gd name="GluePoint18X" fmla="*/ 20 w 72"/>
                    <a:gd name="GluePoint18Y" fmla="*/ 13 h 102"/>
                    <a:gd name="GluePoint19X" fmla="*/ 22 w 72"/>
                    <a:gd name="GluePoint19Y" fmla="*/ 6 h 102"/>
                    <a:gd name="GluePoint20X" fmla="*/ 50 w 72"/>
                    <a:gd name="GluePoint20Y" fmla="*/ 1 h 102"/>
                    <a:gd name="GluePoint21X" fmla="*/ 68 w 72"/>
                    <a:gd name="GluePoint21Y" fmla="*/ 12 h 102"/>
                    <a:gd name="GluePoint22X" fmla="*/ 67 w 72"/>
                    <a:gd name="GluePoint22Y" fmla="*/ 24 h 102"/>
                    <a:gd name="GluePoint23X" fmla="*/ 49 w 72"/>
                    <a:gd name="GluePoint23Y" fmla="*/ 48 h 102"/>
                    <a:gd name="GluePoint24X" fmla="*/ 42 w 72"/>
                    <a:gd name="GluePoint24Y" fmla="*/ 49 h 102"/>
                    <a:gd name="GluePoint25X" fmla="*/ 37 w 72"/>
                    <a:gd name="GluePoint25Y" fmla="*/ 47 h 102"/>
                    <a:gd name="GluePoint26X" fmla="*/ 35 w 72"/>
                    <a:gd name="GluePoint26Y" fmla="*/ 52 h 102"/>
                    <a:gd name="GluePoint27X" fmla="*/ 41 w 72"/>
                    <a:gd name="GluePoint27Y" fmla="*/ 58 h 102"/>
                    <a:gd name="GluePoint28X" fmla="*/ 48 w 72"/>
                    <a:gd name="GluePoint28Y" fmla="*/ 57 h 102"/>
                    <a:gd name="GluePoint29X" fmla="*/ 53 w 72"/>
                    <a:gd name="GluePoint29Y" fmla="*/ 59 h 102"/>
                    <a:gd name="GluePoint30X" fmla="*/ 53 w 72"/>
                    <a:gd name="GluePoint30Y" fmla="*/ 66 h 102"/>
                    <a:gd name="GluePoint31X" fmla="*/ 48 w 72"/>
                    <a:gd name="GluePoint31Y" fmla="*/ 70 h 102"/>
                    <a:gd name="GluePoint32X" fmla="*/ 37 w 72"/>
                    <a:gd name="GluePoint32Y" fmla="*/ 81 h 102"/>
                    <a:gd name="GluePoint33X" fmla="*/ 45 w 72"/>
                    <a:gd name="GluePoint33Y" fmla="*/ 81 h 102"/>
                    <a:gd name="GluePoint34X" fmla="*/ 57 w 72"/>
                    <a:gd name="GluePoint34Y" fmla="*/ 89 h 102"/>
                    <a:gd name="GluePoint35X" fmla="*/ 51 w 72"/>
                    <a:gd name="GluePoint35Y" fmla="*/ 98 h 102"/>
                    <a:gd name="GluePoint36X" fmla="*/ 26 w 72"/>
                    <a:gd name="GluePoint36Y" fmla="*/ 101 h 102"/>
                    <a:gd name="GluePoint37X" fmla="*/ 17 w 72"/>
                    <a:gd name="GluePoint37Y" fmla="*/ 96 h 102"/>
                    <a:gd name="GluePoint38X" fmla="*/ 15 w 72"/>
                    <a:gd name="GluePoint38Y" fmla="*/ 94 h 102"/>
                    <a:gd name="GluePoint39X" fmla="*/ 19 w 72"/>
                    <a:gd name="GluePoint39Y" fmla="*/ 77 h 102"/>
                    <a:gd name="GluePoint40X" fmla="*/ 27 w 72"/>
                    <a:gd name="GluePoint40Y" fmla="*/ 70 h 102"/>
                    <a:gd name="GluePoint41X" fmla="*/ 27 w 72"/>
                    <a:gd name="GluePoint41Y" fmla="*/ 69 h 102"/>
                    <a:gd name="GluePoint42X" fmla="*/ 21 w 72"/>
                    <a:gd name="GluePoint42Y" fmla="*/ 71 h 102"/>
                    <a:gd name="GluePoint43X" fmla="*/ 9 w 72"/>
                    <a:gd name="GluePoint43Y" fmla="*/ 76 h 102"/>
                    <a:gd name="GluePoint44X" fmla="*/ 3 w 72"/>
                    <a:gd name="GluePoint44Y" fmla="*/ 75 h 102"/>
                    <a:gd name="GluePoint45X" fmla="*/ 4 w 72"/>
                    <a:gd name="GluePoint45Y" fmla="*/ 69 h 102"/>
                    <a:gd name="GluePoint46X" fmla="*/ 26 w 72"/>
                    <a:gd name="GluePoint46Y" fmla="*/ 60 h 102"/>
                    <a:gd name="GluePoint47X" fmla="*/ 28 w 72"/>
                    <a:gd name="GluePoint47Y" fmla="*/ 57 h 102"/>
                    <a:gd name="GluePoint48X" fmla="*/ 29 w 72"/>
                    <a:gd name="GluePoint48Y" fmla="*/ 49 h 102"/>
                    <a:gd name="GluePoint49X" fmla="*/ 34 w 72"/>
                    <a:gd name="GluePoint49Y" fmla="*/ 29 h 102"/>
                    <a:gd name="GluePoint50X" fmla="*/ 33 w 72"/>
                    <a:gd name="GluePoint50Y" fmla="*/ 28 h 102"/>
                    <a:gd name="GluePoint51X" fmla="*/ 26 w 72"/>
                    <a:gd name="GluePoint51Y" fmla="*/ 32 h 102"/>
                    <a:gd name="GluePoint52X" fmla="*/ 23 w 72"/>
                    <a:gd name="GluePoint52Y" fmla="*/ 36 h 102"/>
                    <a:gd name="GluePoint53X" fmla="*/ 26 w 72"/>
                    <a:gd name="GluePoint53Y" fmla="*/ 42 h 102"/>
                    <a:gd name="GluePoint54X" fmla="*/ 31 w 72"/>
                    <a:gd name="GluePoint54Y" fmla="*/ 40 h 102"/>
                    <a:gd name="GluePoint55X" fmla="*/ 34 w 72"/>
                    <a:gd name="GluePoint55Y" fmla="*/ 29 h 10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  <a:cxn ang="0">
                      <a:pos x="GluePoint50X" y="GluePoint50Y"/>
                    </a:cxn>
                    <a:cxn ang="0">
                      <a:pos x="GluePoint51X" y="GluePoint51Y"/>
                    </a:cxn>
                    <a:cxn ang="0">
                      <a:pos x="GluePoint52X" y="GluePoint52Y"/>
                    </a:cxn>
                    <a:cxn ang="0">
                      <a:pos x="GluePoint53X" y="GluePoint53Y"/>
                    </a:cxn>
                    <a:cxn ang="0">
                      <a:pos x="GluePoint54X" y="GluePoint54Y"/>
                    </a:cxn>
                    <a:cxn ang="0">
                      <a:pos x="GluePoint55X" y="GluePoint55Y"/>
                    </a:cxn>
                  </a:cxnLst>
                  <a:rect l="textAreaLeft" t="textAreaTop" r="textAreaRight" b="textAreaBottom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731" name="Freeform 12"/>
                <p:cNvSpPr/>
                <p:nvPr/>
              </p:nvSpPr>
              <p:spPr>
                <a:xfrm>
                  <a:off x="1501920" y="6453360"/>
                  <a:ext cx="69480" cy="174960"/>
                </a:xfrm>
                <a:custGeom>
                  <a:avLst/>
                  <a:gdLst>
                    <a:gd name="textAreaLeft" fmla="*/ 0 w 69480"/>
                    <a:gd name="textAreaRight" fmla="*/ 69840 w 69480"/>
                    <a:gd name="textAreaTop" fmla="*/ 0 h 174960"/>
                    <a:gd name="textAreaBottom" fmla="*/ 175320 h 174960"/>
                    <a:gd name="GluePoint1X" fmla="*/ 30 w 39"/>
                    <a:gd name="GluePoint1Y" fmla="*/ 44 h 98"/>
                    <a:gd name="GluePoint2X" fmla="*/ 36 w 39"/>
                    <a:gd name="GluePoint2Y" fmla="*/ 34 h 98"/>
                    <a:gd name="GluePoint3X" fmla="*/ 37 w 39"/>
                    <a:gd name="GluePoint3Y" fmla="*/ 51 h 98"/>
                    <a:gd name="GluePoint4X" fmla="*/ 25 w 39"/>
                    <a:gd name="GluePoint4Y" fmla="*/ 82 h 98"/>
                    <a:gd name="GluePoint5X" fmla="*/ 21 w 39"/>
                    <a:gd name="GluePoint5Y" fmla="*/ 98 h 98"/>
                    <a:gd name="GluePoint6X" fmla="*/ 13 w 39"/>
                    <a:gd name="GluePoint6Y" fmla="*/ 96 h 98"/>
                    <a:gd name="GluePoint7X" fmla="*/ 5 w 39"/>
                    <a:gd name="GluePoint7Y" fmla="*/ 83 h 98"/>
                    <a:gd name="GluePoint8X" fmla="*/ 11 w 39"/>
                    <a:gd name="GluePoint8Y" fmla="*/ 62 h 98"/>
                    <a:gd name="GluePoint9X" fmla="*/ 9 w 39"/>
                    <a:gd name="GluePoint9Y" fmla="*/ 43 h 98"/>
                    <a:gd name="GluePoint10X" fmla="*/ 12 w 39"/>
                    <a:gd name="GluePoint10Y" fmla="*/ 38 h 98"/>
                    <a:gd name="GluePoint11X" fmla="*/ 18 w 39"/>
                    <a:gd name="GluePoint11Y" fmla="*/ 33 h 98"/>
                    <a:gd name="GluePoint12X" fmla="*/ 23 w 39"/>
                    <a:gd name="GluePoint12Y" fmla="*/ 12 h 98"/>
                    <a:gd name="GluePoint13X" fmla="*/ 11 w 39"/>
                    <a:gd name="GluePoint13Y" fmla="*/ 16 h 98"/>
                    <a:gd name="GluePoint14X" fmla="*/ 2 w 39"/>
                    <a:gd name="GluePoint14Y" fmla="*/ 16 h 98"/>
                    <a:gd name="GluePoint15X" fmla="*/ 0 w 39"/>
                    <a:gd name="GluePoint15Y" fmla="*/ 12 h 98"/>
                    <a:gd name="GluePoint16X" fmla="*/ 3 w 39"/>
                    <a:gd name="GluePoint16Y" fmla="*/ 10 h 98"/>
                    <a:gd name="GluePoint17X" fmla="*/ 16 w 39"/>
                    <a:gd name="GluePoint17Y" fmla="*/ 7 h 98"/>
                    <a:gd name="GluePoint18X" fmla="*/ 26 w 39"/>
                    <a:gd name="GluePoint18Y" fmla="*/ 2 h 98"/>
                    <a:gd name="GluePoint19X" fmla="*/ 32 w 39"/>
                    <a:gd name="GluePoint19Y" fmla="*/ 1 h 98"/>
                    <a:gd name="GluePoint20X" fmla="*/ 35 w 39"/>
                    <a:gd name="GluePoint20Y" fmla="*/ 9 h 98"/>
                    <a:gd name="GluePoint21X" fmla="*/ 34 w 39"/>
                    <a:gd name="GluePoint21Y" fmla="*/ 11 h 98"/>
                    <a:gd name="GluePoint22X" fmla="*/ 27 w 39"/>
                    <a:gd name="GluePoint22Y" fmla="*/ 38 h 98"/>
                    <a:gd name="GluePoint23X" fmla="*/ 28 w 39"/>
                    <a:gd name="GluePoint23Y" fmla="*/ 44 h 98"/>
                    <a:gd name="GluePoint24X" fmla="*/ 30 w 39"/>
                    <a:gd name="GluePoint24Y" fmla="*/ 44 h 9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</a:cxnLst>
                  <a:rect l="textAreaLeft" t="textAreaTop" r="textAreaRight" b="textAreaBottom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1840" rIns="518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</p:grpSp>
      <p:sp>
        <p:nvSpPr>
          <p:cNvPr id="732" name="PlaceHolder 1"/>
          <p:cNvSpPr>
            <a:spLocks noGrp="1"/>
          </p:cNvSpPr>
          <p:nvPr>
            <p:ph type="title"/>
          </p:nvPr>
        </p:nvSpPr>
        <p:spPr>
          <a:xfrm>
            <a:off x="1767600" y="3019680"/>
            <a:ext cx="8643600" cy="69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spAutoFit/>
          </a:bodyPr>
          <a:lstStyle>
            <a:lvl1pPr indent="0" algn="ctr">
              <a:lnSpc>
                <a:spcPct val="90000"/>
              </a:lnSpc>
              <a:buNone/>
              <a:defRPr lang="zh-CN" sz="4400" b="1" u="none" strike="noStrike">
                <a:solidFill>
                  <a:srgbClr val="006C39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ctr">
              <a:lnSpc>
                <a:spcPct val="90000"/>
              </a:lnSpc>
              <a:buNone/>
            </a:pPr>
            <a:r>
              <a:rPr lang="zh-CN" sz="4400" b="1" u="none" strike="noStrike">
                <a:solidFill>
                  <a:srgbClr val="006C39"/>
                </a:solidFill>
                <a:effectLst/>
                <a:uFillTx/>
                <a:latin typeface="微软雅黑"/>
                <a:ea typeface="微软雅黑"/>
              </a:rPr>
              <a:t>单击此处编辑母版标题样式</a:t>
            </a:r>
            <a:endParaRPr lang="en-US" sz="4400" b="1" u="none" strike="noStrike">
              <a:solidFill>
                <a:srgbClr val="006C39"/>
              </a:solidFill>
              <a:effectLst/>
              <a:uFillTx/>
              <a:latin typeface="微软雅黑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页样式5-一段一图-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文本框 60"/>
          <p:cNvSpPr/>
          <p:nvPr/>
        </p:nvSpPr>
        <p:spPr>
          <a:xfrm>
            <a:off x="11233080" y="6353280"/>
            <a:ext cx="55044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>
              <a:lnSpc>
                <a:spcPct val="100000"/>
              </a:lnSpc>
            </a:pPr>
            <a:fld id="{9E3D22D7-8993-49A5-9771-AC69A32F379A}" type="slidenum">
              <a:rPr lang="en-US" sz="1600" b="0" u="none" strike="noStrike">
                <a:solidFill>
                  <a:schemeClr val="accent3"/>
                </a:solidFill>
                <a:effectLst/>
                <a:uFillTx/>
                <a:latin typeface="微软雅黑"/>
                <a:ea typeface="微软雅黑"/>
              </a:rPr>
              <a:t>1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4" name="图片 85"/>
          <p:cNvPicPr/>
          <p:nvPr/>
        </p:nvPicPr>
        <p:blipFill>
          <a:blip r:embed="rId2"/>
          <a:srcRect l="-327" t="0" r="0" b="0"/>
          <a:stretch/>
        </p:blipFill>
        <p:spPr>
          <a:xfrm>
            <a:off x="11282400" y="252000"/>
            <a:ext cx="432720" cy="432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页样式6-常规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矩形 46"/>
          <p:cNvSpPr/>
          <p:nvPr/>
        </p:nvSpPr>
        <p:spPr>
          <a:xfrm>
            <a:off x="442800" y="-82440"/>
            <a:ext cx="11305800" cy="9082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t" blurRad="139680" dir="5400000" dist="38160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736" name="矩形 40"/>
          <p:cNvSpPr/>
          <p:nvPr/>
        </p:nvSpPr>
        <p:spPr>
          <a:xfrm>
            <a:off x="442800" y="0"/>
            <a:ext cx="11305800" cy="825840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737" name="PlaceHolder 1"/>
          <p:cNvSpPr>
            <a:spLocks noGrp="1"/>
          </p:cNvSpPr>
          <p:nvPr>
            <p:ph type="title"/>
          </p:nvPr>
        </p:nvSpPr>
        <p:spPr>
          <a:xfrm>
            <a:off x="1173600" y="250920"/>
            <a:ext cx="804780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spAutoFit/>
          </a:bodyPr>
          <a:lstStyle>
            <a:lvl1pPr indent="0" algn="l">
              <a:lnSpc>
                <a:spcPct val="90000"/>
              </a:lnSpc>
              <a:buNone/>
              <a:defRPr lang="zh-CN" sz="2800" b="1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zh-CN" sz="2800" b="1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单击此处编辑母版标题样式</a:t>
            </a:r>
            <a:endParaRPr lang="en-US" sz="2800" b="1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  <p:sp>
        <p:nvSpPr>
          <p:cNvPr id="738" name="文本框 6"/>
          <p:cNvSpPr/>
          <p:nvPr/>
        </p:nvSpPr>
        <p:spPr>
          <a:xfrm>
            <a:off x="11233080" y="6353280"/>
            <a:ext cx="55044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>
              <a:lnSpc>
                <a:spcPct val="100000"/>
              </a:lnSpc>
            </a:pPr>
            <a:fld id="{DB219D75-7C25-46EC-AC63-876A2A614CB9}" type="slidenum">
              <a:rPr lang="en-US" sz="1600" b="0" u="none" strike="noStrike">
                <a:solidFill>
                  <a:schemeClr val="accent3"/>
                </a:solidFill>
                <a:effectLst/>
                <a:uFillTx/>
                <a:latin typeface="微软雅黑"/>
                <a:ea typeface="微软雅黑"/>
              </a:rPr>
              <a:t>1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39" name="直接连接符 37"/>
          <p:cNvCxnSpPr/>
          <p:nvPr/>
        </p:nvCxnSpPr>
        <p:spPr>
          <a:xfrm>
            <a:off x="442800" y="6264000"/>
            <a:ext cx="11306520" cy="36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</a:ln>
        </p:spPr>
      </p:cxnSp>
      <p:pic>
        <p:nvPicPr>
          <p:cNvPr id="740" name="图片 41"/>
          <p:cNvPicPr/>
          <p:nvPr/>
        </p:nvPicPr>
        <p:blipFill>
          <a:blip r:embed="rId2"/>
          <a:stretch/>
        </p:blipFill>
        <p:spPr>
          <a:xfrm>
            <a:off x="9590040" y="252000"/>
            <a:ext cx="1968840" cy="432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741" name="组合 45"/>
          <p:cNvGrpSpPr/>
          <p:nvPr/>
        </p:nvGrpSpPr>
        <p:grpSpPr>
          <a:xfrm>
            <a:off x="637560" y="199800"/>
            <a:ext cx="462600" cy="480600"/>
            <a:chOff x="637560" y="199800"/>
            <a:chExt cx="462600" cy="480600"/>
          </a:xfrm>
        </p:grpSpPr>
        <p:sp>
          <p:nvSpPr>
            <p:cNvPr id="742" name="矩形 44"/>
            <p:cNvSpPr/>
            <p:nvPr/>
          </p:nvSpPr>
          <p:spPr>
            <a:xfrm>
              <a:off x="740160" y="320400"/>
              <a:ext cx="360000" cy="360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743" name="矩形 43"/>
            <p:cNvSpPr/>
            <p:nvPr/>
          </p:nvSpPr>
          <p:spPr>
            <a:xfrm>
              <a:off x="740160" y="318960"/>
              <a:ext cx="274680" cy="2563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744" name="矩形 42"/>
            <p:cNvSpPr/>
            <p:nvPr/>
          </p:nvSpPr>
          <p:spPr>
            <a:xfrm>
              <a:off x="637560" y="199800"/>
              <a:ext cx="360000" cy="360000"/>
            </a:xfrm>
            <a:prstGeom prst="rect">
              <a:avLst/>
            </a:prstGeom>
            <a:solidFill>
              <a:srgbClr val="006C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微软雅黑"/>
              </a:endParaRPr>
            </a:p>
          </p:txBody>
        </p:sp>
      </p:grpSp>
      <p:grpSp>
        <p:nvGrpSpPr>
          <p:cNvPr id="745" name="组合 35"/>
          <p:cNvGrpSpPr/>
          <p:nvPr/>
        </p:nvGrpSpPr>
        <p:grpSpPr>
          <a:xfrm>
            <a:off x="587160" y="6381720"/>
            <a:ext cx="2479320" cy="304560"/>
            <a:chOff x="587160" y="6381720"/>
            <a:chExt cx="2479320" cy="304560"/>
          </a:xfrm>
        </p:grpSpPr>
        <p:grpSp>
          <p:nvGrpSpPr>
            <p:cNvPr id="746" name="组合 36"/>
            <p:cNvGrpSpPr/>
            <p:nvPr/>
          </p:nvGrpSpPr>
          <p:grpSpPr>
            <a:xfrm>
              <a:off x="2014200" y="6385320"/>
              <a:ext cx="1052280" cy="298080"/>
              <a:chOff x="2014200" y="6385320"/>
              <a:chExt cx="1052280" cy="298080"/>
            </a:xfrm>
          </p:grpSpPr>
          <p:sp>
            <p:nvSpPr>
              <p:cNvPr id="747" name="Freeform 5"/>
              <p:cNvSpPr/>
              <p:nvPr/>
            </p:nvSpPr>
            <p:spPr>
              <a:xfrm>
                <a:off x="2595600" y="6404040"/>
                <a:ext cx="234720" cy="264960"/>
              </a:xfrm>
              <a:custGeom>
                <a:avLst/>
                <a:gdLst>
                  <a:gd name="textAreaLeft" fmla="*/ 0 w 234720"/>
                  <a:gd name="textAreaRight" fmla="*/ 235080 w 234720"/>
                  <a:gd name="textAreaTop" fmla="*/ 0 h 264960"/>
                  <a:gd name="textAreaBottom" fmla="*/ 265320 h 264960"/>
                  <a:gd name="GluePoint1X" fmla="*/ 41 w 125"/>
                  <a:gd name="GluePoint1Y" fmla="*/ 16 h 142"/>
                  <a:gd name="GluePoint2X" fmla="*/ 49 w 125"/>
                  <a:gd name="GluePoint2Y" fmla="*/ 3 h 142"/>
                  <a:gd name="GluePoint3X" fmla="*/ 62 w 125"/>
                  <a:gd name="GluePoint3Y" fmla="*/ 20 h 142"/>
                  <a:gd name="GluePoint4X" fmla="*/ 64 w 125"/>
                  <a:gd name="GluePoint4Y" fmla="*/ 33 h 142"/>
                  <a:gd name="GluePoint5X" fmla="*/ 50 w 125"/>
                  <a:gd name="GluePoint5Y" fmla="*/ 34 h 142"/>
                  <a:gd name="GluePoint6X" fmla="*/ 58 w 125"/>
                  <a:gd name="GluePoint6Y" fmla="*/ 58 h 142"/>
                  <a:gd name="GluePoint7X" fmla="*/ 75 w 125"/>
                  <a:gd name="GluePoint7Y" fmla="*/ 59 h 142"/>
                  <a:gd name="GluePoint8X" fmla="*/ 71 w 125"/>
                  <a:gd name="GluePoint8Y" fmla="*/ 50 h 142"/>
                  <a:gd name="GluePoint9X" fmla="*/ 81 w 125"/>
                  <a:gd name="GluePoint9Y" fmla="*/ 47 h 142"/>
                  <a:gd name="GluePoint10X" fmla="*/ 65 w 125"/>
                  <a:gd name="GluePoint10Y" fmla="*/ 42 h 142"/>
                  <a:gd name="GluePoint11X" fmla="*/ 63 w 125"/>
                  <a:gd name="GluePoint11Y" fmla="*/ 37 h 142"/>
                  <a:gd name="GluePoint12X" fmla="*/ 85 w 125"/>
                  <a:gd name="GluePoint12Y" fmla="*/ 27 h 142"/>
                  <a:gd name="GluePoint13X" fmla="*/ 93 w 125"/>
                  <a:gd name="GluePoint13Y" fmla="*/ 2 h 142"/>
                  <a:gd name="GluePoint14X" fmla="*/ 99 w 125"/>
                  <a:gd name="GluePoint14Y" fmla="*/ 5 h 142"/>
                  <a:gd name="GluePoint15X" fmla="*/ 111 w 125"/>
                  <a:gd name="GluePoint15Y" fmla="*/ 30 h 142"/>
                  <a:gd name="GluePoint16X" fmla="*/ 102 w 125"/>
                  <a:gd name="GluePoint16Y" fmla="*/ 34 h 142"/>
                  <a:gd name="GluePoint17X" fmla="*/ 95 w 125"/>
                  <a:gd name="GluePoint17Y" fmla="*/ 59 h 142"/>
                  <a:gd name="GluePoint18X" fmla="*/ 123 w 125"/>
                  <a:gd name="GluePoint18Y" fmla="*/ 61 h 142"/>
                  <a:gd name="GluePoint19X" fmla="*/ 110 w 125"/>
                  <a:gd name="GluePoint19Y" fmla="*/ 71 h 142"/>
                  <a:gd name="GluePoint20X" fmla="*/ 104 w 125"/>
                  <a:gd name="GluePoint20Y" fmla="*/ 82 h 142"/>
                  <a:gd name="GluePoint21X" fmla="*/ 112 w 125"/>
                  <a:gd name="GluePoint21Y" fmla="*/ 134 h 142"/>
                  <a:gd name="GluePoint22X" fmla="*/ 102 w 125"/>
                  <a:gd name="GluePoint22Y" fmla="*/ 140 h 142"/>
                  <a:gd name="GluePoint23X" fmla="*/ 89 w 125"/>
                  <a:gd name="GluePoint23Y" fmla="*/ 123 h 142"/>
                  <a:gd name="GluePoint24X" fmla="*/ 101 w 125"/>
                  <a:gd name="GluePoint24Y" fmla="*/ 128 h 142"/>
                  <a:gd name="GluePoint25X" fmla="*/ 101 w 125"/>
                  <a:gd name="GluePoint25Y" fmla="*/ 92 h 142"/>
                  <a:gd name="GluePoint26X" fmla="*/ 97 w 125"/>
                  <a:gd name="GluePoint26Y" fmla="*/ 99 h 142"/>
                  <a:gd name="GluePoint27X" fmla="*/ 90 w 125"/>
                  <a:gd name="GluePoint27Y" fmla="*/ 103 h 142"/>
                  <a:gd name="GluePoint28X" fmla="*/ 86 w 125"/>
                  <a:gd name="GluePoint28Y" fmla="*/ 110 h 142"/>
                  <a:gd name="GluePoint29X" fmla="*/ 81 w 125"/>
                  <a:gd name="GluePoint29Y" fmla="*/ 120 h 142"/>
                  <a:gd name="GluePoint30X" fmla="*/ 88 w 125"/>
                  <a:gd name="GluePoint30Y" fmla="*/ 71 h 142"/>
                  <a:gd name="GluePoint31X" fmla="*/ 60 w 125"/>
                  <a:gd name="GluePoint31Y" fmla="*/ 87 h 142"/>
                  <a:gd name="GluePoint32X" fmla="*/ 53 w 125"/>
                  <a:gd name="GluePoint32Y" fmla="*/ 89 h 142"/>
                  <a:gd name="GluePoint33X" fmla="*/ 51 w 125"/>
                  <a:gd name="GluePoint33Y" fmla="*/ 128 h 142"/>
                  <a:gd name="GluePoint34X" fmla="*/ 43 w 125"/>
                  <a:gd name="GluePoint34Y" fmla="*/ 134 h 142"/>
                  <a:gd name="GluePoint35X" fmla="*/ 39 w 125"/>
                  <a:gd name="GluePoint35Y" fmla="*/ 107 h 142"/>
                  <a:gd name="GluePoint36X" fmla="*/ 33 w 125"/>
                  <a:gd name="GluePoint36Y" fmla="*/ 114 h 142"/>
                  <a:gd name="GluePoint37X" fmla="*/ 17 w 125"/>
                  <a:gd name="GluePoint37Y" fmla="*/ 108 h 142"/>
                  <a:gd name="GluePoint38X" fmla="*/ 5 w 125"/>
                  <a:gd name="GluePoint38Y" fmla="*/ 81 h 142"/>
                  <a:gd name="GluePoint39X" fmla="*/ 34 w 125"/>
                  <a:gd name="GluePoint39Y" fmla="*/ 56 h 142"/>
                  <a:gd name="GluePoint40X" fmla="*/ 38 w 125"/>
                  <a:gd name="GluePoint40Y" fmla="*/ 33 h 142"/>
                  <a:gd name="GluePoint41X" fmla="*/ 22 w 125"/>
                  <a:gd name="GluePoint41Y" fmla="*/ 55 h 142"/>
                  <a:gd name="GluePoint42X" fmla="*/ 14 w 125"/>
                  <a:gd name="GluePoint42Y" fmla="*/ 55 h 142"/>
                  <a:gd name="GluePoint43X" fmla="*/ 11 w 125"/>
                  <a:gd name="GluePoint43Y" fmla="*/ 36 h 142"/>
                  <a:gd name="GluePoint44X" fmla="*/ 32 w 125"/>
                  <a:gd name="GluePoint44Y" fmla="*/ 22 h 142"/>
                  <a:gd name="GluePoint45X" fmla="*/ 28 w 125"/>
                  <a:gd name="GluePoint45Y" fmla="*/ 33 h 1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</a:cxnLst>
                <a:rect l="textAreaLeft" t="textAreaTop" r="textAreaRight" b="textAreaBottom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entury Gothic"/>
                </a:endParaRPr>
              </a:p>
            </p:txBody>
          </p:sp>
          <p:sp>
            <p:nvSpPr>
              <p:cNvPr id="748" name="Freeform 6"/>
              <p:cNvSpPr/>
              <p:nvPr/>
            </p:nvSpPr>
            <p:spPr>
              <a:xfrm>
                <a:off x="2931480" y="6444720"/>
                <a:ext cx="135000" cy="2034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203400"/>
                  <a:gd name="textAreaBottom" fmla="*/ 203760 h 203400"/>
                  <a:gd name="GluePoint1X" fmla="*/ 33 w 72"/>
                  <a:gd name="GluePoint1Y" fmla="*/ 76 h 109"/>
                  <a:gd name="GluePoint2X" fmla="*/ 44 w 72"/>
                  <a:gd name="GluePoint2Y" fmla="*/ 73 h 109"/>
                  <a:gd name="GluePoint3X" fmla="*/ 59 w 72"/>
                  <a:gd name="GluePoint3Y" fmla="*/ 71 h 109"/>
                  <a:gd name="GluePoint4X" fmla="*/ 69 w 72"/>
                  <a:gd name="GluePoint4Y" fmla="*/ 92 h 109"/>
                  <a:gd name="GluePoint5X" fmla="*/ 66 w 72"/>
                  <a:gd name="GluePoint5Y" fmla="*/ 94 h 109"/>
                  <a:gd name="GluePoint6X" fmla="*/ 49 w 72"/>
                  <a:gd name="GluePoint6Y" fmla="*/ 96 h 109"/>
                  <a:gd name="GluePoint7X" fmla="*/ 28 w 72"/>
                  <a:gd name="GluePoint7Y" fmla="*/ 106 h 109"/>
                  <a:gd name="GluePoint8X" fmla="*/ 16 w 72"/>
                  <a:gd name="GluePoint8Y" fmla="*/ 106 h 109"/>
                  <a:gd name="GluePoint9X" fmla="*/ 1 w 72"/>
                  <a:gd name="GluePoint9Y" fmla="*/ 80 h 109"/>
                  <a:gd name="GluePoint10X" fmla="*/ 2 w 72"/>
                  <a:gd name="GluePoint10Y" fmla="*/ 74 h 109"/>
                  <a:gd name="GluePoint11X" fmla="*/ 23 w 72"/>
                  <a:gd name="GluePoint11Y" fmla="*/ 31 h 109"/>
                  <a:gd name="GluePoint12X" fmla="*/ 22 w 72"/>
                  <a:gd name="GluePoint12Y" fmla="*/ 26 h 109"/>
                  <a:gd name="GluePoint13X" fmla="*/ 12 w 72"/>
                  <a:gd name="GluePoint13Y" fmla="*/ 16 h 109"/>
                  <a:gd name="GluePoint14X" fmla="*/ 15 w 72"/>
                  <a:gd name="GluePoint14Y" fmla="*/ 10 h 109"/>
                  <a:gd name="GluePoint15X" fmla="*/ 32 w 72"/>
                  <a:gd name="GluePoint15Y" fmla="*/ 5 h 109"/>
                  <a:gd name="GluePoint16X" fmla="*/ 60 w 72"/>
                  <a:gd name="GluePoint16Y" fmla="*/ 18 h 109"/>
                  <a:gd name="GluePoint17X" fmla="*/ 59 w 72"/>
                  <a:gd name="GluePoint17Y" fmla="*/ 26 h 109"/>
                  <a:gd name="GluePoint18X" fmla="*/ 52 w 72"/>
                  <a:gd name="GluePoint18Y" fmla="*/ 36 h 109"/>
                  <a:gd name="GluePoint19X" fmla="*/ 34 w 72"/>
                  <a:gd name="GluePoint19Y" fmla="*/ 72 h 109"/>
                  <a:gd name="GluePoint20X" fmla="*/ 33 w 72"/>
                  <a:gd name="GluePoint20Y" fmla="*/ 76 h 10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</a:cxnLst>
                <a:rect l="textAreaLeft" t="textAreaTop" r="textAreaRight" b="textAreaBottom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entury Gothic"/>
                </a:endParaRPr>
              </a:p>
            </p:txBody>
          </p:sp>
          <p:grpSp>
            <p:nvGrpSpPr>
              <p:cNvPr id="749" name="组合 61"/>
              <p:cNvGrpSpPr/>
              <p:nvPr/>
            </p:nvGrpSpPr>
            <p:grpSpPr>
              <a:xfrm>
                <a:off x="2014200" y="6385320"/>
                <a:ext cx="240480" cy="298080"/>
                <a:chOff x="2014200" y="6385320"/>
                <a:chExt cx="240480" cy="298080"/>
              </a:xfrm>
            </p:grpSpPr>
            <p:sp>
              <p:nvSpPr>
                <p:cNvPr id="750" name="Freeform 7"/>
                <p:cNvSpPr/>
                <p:nvPr/>
              </p:nvSpPr>
              <p:spPr>
                <a:xfrm>
                  <a:off x="2014200" y="6385320"/>
                  <a:ext cx="240480" cy="195840"/>
                </a:xfrm>
                <a:custGeom>
                  <a:avLst/>
                  <a:gdLst>
                    <a:gd name="textAreaLeft" fmla="*/ 0 w 240480"/>
                    <a:gd name="textAreaRight" fmla="*/ 240840 w 240480"/>
                    <a:gd name="textAreaTop" fmla="*/ 0 h 195840"/>
                    <a:gd name="textAreaBottom" fmla="*/ 196200 h 195840"/>
                    <a:gd name="GluePoint1X" fmla="*/ 101 w 128"/>
                    <a:gd name="GluePoint1Y" fmla="*/ 58 h 105"/>
                    <a:gd name="GluePoint2X" fmla="*/ 74 w 128"/>
                    <a:gd name="GluePoint2Y" fmla="*/ 56 h 105"/>
                    <a:gd name="GluePoint3X" fmla="*/ 68 w 128"/>
                    <a:gd name="GluePoint3Y" fmla="*/ 57 h 105"/>
                    <a:gd name="GluePoint4X" fmla="*/ 51 w 128"/>
                    <a:gd name="GluePoint4Y" fmla="*/ 59 h 105"/>
                    <a:gd name="GluePoint5X" fmla="*/ 36 w 128"/>
                    <a:gd name="GluePoint5Y" fmla="*/ 65 h 105"/>
                    <a:gd name="GluePoint6X" fmla="*/ 28 w 128"/>
                    <a:gd name="GluePoint6Y" fmla="*/ 73 h 105"/>
                    <a:gd name="GluePoint7X" fmla="*/ 16 w 128"/>
                    <a:gd name="GluePoint7Y" fmla="*/ 102 h 105"/>
                    <a:gd name="GluePoint8X" fmla="*/ 13 w 128"/>
                    <a:gd name="GluePoint8Y" fmla="*/ 104 h 105"/>
                    <a:gd name="GluePoint9X" fmla="*/ 1 w 128"/>
                    <a:gd name="GluePoint9Y" fmla="*/ 98 h 105"/>
                    <a:gd name="GluePoint10X" fmla="*/ 0 w 128"/>
                    <a:gd name="GluePoint10Y" fmla="*/ 93 h 105"/>
                    <a:gd name="GluePoint11X" fmla="*/ 15 w 128"/>
                    <a:gd name="GluePoint11Y" fmla="*/ 60 h 105"/>
                    <a:gd name="GluePoint12X" fmla="*/ 16 w 128"/>
                    <a:gd name="GluePoint12Y" fmla="*/ 58 h 105"/>
                    <a:gd name="GluePoint13X" fmla="*/ 20 w 128"/>
                    <a:gd name="GluePoint13Y" fmla="*/ 52 h 105"/>
                    <a:gd name="GluePoint14X" fmla="*/ 32 w 128"/>
                    <a:gd name="GluePoint14Y" fmla="*/ 54 h 105"/>
                    <a:gd name="GluePoint15X" fmla="*/ 39 w 128"/>
                    <a:gd name="GluePoint15Y" fmla="*/ 55 h 105"/>
                    <a:gd name="GluePoint16X" fmla="*/ 72 w 128"/>
                    <a:gd name="GluePoint16Y" fmla="*/ 21 h 105"/>
                    <a:gd name="GluePoint17X" fmla="*/ 74 w 128"/>
                    <a:gd name="GluePoint17Y" fmla="*/ 16 h 105"/>
                    <a:gd name="GluePoint18X" fmla="*/ 74 w 128"/>
                    <a:gd name="GluePoint18Y" fmla="*/ 11 h 105"/>
                    <a:gd name="GluePoint19X" fmla="*/ 71 w 128"/>
                    <a:gd name="GluePoint19Y" fmla="*/ 11 h 105"/>
                    <a:gd name="GluePoint20X" fmla="*/ 68 w 128"/>
                    <a:gd name="GluePoint20Y" fmla="*/ 15 h 105"/>
                    <a:gd name="GluePoint21X" fmla="*/ 68 w 128"/>
                    <a:gd name="GluePoint21Y" fmla="*/ 21 h 105"/>
                    <a:gd name="GluePoint22X" fmla="*/ 59 w 128"/>
                    <a:gd name="GluePoint22Y" fmla="*/ 29 h 105"/>
                    <a:gd name="GluePoint23X" fmla="*/ 53 w 128"/>
                    <a:gd name="GluePoint23Y" fmla="*/ 27 h 105"/>
                    <a:gd name="GluePoint24X" fmla="*/ 47 w 128"/>
                    <a:gd name="GluePoint24Y" fmla="*/ 24 h 105"/>
                    <a:gd name="GluePoint25X" fmla="*/ 47 w 128"/>
                    <a:gd name="GluePoint25Y" fmla="*/ 32 h 105"/>
                    <a:gd name="GluePoint26X" fmla="*/ 47 w 128"/>
                    <a:gd name="GluePoint26Y" fmla="*/ 34 h 105"/>
                    <a:gd name="GluePoint27X" fmla="*/ 43 w 128"/>
                    <a:gd name="GluePoint27Y" fmla="*/ 45 h 105"/>
                    <a:gd name="GluePoint28X" fmla="*/ 31 w 128"/>
                    <a:gd name="GluePoint28Y" fmla="*/ 39 h 105"/>
                    <a:gd name="GluePoint29X" fmla="*/ 29 w 128"/>
                    <a:gd name="GluePoint29Y" fmla="*/ 23 h 105"/>
                    <a:gd name="GluePoint30X" fmla="*/ 33 w 128"/>
                    <a:gd name="GluePoint30Y" fmla="*/ 14 h 105"/>
                    <a:gd name="GluePoint31X" fmla="*/ 36 w 128"/>
                    <a:gd name="GluePoint31Y" fmla="*/ 9 h 105"/>
                    <a:gd name="GluePoint32X" fmla="*/ 42 w 128"/>
                    <a:gd name="GluePoint32Y" fmla="*/ 13 h 105"/>
                    <a:gd name="GluePoint33X" fmla="*/ 44 w 128"/>
                    <a:gd name="GluePoint33Y" fmla="*/ 16 h 105"/>
                    <a:gd name="GluePoint34X" fmla="*/ 57 w 128"/>
                    <a:gd name="GluePoint34Y" fmla="*/ 14 h 105"/>
                    <a:gd name="GluePoint35X" fmla="*/ 62 w 128"/>
                    <a:gd name="GluePoint35Y" fmla="*/ 11 h 105"/>
                    <a:gd name="GluePoint36X" fmla="*/ 84 w 128"/>
                    <a:gd name="GluePoint36Y" fmla="*/ 0 h 105"/>
                    <a:gd name="GluePoint37X" fmla="*/ 96 w 128"/>
                    <a:gd name="GluePoint37Y" fmla="*/ 7 h 105"/>
                    <a:gd name="GluePoint38X" fmla="*/ 96 w 128"/>
                    <a:gd name="GluePoint38Y" fmla="*/ 20 h 105"/>
                    <a:gd name="GluePoint39X" fmla="*/ 83 w 128"/>
                    <a:gd name="GluePoint39Y" fmla="*/ 43 h 105"/>
                    <a:gd name="GluePoint40X" fmla="*/ 94 w 128"/>
                    <a:gd name="GluePoint40Y" fmla="*/ 44 h 105"/>
                    <a:gd name="GluePoint41X" fmla="*/ 122 w 128"/>
                    <a:gd name="GluePoint41Y" fmla="*/ 59 h 105"/>
                    <a:gd name="GluePoint42X" fmla="*/ 120 w 128"/>
                    <a:gd name="GluePoint42Y" fmla="*/ 73 h 105"/>
                    <a:gd name="GluePoint43X" fmla="*/ 98 w 128"/>
                    <a:gd name="GluePoint43Y" fmla="*/ 73 h 105"/>
                    <a:gd name="GluePoint44X" fmla="*/ 97 w 128"/>
                    <a:gd name="GluePoint44Y" fmla="*/ 66 h 105"/>
                    <a:gd name="GluePoint45X" fmla="*/ 101 w 128"/>
                    <a:gd name="GluePoint45Y" fmla="*/ 58 h 10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</a:cxnLst>
                  <a:rect l="textAreaLeft" t="textAreaTop" r="textAreaRight" b="textAreaBottom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751" name="Freeform 8"/>
                <p:cNvSpPr/>
                <p:nvPr/>
              </p:nvSpPr>
              <p:spPr>
                <a:xfrm>
                  <a:off x="2065320" y="6504480"/>
                  <a:ext cx="149760" cy="178920"/>
                </a:xfrm>
                <a:custGeom>
                  <a:avLst/>
                  <a:gdLst>
                    <a:gd name="textAreaLeft" fmla="*/ 0 w 149760"/>
                    <a:gd name="textAreaRight" fmla="*/ 150120 w 149760"/>
                    <a:gd name="textAreaTop" fmla="*/ 0 h 178920"/>
                    <a:gd name="textAreaBottom" fmla="*/ 179280 h 178920"/>
                    <a:gd name="GluePoint1X" fmla="*/ 46 w 80"/>
                    <a:gd name="GluePoint1Y" fmla="*/ 29 h 96"/>
                    <a:gd name="GluePoint2X" fmla="*/ 65 w 80"/>
                    <a:gd name="GluePoint2Y" fmla="*/ 29 h 96"/>
                    <a:gd name="GluePoint3X" fmla="*/ 79 w 80"/>
                    <a:gd name="GluePoint3Y" fmla="*/ 41 h 96"/>
                    <a:gd name="GluePoint4X" fmla="*/ 74 w 80"/>
                    <a:gd name="GluePoint4Y" fmla="*/ 43 h 96"/>
                    <a:gd name="GluePoint5X" fmla="*/ 60 w 80"/>
                    <a:gd name="GluePoint5Y" fmla="*/ 43 h 96"/>
                    <a:gd name="GluePoint6X" fmla="*/ 52 w 80"/>
                    <a:gd name="GluePoint6Y" fmla="*/ 50 h 96"/>
                    <a:gd name="GluePoint7X" fmla="*/ 49 w 80"/>
                    <a:gd name="GluePoint7Y" fmla="*/ 87 h 96"/>
                    <a:gd name="GluePoint8X" fmla="*/ 37 w 80"/>
                    <a:gd name="GluePoint8Y" fmla="*/ 95 h 96"/>
                    <a:gd name="GluePoint9X" fmla="*/ 21 w 80"/>
                    <a:gd name="GluePoint9Y" fmla="*/ 68 h 96"/>
                    <a:gd name="GluePoint10X" fmla="*/ 22 w 80"/>
                    <a:gd name="GluePoint10Y" fmla="*/ 62 h 96"/>
                    <a:gd name="GluePoint11X" fmla="*/ 30 w 80"/>
                    <a:gd name="GluePoint11Y" fmla="*/ 72 h 96"/>
                    <a:gd name="GluePoint12X" fmla="*/ 40 w 80"/>
                    <a:gd name="GluePoint12Y" fmla="*/ 70 h 96"/>
                    <a:gd name="GluePoint13X" fmla="*/ 43 w 80"/>
                    <a:gd name="GluePoint13Y" fmla="*/ 46 h 96"/>
                    <a:gd name="GluePoint14X" fmla="*/ 24 w 80"/>
                    <a:gd name="GluePoint14Y" fmla="*/ 52 h 96"/>
                    <a:gd name="GluePoint15X" fmla="*/ 19 w 80"/>
                    <a:gd name="GluePoint15Y" fmla="*/ 54 h 96"/>
                    <a:gd name="GluePoint16X" fmla="*/ 6 w 80"/>
                    <a:gd name="GluePoint16Y" fmla="*/ 54 h 96"/>
                    <a:gd name="GluePoint17X" fmla="*/ 2 w 80"/>
                    <a:gd name="GluePoint17Y" fmla="*/ 40 h 96"/>
                    <a:gd name="GluePoint18X" fmla="*/ 6 w 80"/>
                    <a:gd name="GluePoint18Y" fmla="*/ 37 h 96"/>
                    <a:gd name="GluePoint19X" fmla="*/ 28 w 80"/>
                    <a:gd name="GluePoint19Y" fmla="*/ 33 h 96"/>
                    <a:gd name="GluePoint20X" fmla="*/ 33 w 80"/>
                    <a:gd name="GluePoint20Y" fmla="*/ 32 h 96"/>
                    <a:gd name="GluePoint21X" fmla="*/ 36 w 80"/>
                    <a:gd name="GluePoint21Y" fmla="*/ 22 h 96"/>
                    <a:gd name="GluePoint22X" fmla="*/ 46 w 80"/>
                    <a:gd name="GluePoint22Y" fmla="*/ 12 h 96"/>
                    <a:gd name="GluePoint23X" fmla="*/ 45 w 80"/>
                    <a:gd name="GluePoint23Y" fmla="*/ 10 h 96"/>
                    <a:gd name="GluePoint24X" fmla="*/ 26 w 80"/>
                    <a:gd name="GluePoint24Y" fmla="*/ 17 h 96"/>
                    <a:gd name="GluePoint25X" fmla="*/ 15 w 80"/>
                    <a:gd name="GluePoint25Y" fmla="*/ 24 h 96"/>
                    <a:gd name="GluePoint26X" fmla="*/ 5 w 80"/>
                    <a:gd name="GluePoint26Y" fmla="*/ 22 h 96"/>
                    <a:gd name="GluePoint27X" fmla="*/ 1 w 80"/>
                    <a:gd name="GluePoint27Y" fmla="*/ 17 h 96"/>
                    <a:gd name="GluePoint28X" fmla="*/ 36 w 80"/>
                    <a:gd name="GluePoint28Y" fmla="*/ 2 h 96"/>
                    <a:gd name="GluePoint29X" fmla="*/ 55 w 80"/>
                    <a:gd name="GluePoint29Y" fmla="*/ 0 h 96"/>
                    <a:gd name="GluePoint30X" fmla="*/ 61 w 80"/>
                    <a:gd name="GluePoint30Y" fmla="*/ 6 h 96"/>
                    <a:gd name="GluePoint31X" fmla="*/ 59 w 80"/>
                    <a:gd name="GluePoint31Y" fmla="*/ 13 h 96"/>
                    <a:gd name="GluePoint32X" fmla="*/ 46 w 80"/>
                    <a:gd name="GluePoint32Y" fmla="*/ 29 h 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</a:cxnLst>
                  <a:rect l="textAreaLeft" t="textAreaTop" r="textAreaRight" b="textAreaBottom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752" name="组合 62"/>
              <p:cNvGrpSpPr/>
              <p:nvPr/>
            </p:nvGrpSpPr>
            <p:grpSpPr>
              <a:xfrm>
                <a:off x="2349720" y="6467040"/>
                <a:ext cx="145440" cy="155520"/>
                <a:chOff x="2349720" y="6467040"/>
                <a:chExt cx="145440" cy="155520"/>
              </a:xfrm>
            </p:grpSpPr>
            <p:sp>
              <p:nvSpPr>
                <p:cNvPr id="753" name="Freeform 15"/>
                <p:cNvSpPr/>
                <p:nvPr/>
              </p:nvSpPr>
              <p:spPr>
                <a:xfrm>
                  <a:off x="2349720" y="6501600"/>
                  <a:ext cx="66960" cy="10764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107640"/>
                    <a:gd name="textAreaBottom" fmla="*/ 108000 h 107640"/>
                    <a:gd name="GluePoint1X" fmla="*/ 16 w 39"/>
                    <a:gd name="GluePoint1Y" fmla="*/ 29 h 58"/>
                    <a:gd name="GluePoint2X" fmla="*/ 27 w 39"/>
                    <a:gd name="GluePoint2Y" fmla="*/ 7 h 58"/>
                    <a:gd name="GluePoint3X" fmla="*/ 31 w 39"/>
                    <a:gd name="GluePoint3Y" fmla="*/ 1 h 58"/>
                    <a:gd name="GluePoint4X" fmla="*/ 34 w 39"/>
                    <a:gd name="GluePoint4Y" fmla="*/ 6 h 58"/>
                    <a:gd name="GluePoint5X" fmla="*/ 35 w 39"/>
                    <a:gd name="GluePoint5Y" fmla="*/ 26 h 58"/>
                    <a:gd name="GluePoint6X" fmla="*/ 20 w 39"/>
                    <a:gd name="GluePoint6Y" fmla="*/ 52 h 58"/>
                    <a:gd name="GluePoint7X" fmla="*/ 9 w 39"/>
                    <a:gd name="GluePoint7Y" fmla="*/ 57 h 58"/>
                    <a:gd name="GluePoint8X" fmla="*/ 1 w 39"/>
                    <a:gd name="GluePoint8Y" fmla="*/ 43 h 58"/>
                    <a:gd name="GluePoint9X" fmla="*/ 4 w 39"/>
                    <a:gd name="GluePoint9Y" fmla="*/ 6 h 58"/>
                    <a:gd name="GluePoint10X" fmla="*/ 8 w 39"/>
                    <a:gd name="GluePoint10Y" fmla="*/ 0 h 58"/>
                    <a:gd name="GluePoint11X" fmla="*/ 15 w 39"/>
                    <a:gd name="GluePoint11Y" fmla="*/ 6 h 58"/>
                    <a:gd name="GluePoint12X" fmla="*/ 14 w 39"/>
                    <a:gd name="GluePoint12Y" fmla="*/ 20 h 58"/>
                    <a:gd name="GluePoint13X" fmla="*/ 14 w 39"/>
                    <a:gd name="GluePoint13Y" fmla="*/ 28 h 58"/>
                    <a:gd name="GluePoint14X" fmla="*/ 16 w 39"/>
                    <a:gd name="GluePoint14Y" fmla="*/ 29 h 5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76320" rIns="7632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754" name="Freeform 16"/>
                <p:cNvSpPr/>
                <p:nvPr/>
              </p:nvSpPr>
              <p:spPr>
                <a:xfrm>
                  <a:off x="2422080" y="6470640"/>
                  <a:ext cx="73080" cy="151920"/>
                </a:xfrm>
                <a:custGeom>
                  <a:avLst/>
                  <a:gdLst>
                    <a:gd name="textAreaLeft" fmla="*/ 0 w 73080"/>
                    <a:gd name="textAreaRight" fmla="*/ 73440 w 73080"/>
                    <a:gd name="textAreaTop" fmla="*/ 0 h 151920"/>
                    <a:gd name="textAreaBottom" fmla="*/ 152280 h 151920"/>
                    <a:gd name="GluePoint1X" fmla="*/ 9 w 47"/>
                    <a:gd name="GluePoint1Y" fmla="*/ 73 h 88"/>
                    <a:gd name="GluePoint2X" fmla="*/ 3 w 47"/>
                    <a:gd name="GluePoint2Y" fmla="*/ 67 h 88"/>
                    <a:gd name="GluePoint3X" fmla="*/ 3 w 47"/>
                    <a:gd name="GluePoint3Y" fmla="*/ 57 h 88"/>
                    <a:gd name="GluePoint4X" fmla="*/ 20 w 47"/>
                    <a:gd name="GluePoint4Y" fmla="*/ 38 h 88"/>
                    <a:gd name="GluePoint5X" fmla="*/ 33 w 47"/>
                    <a:gd name="GluePoint5Y" fmla="*/ 20 h 88"/>
                    <a:gd name="GluePoint6X" fmla="*/ 33 w 47"/>
                    <a:gd name="GluePoint6Y" fmla="*/ 4 h 88"/>
                    <a:gd name="GluePoint7X" fmla="*/ 32 w 47"/>
                    <a:gd name="GluePoint7Y" fmla="*/ 1 h 88"/>
                    <a:gd name="GluePoint8X" fmla="*/ 33 w 47"/>
                    <a:gd name="GluePoint8Y" fmla="*/ 0 h 88"/>
                    <a:gd name="GluePoint9X" fmla="*/ 41 w 47"/>
                    <a:gd name="GluePoint9Y" fmla="*/ 6 h 88"/>
                    <a:gd name="GluePoint10X" fmla="*/ 43 w 47"/>
                    <a:gd name="GluePoint10Y" fmla="*/ 26 h 88"/>
                    <a:gd name="GluePoint11X" fmla="*/ 29 w 47"/>
                    <a:gd name="GluePoint11Y" fmla="*/ 48 h 88"/>
                    <a:gd name="GluePoint12X" fmla="*/ 30 w 47"/>
                    <a:gd name="GluePoint12Y" fmla="*/ 52 h 88"/>
                    <a:gd name="GluePoint13X" fmla="*/ 40 w 47"/>
                    <a:gd name="GluePoint13Y" fmla="*/ 73 h 88"/>
                    <a:gd name="GluePoint14X" fmla="*/ 41 w 47"/>
                    <a:gd name="GluePoint14Y" fmla="*/ 84 h 88"/>
                    <a:gd name="GluePoint15X" fmla="*/ 37 w 47"/>
                    <a:gd name="GluePoint15Y" fmla="*/ 86 h 88"/>
                    <a:gd name="GluePoint16X" fmla="*/ 31 w 47"/>
                    <a:gd name="GluePoint16Y" fmla="*/ 75 h 88"/>
                    <a:gd name="GluePoint17X" fmla="*/ 28 w 47"/>
                    <a:gd name="GluePoint17Y" fmla="*/ 60 h 88"/>
                    <a:gd name="GluePoint18X" fmla="*/ 22 w 47"/>
                    <a:gd name="GluePoint18Y" fmla="*/ 59 h 88"/>
                    <a:gd name="GluePoint19X" fmla="*/ 9 w 47"/>
                    <a:gd name="GluePoint19Y" fmla="*/ 73 h 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</a:cxnLst>
                  <a:rect l="textAreaLeft" t="textAreaTop" r="textAreaRight" b="textAreaBottom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83160" rIns="8316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755" name="Freeform 17"/>
                <p:cNvSpPr/>
                <p:nvPr/>
              </p:nvSpPr>
              <p:spPr>
                <a:xfrm>
                  <a:off x="2387880" y="6467040"/>
                  <a:ext cx="47880" cy="27720"/>
                </a:xfrm>
                <a:custGeom>
                  <a:avLst/>
                  <a:gdLst>
                    <a:gd name="textAreaLeft" fmla="*/ 0 w 47880"/>
                    <a:gd name="textAreaRight" fmla="*/ 48240 w 47880"/>
                    <a:gd name="textAreaTop" fmla="*/ 0 h 27720"/>
                    <a:gd name="textAreaBottom" fmla="*/ 28080 h 27720"/>
                    <a:gd name="GluePoint1X" fmla="*/ 0 w 26"/>
                    <a:gd name="GluePoint1Y" fmla="*/ 0 h 19"/>
                    <a:gd name="GluePoint2X" fmla="*/ 20 w 26"/>
                    <a:gd name="GluePoint2Y" fmla="*/ 1 h 19"/>
                    <a:gd name="GluePoint3X" fmla="*/ 23 w 26"/>
                    <a:gd name="GluePoint3Y" fmla="*/ 12 h 19"/>
                    <a:gd name="GluePoint4X" fmla="*/ 12 w 26"/>
                    <a:gd name="GluePoint4Y" fmla="*/ 18 h 19"/>
                    <a:gd name="GluePoint5X" fmla="*/ 3 w 26"/>
                    <a:gd name="GluePoint5Y" fmla="*/ 11 h 19"/>
                    <a:gd name="GluePoint6X" fmla="*/ 0 w 26"/>
                    <a:gd name="GluePoint6Y" fmla="*/ 0 h 1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4720" tIns="14040" rIns="54720" bIns="140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  <p:grpSp>
          <p:nvGrpSpPr>
            <p:cNvPr id="756" name="组合 38"/>
            <p:cNvGrpSpPr/>
            <p:nvPr/>
          </p:nvGrpSpPr>
          <p:grpSpPr>
            <a:xfrm>
              <a:off x="587160" y="6381720"/>
              <a:ext cx="1100160" cy="304560"/>
              <a:chOff x="587160" y="6381720"/>
              <a:chExt cx="1100160" cy="304560"/>
            </a:xfrm>
          </p:grpSpPr>
          <p:grpSp>
            <p:nvGrpSpPr>
              <p:cNvPr id="757" name="组合 39"/>
              <p:cNvGrpSpPr/>
              <p:nvPr/>
            </p:nvGrpSpPr>
            <p:grpSpPr>
              <a:xfrm>
                <a:off x="1171800" y="6431400"/>
                <a:ext cx="212760" cy="223560"/>
                <a:chOff x="1171800" y="6431400"/>
                <a:chExt cx="212760" cy="223560"/>
              </a:xfrm>
            </p:grpSpPr>
            <p:sp>
              <p:nvSpPr>
                <p:cNvPr id="758" name="Freeform 9"/>
                <p:cNvSpPr/>
                <p:nvPr/>
              </p:nvSpPr>
              <p:spPr>
                <a:xfrm>
                  <a:off x="1171800" y="6447960"/>
                  <a:ext cx="110520" cy="187920"/>
                </a:xfrm>
                <a:custGeom>
                  <a:avLst/>
                  <a:gdLst>
                    <a:gd name="textAreaLeft" fmla="*/ 0 w 110520"/>
                    <a:gd name="textAreaRight" fmla="*/ 110880 w 110520"/>
                    <a:gd name="textAreaTop" fmla="*/ 0 h 187920"/>
                    <a:gd name="textAreaBottom" fmla="*/ 188280 h 187920"/>
                    <a:gd name="GluePoint1X" fmla="*/ 39 w 59"/>
                    <a:gd name="GluePoint1Y" fmla="*/ 78 h 101"/>
                    <a:gd name="GluePoint2X" fmla="*/ 17 w 59"/>
                    <a:gd name="GluePoint2Y" fmla="*/ 94 h 101"/>
                    <a:gd name="GluePoint3X" fmla="*/ 8 w 59"/>
                    <a:gd name="GluePoint3Y" fmla="*/ 94 h 101"/>
                    <a:gd name="GluePoint4X" fmla="*/ 0 w 59"/>
                    <a:gd name="GluePoint4Y" fmla="*/ 79 h 101"/>
                    <a:gd name="GluePoint5X" fmla="*/ 17 w 59"/>
                    <a:gd name="GluePoint5Y" fmla="*/ 73 h 101"/>
                    <a:gd name="GluePoint6X" fmla="*/ 10 w 59"/>
                    <a:gd name="GluePoint6Y" fmla="*/ 68 h 101"/>
                    <a:gd name="GluePoint7X" fmla="*/ 8 w 59"/>
                    <a:gd name="GluePoint7Y" fmla="*/ 60 h 101"/>
                    <a:gd name="GluePoint8X" fmla="*/ 18 w 59"/>
                    <a:gd name="GluePoint8Y" fmla="*/ 23 h 101"/>
                    <a:gd name="GluePoint9X" fmla="*/ 26 w 59"/>
                    <a:gd name="GluePoint9Y" fmla="*/ 17 h 101"/>
                    <a:gd name="GluePoint10X" fmla="*/ 36 w 59"/>
                    <a:gd name="GluePoint10Y" fmla="*/ 26 h 101"/>
                    <a:gd name="GluePoint11X" fmla="*/ 36 w 59"/>
                    <a:gd name="GluePoint11Y" fmla="*/ 27 h 101"/>
                    <a:gd name="GluePoint12X" fmla="*/ 43 w 59"/>
                    <a:gd name="GluePoint12Y" fmla="*/ 40 h 101"/>
                    <a:gd name="GluePoint13X" fmla="*/ 42 w 59"/>
                    <a:gd name="GluePoint13Y" fmla="*/ 12 h 101"/>
                    <a:gd name="GluePoint14X" fmla="*/ 21 w 59"/>
                    <a:gd name="GluePoint14Y" fmla="*/ 5 h 101"/>
                    <a:gd name="GluePoint15X" fmla="*/ 44 w 59"/>
                    <a:gd name="GluePoint15Y" fmla="*/ 1 h 101"/>
                    <a:gd name="GluePoint16X" fmla="*/ 57 w 59"/>
                    <a:gd name="GluePoint16Y" fmla="*/ 17 h 101"/>
                    <a:gd name="GluePoint17X" fmla="*/ 56 w 59"/>
                    <a:gd name="GluePoint17Y" fmla="*/ 48 h 101"/>
                    <a:gd name="GluePoint18X" fmla="*/ 57 w 59"/>
                    <a:gd name="GluePoint18Y" fmla="*/ 55 h 101"/>
                    <a:gd name="GluePoint19X" fmla="*/ 55 w 59"/>
                    <a:gd name="GluePoint19Y" fmla="*/ 64 h 101"/>
                    <a:gd name="GluePoint20X" fmla="*/ 54 w 59"/>
                    <a:gd name="GluePoint20Y" fmla="*/ 71 h 101"/>
                    <a:gd name="GluePoint21X" fmla="*/ 52 w 59"/>
                    <a:gd name="GluePoint21Y" fmla="*/ 95 h 101"/>
                    <a:gd name="GluePoint22X" fmla="*/ 49 w 59"/>
                    <a:gd name="GluePoint22Y" fmla="*/ 101 h 101"/>
                    <a:gd name="GluePoint23X" fmla="*/ 43 w 59"/>
                    <a:gd name="GluePoint23Y" fmla="*/ 98 h 101"/>
                    <a:gd name="GluePoint24X" fmla="*/ 38 w 59"/>
                    <a:gd name="GluePoint24Y" fmla="*/ 86 h 101"/>
                    <a:gd name="GluePoint25X" fmla="*/ 39 w 59"/>
                    <a:gd name="GluePoint25Y" fmla="*/ 78 h 101"/>
                    <a:gd name="GluePoint26X" fmla="*/ 42 w 59"/>
                    <a:gd name="GluePoint26Y" fmla="*/ 47 h 101"/>
                    <a:gd name="GluePoint27X" fmla="*/ 32 w 59"/>
                    <a:gd name="GluePoint27Y" fmla="*/ 44 h 101"/>
                    <a:gd name="GluePoint28X" fmla="*/ 29 w 59"/>
                    <a:gd name="GluePoint28Y" fmla="*/ 64 h 101"/>
                    <a:gd name="GluePoint29X" fmla="*/ 42 w 59"/>
                    <a:gd name="GluePoint29Y" fmla="*/ 47 h 10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</a:cxnLst>
                  <a:rect l="textAreaLeft" t="textAreaTop" r="textAreaRight" b="textAreaBottom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759" name="Freeform 10"/>
                <p:cNvSpPr/>
                <p:nvPr/>
              </p:nvSpPr>
              <p:spPr>
                <a:xfrm>
                  <a:off x="1280880" y="6431400"/>
                  <a:ext cx="103680" cy="223560"/>
                </a:xfrm>
                <a:custGeom>
                  <a:avLst/>
                  <a:gdLst>
                    <a:gd name="textAreaLeft" fmla="*/ 0 w 103680"/>
                    <a:gd name="textAreaRight" fmla="*/ 104040 w 103680"/>
                    <a:gd name="textAreaTop" fmla="*/ 0 h 223560"/>
                    <a:gd name="textAreaBottom" fmla="*/ 223920 h 223560"/>
                    <a:gd name="GluePoint1X" fmla="*/ 11 w 55"/>
                    <a:gd name="GluePoint1Y" fmla="*/ 89 h 120"/>
                    <a:gd name="GluePoint2X" fmla="*/ 10 w 55"/>
                    <a:gd name="GluePoint2Y" fmla="*/ 100 h 120"/>
                    <a:gd name="GluePoint3X" fmla="*/ 6 w 55"/>
                    <a:gd name="GluePoint3Y" fmla="*/ 104 h 120"/>
                    <a:gd name="GluePoint4X" fmla="*/ 1 w 55"/>
                    <a:gd name="GluePoint4Y" fmla="*/ 99 h 120"/>
                    <a:gd name="GluePoint5X" fmla="*/ 3 w 55"/>
                    <a:gd name="GluePoint5Y" fmla="*/ 84 h 120"/>
                    <a:gd name="GluePoint6X" fmla="*/ 14 w 55"/>
                    <a:gd name="GluePoint6Y" fmla="*/ 37 h 120"/>
                    <a:gd name="GluePoint7X" fmla="*/ 22 w 55"/>
                    <a:gd name="GluePoint7Y" fmla="*/ 11 h 120"/>
                    <a:gd name="GluePoint8X" fmla="*/ 26 w 55"/>
                    <a:gd name="GluePoint8Y" fmla="*/ 19 h 120"/>
                    <a:gd name="GluePoint9X" fmla="*/ 20 w 55"/>
                    <a:gd name="GluePoint9Y" fmla="*/ 40 h 120"/>
                    <a:gd name="GluePoint10X" fmla="*/ 27 w 55"/>
                    <a:gd name="GluePoint10Y" fmla="*/ 35 h 120"/>
                    <a:gd name="GluePoint11X" fmla="*/ 35 w 55"/>
                    <a:gd name="GluePoint11Y" fmla="*/ 30 h 120"/>
                    <a:gd name="GluePoint12X" fmla="*/ 33 w 55"/>
                    <a:gd name="GluePoint12Y" fmla="*/ 9 h 120"/>
                    <a:gd name="GluePoint13X" fmla="*/ 28 w 55"/>
                    <a:gd name="GluePoint13Y" fmla="*/ 8 h 120"/>
                    <a:gd name="GluePoint14X" fmla="*/ 19 w 55"/>
                    <a:gd name="GluePoint14Y" fmla="*/ 12 h 120"/>
                    <a:gd name="GluePoint15X" fmla="*/ 12 w 55"/>
                    <a:gd name="GluePoint15Y" fmla="*/ 15 h 120"/>
                    <a:gd name="GluePoint16X" fmla="*/ 9 w 55"/>
                    <a:gd name="GluePoint16Y" fmla="*/ 11 h 120"/>
                    <a:gd name="GluePoint17X" fmla="*/ 11 w 55"/>
                    <a:gd name="GluePoint17Y" fmla="*/ 8 h 120"/>
                    <a:gd name="GluePoint18X" fmla="*/ 31 w 55"/>
                    <a:gd name="GluePoint18Y" fmla="*/ 0 h 120"/>
                    <a:gd name="GluePoint19X" fmla="*/ 45 w 55"/>
                    <a:gd name="GluePoint19Y" fmla="*/ 15 h 120"/>
                    <a:gd name="GluePoint20X" fmla="*/ 44 w 55"/>
                    <a:gd name="GluePoint20Y" fmla="*/ 46 h 120"/>
                    <a:gd name="GluePoint21X" fmla="*/ 48 w 55"/>
                    <a:gd name="GluePoint21Y" fmla="*/ 54 h 120"/>
                    <a:gd name="GluePoint22X" fmla="*/ 48 w 55"/>
                    <a:gd name="GluePoint22Y" fmla="*/ 71 h 120"/>
                    <a:gd name="GluePoint23X" fmla="*/ 44 w 55"/>
                    <a:gd name="GluePoint23Y" fmla="*/ 77 h 120"/>
                    <a:gd name="GluePoint24X" fmla="*/ 44 w 55"/>
                    <a:gd name="GluePoint24Y" fmla="*/ 110 h 120"/>
                    <a:gd name="GluePoint25X" fmla="*/ 44 w 55"/>
                    <a:gd name="GluePoint25Y" fmla="*/ 114 h 120"/>
                    <a:gd name="GluePoint26X" fmla="*/ 41 w 55"/>
                    <a:gd name="GluePoint26Y" fmla="*/ 120 h 120"/>
                    <a:gd name="GluePoint27X" fmla="*/ 32 w 55"/>
                    <a:gd name="GluePoint27Y" fmla="*/ 118 h 120"/>
                    <a:gd name="GluePoint28X" fmla="*/ 13 w 55"/>
                    <a:gd name="GluePoint28Y" fmla="*/ 91 h 120"/>
                    <a:gd name="GluePoint29X" fmla="*/ 12 w 55"/>
                    <a:gd name="GluePoint29Y" fmla="*/ 89 h 120"/>
                    <a:gd name="GluePoint30X" fmla="*/ 11 w 55"/>
                    <a:gd name="GluePoint30Y" fmla="*/ 89 h 120"/>
                    <a:gd name="GluePoint31X" fmla="*/ 24 w 55"/>
                    <a:gd name="GluePoint31Y" fmla="*/ 76 h 120"/>
                    <a:gd name="GluePoint32X" fmla="*/ 23 w 55"/>
                    <a:gd name="GluePoint32Y" fmla="*/ 74 h 120"/>
                    <a:gd name="GluePoint33X" fmla="*/ 27 w 55"/>
                    <a:gd name="GluePoint33Y" fmla="*/ 71 h 120"/>
                    <a:gd name="GluePoint34X" fmla="*/ 33 w 55"/>
                    <a:gd name="GluePoint34Y" fmla="*/ 67 h 120"/>
                    <a:gd name="GluePoint35X" fmla="*/ 32 w 55"/>
                    <a:gd name="GluePoint35Y" fmla="*/ 63 h 120"/>
                    <a:gd name="GluePoint36X" fmla="*/ 22 w 55"/>
                    <a:gd name="GluePoint36Y" fmla="*/ 52 h 120"/>
                    <a:gd name="GluePoint37X" fmla="*/ 18 w 55"/>
                    <a:gd name="GluePoint37Y" fmla="*/ 89 h 120"/>
                    <a:gd name="GluePoint38X" fmla="*/ 33 w 55"/>
                    <a:gd name="GluePoint38Y" fmla="*/ 107 h 120"/>
                    <a:gd name="GluePoint39X" fmla="*/ 35 w 55"/>
                    <a:gd name="GluePoint39Y" fmla="*/ 77 h 120"/>
                    <a:gd name="GluePoint40X" fmla="*/ 31 w 55"/>
                    <a:gd name="GluePoint40Y" fmla="*/ 75 h 120"/>
                    <a:gd name="GluePoint41X" fmla="*/ 24 w 55"/>
                    <a:gd name="GluePoint41Y" fmla="*/ 76 h 12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</a:cxnLst>
                  <a:rect l="textAreaLeft" t="textAreaTop" r="textAreaRight" b="textAreaBottom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760" name="组合 47"/>
              <p:cNvGrpSpPr/>
              <p:nvPr/>
            </p:nvGrpSpPr>
            <p:grpSpPr>
              <a:xfrm>
                <a:off x="587160" y="6381720"/>
                <a:ext cx="241200" cy="304560"/>
                <a:chOff x="587160" y="6381720"/>
                <a:chExt cx="241200" cy="304560"/>
              </a:xfrm>
            </p:grpSpPr>
            <p:sp>
              <p:nvSpPr>
                <p:cNvPr id="761" name="Freeform 13"/>
                <p:cNvSpPr/>
                <p:nvPr/>
              </p:nvSpPr>
              <p:spPr>
                <a:xfrm>
                  <a:off x="587160" y="6381720"/>
                  <a:ext cx="241200" cy="288000"/>
                </a:xfrm>
                <a:custGeom>
                  <a:avLst/>
                  <a:gdLst>
                    <a:gd name="textAreaLeft" fmla="*/ 0 w 241200"/>
                    <a:gd name="textAreaRight" fmla="*/ 241560 w 241200"/>
                    <a:gd name="textAreaTop" fmla="*/ 0 h 288000"/>
                    <a:gd name="textAreaBottom" fmla="*/ 288360 h 288000"/>
                    <a:gd name="GluePoint1X" fmla="*/ 54 w 128"/>
                    <a:gd name="GluePoint1Y" fmla="*/ 76 h 154"/>
                    <a:gd name="GluePoint2X" fmla="*/ 66 w 128"/>
                    <a:gd name="GluePoint2Y" fmla="*/ 53 h 154"/>
                    <a:gd name="GluePoint3X" fmla="*/ 49 w 128"/>
                    <a:gd name="GluePoint3Y" fmla="*/ 47 h 154"/>
                    <a:gd name="GluePoint4X" fmla="*/ 64 w 128"/>
                    <a:gd name="GluePoint4Y" fmla="*/ 44 h 154"/>
                    <a:gd name="GluePoint5X" fmla="*/ 83 w 128"/>
                    <a:gd name="GluePoint5Y" fmla="*/ 6 h 154"/>
                    <a:gd name="GluePoint6X" fmla="*/ 91 w 128"/>
                    <a:gd name="GluePoint6Y" fmla="*/ 11 h 154"/>
                    <a:gd name="GluePoint7X" fmla="*/ 96 w 128"/>
                    <a:gd name="GluePoint7Y" fmla="*/ 36 h 154"/>
                    <a:gd name="GluePoint8X" fmla="*/ 106 w 128"/>
                    <a:gd name="GluePoint8Y" fmla="*/ 41 h 154"/>
                    <a:gd name="GluePoint9X" fmla="*/ 82 w 128"/>
                    <a:gd name="GluePoint9Y" fmla="*/ 50 h 154"/>
                    <a:gd name="GluePoint10X" fmla="*/ 71 w 128"/>
                    <a:gd name="GluePoint10Y" fmla="*/ 65 h 154"/>
                    <a:gd name="GluePoint11X" fmla="*/ 110 w 128"/>
                    <a:gd name="GluePoint11Y" fmla="*/ 74 h 154"/>
                    <a:gd name="GluePoint12X" fmla="*/ 101 w 128"/>
                    <a:gd name="GluePoint12Y" fmla="*/ 87 h 154"/>
                    <a:gd name="GluePoint13X" fmla="*/ 111 w 128"/>
                    <a:gd name="GluePoint13Y" fmla="*/ 98 h 154"/>
                    <a:gd name="GluePoint14X" fmla="*/ 92 w 128"/>
                    <a:gd name="GluePoint14Y" fmla="*/ 104 h 154"/>
                    <a:gd name="GluePoint15X" fmla="*/ 86 w 128"/>
                    <a:gd name="GluePoint15Y" fmla="*/ 116 h 154"/>
                    <a:gd name="GluePoint16X" fmla="*/ 124 w 128"/>
                    <a:gd name="GluePoint16Y" fmla="*/ 112 h 154"/>
                    <a:gd name="GluePoint17X" fmla="*/ 120 w 128"/>
                    <a:gd name="GluePoint17Y" fmla="*/ 122 h 154"/>
                    <a:gd name="GluePoint18X" fmla="*/ 111 w 128"/>
                    <a:gd name="GluePoint18Y" fmla="*/ 144 h 154"/>
                    <a:gd name="GluePoint19X" fmla="*/ 105 w 128"/>
                    <a:gd name="GluePoint19Y" fmla="*/ 153 h 154"/>
                    <a:gd name="GluePoint20X" fmla="*/ 55 w 128"/>
                    <a:gd name="GluePoint20Y" fmla="*/ 129 h 154"/>
                    <a:gd name="GluePoint21X" fmla="*/ 53 w 128"/>
                    <a:gd name="GluePoint21Y" fmla="*/ 121 h 154"/>
                    <a:gd name="GluePoint22X" fmla="*/ 61 w 128"/>
                    <a:gd name="GluePoint22Y" fmla="*/ 125 h 154"/>
                    <a:gd name="GluePoint23X" fmla="*/ 94 w 128"/>
                    <a:gd name="GluePoint23Y" fmla="*/ 140 h 154"/>
                    <a:gd name="GluePoint24X" fmla="*/ 85 w 128"/>
                    <a:gd name="GluePoint24Y" fmla="*/ 127 h 154"/>
                    <a:gd name="GluePoint25X" fmla="*/ 71 w 128"/>
                    <a:gd name="GluePoint25Y" fmla="*/ 108 h 154"/>
                    <a:gd name="GluePoint26X" fmla="*/ 52 w 128"/>
                    <a:gd name="GluePoint26Y" fmla="*/ 113 h 154"/>
                    <a:gd name="GluePoint27X" fmla="*/ 38 w 128"/>
                    <a:gd name="GluePoint27Y" fmla="*/ 97 h 154"/>
                    <a:gd name="GluePoint28X" fmla="*/ 51 w 128"/>
                    <a:gd name="GluePoint28Y" fmla="*/ 97 h 154"/>
                    <a:gd name="GluePoint29X" fmla="*/ 34 w 128"/>
                    <a:gd name="GluePoint29Y" fmla="*/ 93 h 154"/>
                    <a:gd name="GluePoint30X" fmla="*/ 35 w 128"/>
                    <a:gd name="GluePoint30Y" fmla="*/ 105 h 154"/>
                    <a:gd name="GluePoint31X" fmla="*/ 26 w 128"/>
                    <a:gd name="GluePoint31Y" fmla="*/ 154 h 154"/>
                    <a:gd name="GluePoint32X" fmla="*/ 20 w 128"/>
                    <a:gd name="GluePoint32Y" fmla="*/ 118 h 154"/>
                    <a:gd name="GluePoint33X" fmla="*/ 0 w 128"/>
                    <a:gd name="GluePoint33Y" fmla="*/ 103 h 154"/>
                    <a:gd name="GluePoint34X" fmla="*/ 19 w 128"/>
                    <a:gd name="GluePoint34Y" fmla="*/ 72 h 154"/>
                    <a:gd name="GluePoint35X" fmla="*/ 25 w 128"/>
                    <a:gd name="GluePoint35Y" fmla="*/ 51 h 154"/>
                    <a:gd name="GluePoint36X" fmla="*/ 39 w 128"/>
                    <a:gd name="GluePoint36Y" fmla="*/ 14 h 154"/>
                    <a:gd name="GluePoint37X" fmla="*/ 51 w 128"/>
                    <a:gd name="GluePoint37Y" fmla="*/ 24 h 154"/>
                    <a:gd name="GluePoint38X" fmla="*/ 39 w 128"/>
                    <a:gd name="GluePoint38Y" fmla="*/ 44 h 154"/>
                    <a:gd name="GluePoint39X" fmla="*/ 48 w 128"/>
                    <a:gd name="GluePoint39Y" fmla="*/ 73 h 154"/>
                    <a:gd name="GluePoint40X" fmla="*/ 81 w 128"/>
                    <a:gd name="GluePoint40Y" fmla="*/ 90 h 154"/>
                    <a:gd name="GluePoint41X" fmla="*/ 92 w 128"/>
                    <a:gd name="GluePoint41Y" fmla="*/ 71 h 154"/>
                    <a:gd name="GluePoint42X" fmla="*/ 81 w 128"/>
                    <a:gd name="GluePoint42Y" fmla="*/ 80 h 154"/>
                    <a:gd name="GluePoint43X" fmla="*/ 76 w 128"/>
                    <a:gd name="GluePoint43Y" fmla="*/ 73 h 154"/>
                    <a:gd name="GluePoint44X" fmla="*/ 67 w 128"/>
                    <a:gd name="GluePoint44Y" fmla="*/ 79 h 154"/>
                    <a:gd name="GluePoint45X" fmla="*/ 76 w 128"/>
                    <a:gd name="GluePoint45Y" fmla="*/ 73 h 154"/>
                    <a:gd name="GluePoint46X" fmla="*/ 56 w 128"/>
                    <a:gd name="GluePoint46Y" fmla="*/ 88 h 154"/>
                    <a:gd name="GluePoint47X" fmla="*/ 63 w 128"/>
                    <a:gd name="GluePoint47Y" fmla="*/ 81 h 154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</a:cxnLst>
                  <a:rect l="textAreaLeft" t="textAreaTop" r="textAreaRight" b="textAreaBottom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762" name="Freeform 14"/>
                <p:cNvSpPr/>
                <p:nvPr/>
              </p:nvSpPr>
              <p:spPr>
                <a:xfrm>
                  <a:off x="653760" y="6606360"/>
                  <a:ext cx="29520" cy="79920"/>
                </a:xfrm>
                <a:custGeom>
                  <a:avLst/>
                  <a:gdLst>
                    <a:gd name="textAreaLeft" fmla="*/ 0 w 29520"/>
                    <a:gd name="textAreaRight" fmla="*/ 29880 w 29520"/>
                    <a:gd name="textAreaTop" fmla="*/ 0 h 79920"/>
                    <a:gd name="textAreaBottom" fmla="*/ 80280 h 79920"/>
                    <a:gd name="GluePoint1X" fmla="*/ 9 w 16"/>
                    <a:gd name="GluePoint1Y" fmla="*/ 0 h 43"/>
                    <a:gd name="GluePoint2X" fmla="*/ 15 w 16"/>
                    <a:gd name="GluePoint2Y" fmla="*/ 11 h 43"/>
                    <a:gd name="GluePoint3X" fmla="*/ 9 w 16"/>
                    <a:gd name="GluePoint3Y" fmla="*/ 43 h 43"/>
                    <a:gd name="GluePoint4X" fmla="*/ 2 w 16"/>
                    <a:gd name="GluePoint4Y" fmla="*/ 39 h 43"/>
                    <a:gd name="GluePoint5X" fmla="*/ 0 w 16"/>
                    <a:gd name="GluePoint5Y" fmla="*/ 35 h 43"/>
                    <a:gd name="GluePoint6X" fmla="*/ 9 w 16"/>
                    <a:gd name="GluePoint6Y" fmla="*/ 0 h 4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34200" tIns="39960" rIns="34200" bIns="3996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763" name="组合 48"/>
              <p:cNvGrpSpPr/>
              <p:nvPr/>
            </p:nvGrpSpPr>
            <p:grpSpPr>
              <a:xfrm>
                <a:off x="914400" y="6468840"/>
                <a:ext cx="161640" cy="139320"/>
                <a:chOff x="914400" y="6468840"/>
                <a:chExt cx="161640" cy="139320"/>
              </a:xfrm>
            </p:grpSpPr>
            <p:sp>
              <p:nvSpPr>
                <p:cNvPr id="764" name="Freeform 18"/>
                <p:cNvSpPr/>
                <p:nvPr/>
              </p:nvSpPr>
              <p:spPr>
                <a:xfrm>
                  <a:off x="968760" y="6468840"/>
                  <a:ext cx="107280" cy="139320"/>
                </a:xfrm>
                <a:custGeom>
                  <a:avLst/>
                  <a:gdLst>
                    <a:gd name="textAreaLeft" fmla="*/ 0 w 107280"/>
                    <a:gd name="textAreaRight" fmla="*/ 107640 w 107280"/>
                    <a:gd name="textAreaTop" fmla="*/ 0 h 139320"/>
                    <a:gd name="textAreaBottom" fmla="*/ 139680 h 139320"/>
                    <a:gd name="GluePoint1X" fmla="*/ 49 w 57"/>
                    <a:gd name="GluePoint1Y" fmla="*/ 74 h 75"/>
                    <a:gd name="GluePoint2X" fmla="*/ 40 w 57"/>
                    <a:gd name="GluePoint2Y" fmla="*/ 67 h 75"/>
                    <a:gd name="GluePoint3X" fmla="*/ 33 w 57"/>
                    <a:gd name="GluePoint3Y" fmla="*/ 48 h 75"/>
                    <a:gd name="GluePoint4X" fmla="*/ 27 w 57"/>
                    <a:gd name="GluePoint4Y" fmla="*/ 46 h 75"/>
                    <a:gd name="GluePoint5X" fmla="*/ 11 w 57"/>
                    <a:gd name="GluePoint5Y" fmla="*/ 60 h 75"/>
                    <a:gd name="GluePoint6X" fmla="*/ 5 w 57"/>
                    <a:gd name="GluePoint6Y" fmla="*/ 60 h 75"/>
                    <a:gd name="GluePoint7X" fmla="*/ 6 w 57"/>
                    <a:gd name="GluePoint7Y" fmla="*/ 46 h 75"/>
                    <a:gd name="GluePoint8X" fmla="*/ 27 w 57"/>
                    <a:gd name="GluePoint8Y" fmla="*/ 26 h 75"/>
                    <a:gd name="GluePoint9X" fmla="*/ 40 w 57"/>
                    <a:gd name="GluePoint9Y" fmla="*/ 10 h 75"/>
                    <a:gd name="GluePoint10X" fmla="*/ 41 w 57"/>
                    <a:gd name="GluePoint10Y" fmla="*/ 6 h 75"/>
                    <a:gd name="GluePoint11X" fmla="*/ 45 w 57"/>
                    <a:gd name="GluePoint11Y" fmla="*/ 0 h 75"/>
                    <a:gd name="GluePoint12X" fmla="*/ 53 w 57"/>
                    <a:gd name="GluePoint12Y" fmla="*/ 3 h 75"/>
                    <a:gd name="GluePoint13X" fmla="*/ 53 w 57"/>
                    <a:gd name="GluePoint13Y" fmla="*/ 20 h 75"/>
                    <a:gd name="GluePoint14X" fmla="*/ 37 w 57"/>
                    <a:gd name="GluePoint14Y" fmla="*/ 38 h 75"/>
                    <a:gd name="GluePoint15X" fmla="*/ 49 w 57"/>
                    <a:gd name="GluePoint15Y" fmla="*/ 74 h 7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765" name="Freeform 19"/>
                <p:cNvSpPr/>
                <p:nvPr/>
              </p:nvSpPr>
              <p:spPr>
                <a:xfrm>
                  <a:off x="914400" y="6503760"/>
                  <a:ext cx="54000" cy="102960"/>
                </a:xfrm>
                <a:custGeom>
                  <a:avLst/>
                  <a:gdLst>
                    <a:gd name="textAreaLeft" fmla="*/ 0 w 54000"/>
                    <a:gd name="textAreaRight" fmla="*/ 54360 w 54000"/>
                    <a:gd name="textAreaTop" fmla="*/ 0 h 102960"/>
                    <a:gd name="textAreaBottom" fmla="*/ 103320 h 102960"/>
                    <a:gd name="GluePoint1X" fmla="*/ 12 w 29"/>
                    <a:gd name="GluePoint1Y" fmla="*/ 30 h 55"/>
                    <a:gd name="GluePoint2X" fmla="*/ 20 w 29"/>
                    <a:gd name="GluePoint2Y" fmla="*/ 7 h 55"/>
                    <a:gd name="GluePoint3X" fmla="*/ 25 w 29"/>
                    <a:gd name="GluePoint3Y" fmla="*/ 1 h 55"/>
                    <a:gd name="GluePoint4X" fmla="*/ 26 w 29"/>
                    <a:gd name="GluePoint4Y" fmla="*/ 9 h 55"/>
                    <a:gd name="GluePoint5X" fmla="*/ 16 w 29"/>
                    <a:gd name="GluePoint5Y" fmla="*/ 39 h 55"/>
                    <a:gd name="GluePoint6X" fmla="*/ 13 w 29"/>
                    <a:gd name="GluePoint6Y" fmla="*/ 52 h 55"/>
                    <a:gd name="GluePoint7X" fmla="*/ 7 w 29"/>
                    <a:gd name="GluePoint7Y" fmla="*/ 54 h 55"/>
                    <a:gd name="GluePoint8X" fmla="*/ 2 w 29"/>
                    <a:gd name="GluePoint8Y" fmla="*/ 41 h 55"/>
                    <a:gd name="GluePoint9X" fmla="*/ 3 w 29"/>
                    <a:gd name="GluePoint9Y" fmla="*/ 32 h 55"/>
                    <a:gd name="GluePoint10X" fmla="*/ 2 w 29"/>
                    <a:gd name="GluePoint10Y" fmla="*/ 6 h 55"/>
                    <a:gd name="GluePoint11X" fmla="*/ 6 w 29"/>
                    <a:gd name="GluePoint11Y" fmla="*/ 5 h 55"/>
                    <a:gd name="GluePoint12X" fmla="*/ 10 w 29"/>
                    <a:gd name="GluePoint12Y" fmla="*/ 14 h 55"/>
                    <a:gd name="GluePoint13X" fmla="*/ 11 w 29"/>
                    <a:gd name="GluePoint13Y" fmla="*/ 30 h 55"/>
                    <a:gd name="GluePoint14X" fmla="*/ 12 w 29"/>
                    <a:gd name="GluePoint14Y" fmla="*/ 30 h 5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61920" rIns="6192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766" name="Freeform 20"/>
                <p:cNvSpPr/>
                <p:nvPr/>
              </p:nvSpPr>
              <p:spPr>
                <a:xfrm>
                  <a:off x="946440" y="6470280"/>
                  <a:ext cx="50040" cy="31680"/>
                </a:xfrm>
                <a:custGeom>
                  <a:avLst/>
                  <a:gdLst>
                    <a:gd name="textAreaLeft" fmla="*/ 0 w 50040"/>
                    <a:gd name="textAreaRight" fmla="*/ 50400 w 50040"/>
                    <a:gd name="textAreaTop" fmla="*/ 0 h 31680"/>
                    <a:gd name="textAreaBottom" fmla="*/ 32040 h 31680"/>
                    <a:gd name="GluePoint1X" fmla="*/ 27 w 27"/>
                    <a:gd name="GluePoint1Y" fmla="*/ 1 h 17"/>
                    <a:gd name="GluePoint2X" fmla="*/ 16 w 27"/>
                    <a:gd name="GluePoint2Y" fmla="*/ 14 h 17"/>
                    <a:gd name="GluePoint3X" fmla="*/ 5 w 27"/>
                    <a:gd name="GluePoint3Y" fmla="*/ 13 h 17"/>
                    <a:gd name="GluePoint4X" fmla="*/ 0 w 27"/>
                    <a:gd name="GluePoint4Y" fmla="*/ 4 h 17"/>
                    <a:gd name="GluePoint5X" fmla="*/ 9 w 27"/>
                    <a:gd name="GluePoint5Y" fmla="*/ 2 h 17"/>
                    <a:gd name="GluePoint6X" fmla="*/ 27 w 27"/>
                    <a:gd name="GluePoint6Y" fmla="*/ 0 h 17"/>
                    <a:gd name="GluePoint7X" fmla="*/ 27 w 27"/>
                    <a:gd name="GluePoint7Y" fmla="*/ 1 h 1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</a:cxnLst>
                  <a:rect l="textAreaLeft" t="textAreaTop" r="textAreaRight" b="textAreaBottom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7240" tIns="15840" rIns="57240" bIns="158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767" name="组合 49"/>
              <p:cNvGrpSpPr/>
              <p:nvPr/>
            </p:nvGrpSpPr>
            <p:grpSpPr>
              <a:xfrm>
                <a:off x="1501920" y="6443640"/>
                <a:ext cx="185400" cy="184680"/>
                <a:chOff x="1501920" y="6443640"/>
                <a:chExt cx="185400" cy="184680"/>
              </a:xfrm>
            </p:grpSpPr>
            <p:sp>
              <p:nvSpPr>
                <p:cNvPr id="768" name="Freeform 11"/>
                <p:cNvSpPr/>
                <p:nvPr/>
              </p:nvSpPr>
              <p:spPr>
                <a:xfrm>
                  <a:off x="1557720" y="6443640"/>
                  <a:ext cx="129600" cy="181440"/>
                </a:xfrm>
                <a:custGeom>
                  <a:avLst/>
                  <a:gdLst>
                    <a:gd name="textAreaLeft" fmla="*/ 0 w 129600"/>
                    <a:gd name="textAreaRight" fmla="*/ 129960 w 129600"/>
                    <a:gd name="textAreaTop" fmla="*/ 0 h 181440"/>
                    <a:gd name="textAreaBottom" fmla="*/ 181800 h 181440"/>
                    <a:gd name="GluePoint1X" fmla="*/ 29 w 72"/>
                    <a:gd name="GluePoint1Y" fmla="*/ 49 h 102"/>
                    <a:gd name="GluePoint2X" fmla="*/ 15 w 72"/>
                    <a:gd name="GluePoint2Y" fmla="*/ 43 h 102"/>
                    <a:gd name="GluePoint3X" fmla="*/ 10 w 72"/>
                    <a:gd name="GluePoint3Y" fmla="*/ 21 h 102"/>
                    <a:gd name="GluePoint4X" fmla="*/ 13 w 72"/>
                    <a:gd name="GluePoint4Y" fmla="*/ 15 h 102"/>
                    <a:gd name="GluePoint5X" fmla="*/ 19 w 72"/>
                    <a:gd name="GluePoint5Y" fmla="*/ 18 h 102"/>
                    <a:gd name="GluePoint6X" fmla="*/ 20 w 72"/>
                    <a:gd name="GluePoint6Y" fmla="*/ 26 h 102"/>
                    <a:gd name="GluePoint7X" fmla="*/ 35 w 72"/>
                    <a:gd name="GluePoint7Y" fmla="*/ 22 h 102"/>
                    <a:gd name="GluePoint8X" fmla="*/ 40 w 72"/>
                    <a:gd name="GluePoint8Y" fmla="*/ 16 h 102"/>
                    <a:gd name="GluePoint9X" fmla="*/ 43 w 72"/>
                    <a:gd name="GluePoint9Y" fmla="*/ 14 h 102"/>
                    <a:gd name="GluePoint10X" fmla="*/ 44 w 72"/>
                    <a:gd name="GluePoint10Y" fmla="*/ 19 h 102"/>
                    <a:gd name="GluePoint11X" fmla="*/ 43 w 72"/>
                    <a:gd name="GluePoint11Y" fmla="*/ 28 h 102"/>
                    <a:gd name="GluePoint12X" fmla="*/ 36 w 72"/>
                    <a:gd name="GluePoint12Y" fmla="*/ 40 h 102"/>
                    <a:gd name="GluePoint13X" fmla="*/ 37 w 72"/>
                    <a:gd name="GluePoint13Y" fmla="*/ 42 h 102"/>
                    <a:gd name="GluePoint14X" fmla="*/ 44 w 72"/>
                    <a:gd name="GluePoint14Y" fmla="*/ 38 h 102"/>
                    <a:gd name="GluePoint15X" fmla="*/ 56 w 72"/>
                    <a:gd name="GluePoint15Y" fmla="*/ 20 h 102"/>
                    <a:gd name="GluePoint16X" fmla="*/ 49 w 72"/>
                    <a:gd name="GluePoint16Y" fmla="*/ 9 h 102"/>
                    <a:gd name="GluePoint17X" fmla="*/ 28 w 72"/>
                    <a:gd name="GluePoint17Y" fmla="*/ 14 h 102"/>
                    <a:gd name="GluePoint18X" fmla="*/ 20 w 72"/>
                    <a:gd name="GluePoint18Y" fmla="*/ 13 h 102"/>
                    <a:gd name="GluePoint19X" fmla="*/ 22 w 72"/>
                    <a:gd name="GluePoint19Y" fmla="*/ 6 h 102"/>
                    <a:gd name="GluePoint20X" fmla="*/ 50 w 72"/>
                    <a:gd name="GluePoint20Y" fmla="*/ 1 h 102"/>
                    <a:gd name="GluePoint21X" fmla="*/ 68 w 72"/>
                    <a:gd name="GluePoint21Y" fmla="*/ 12 h 102"/>
                    <a:gd name="GluePoint22X" fmla="*/ 67 w 72"/>
                    <a:gd name="GluePoint22Y" fmla="*/ 24 h 102"/>
                    <a:gd name="GluePoint23X" fmla="*/ 49 w 72"/>
                    <a:gd name="GluePoint23Y" fmla="*/ 48 h 102"/>
                    <a:gd name="GluePoint24X" fmla="*/ 42 w 72"/>
                    <a:gd name="GluePoint24Y" fmla="*/ 49 h 102"/>
                    <a:gd name="GluePoint25X" fmla="*/ 37 w 72"/>
                    <a:gd name="GluePoint25Y" fmla="*/ 47 h 102"/>
                    <a:gd name="GluePoint26X" fmla="*/ 35 w 72"/>
                    <a:gd name="GluePoint26Y" fmla="*/ 52 h 102"/>
                    <a:gd name="GluePoint27X" fmla="*/ 41 w 72"/>
                    <a:gd name="GluePoint27Y" fmla="*/ 58 h 102"/>
                    <a:gd name="GluePoint28X" fmla="*/ 48 w 72"/>
                    <a:gd name="GluePoint28Y" fmla="*/ 57 h 102"/>
                    <a:gd name="GluePoint29X" fmla="*/ 53 w 72"/>
                    <a:gd name="GluePoint29Y" fmla="*/ 59 h 102"/>
                    <a:gd name="GluePoint30X" fmla="*/ 53 w 72"/>
                    <a:gd name="GluePoint30Y" fmla="*/ 66 h 102"/>
                    <a:gd name="GluePoint31X" fmla="*/ 48 w 72"/>
                    <a:gd name="GluePoint31Y" fmla="*/ 70 h 102"/>
                    <a:gd name="GluePoint32X" fmla="*/ 37 w 72"/>
                    <a:gd name="GluePoint32Y" fmla="*/ 81 h 102"/>
                    <a:gd name="GluePoint33X" fmla="*/ 45 w 72"/>
                    <a:gd name="GluePoint33Y" fmla="*/ 81 h 102"/>
                    <a:gd name="GluePoint34X" fmla="*/ 57 w 72"/>
                    <a:gd name="GluePoint34Y" fmla="*/ 89 h 102"/>
                    <a:gd name="GluePoint35X" fmla="*/ 51 w 72"/>
                    <a:gd name="GluePoint35Y" fmla="*/ 98 h 102"/>
                    <a:gd name="GluePoint36X" fmla="*/ 26 w 72"/>
                    <a:gd name="GluePoint36Y" fmla="*/ 101 h 102"/>
                    <a:gd name="GluePoint37X" fmla="*/ 17 w 72"/>
                    <a:gd name="GluePoint37Y" fmla="*/ 96 h 102"/>
                    <a:gd name="GluePoint38X" fmla="*/ 15 w 72"/>
                    <a:gd name="GluePoint38Y" fmla="*/ 94 h 102"/>
                    <a:gd name="GluePoint39X" fmla="*/ 19 w 72"/>
                    <a:gd name="GluePoint39Y" fmla="*/ 77 h 102"/>
                    <a:gd name="GluePoint40X" fmla="*/ 27 w 72"/>
                    <a:gd name="GluePoint40Y" fmla="*/ 70 h 102"/>
                    <a:gd name="GluePoint41X" fmla="*/ 27 w 72"/>
                    <a:gd name="GluePoint41Y" fmla="*/ 69 h 102"/>
                    <a:gd name="GluePoint42X" fmla="*/ 21 w 72"/>
                    <a:gd name="GluePoint42Y" fmla="*/ 71 h 102"/>
                    <a:gd name="GluePoint43X" fmla="*/ 9 w 72"/>
                    <a:gd name="GluePoint43Y" fmla="*/ 76 h 102"/>
                    <a:gd name="GluePoint44X" fmla="*/ 3 w 72"/>
                    <a:gd name="GluePoint44Y" fmla="*/ 75 h 102"/>
                    <a:gd name="GluePoint45X" fmla="*/ 4 w 72"/>
                    <a:gd name="GluePoint45Y" fmla="*/ 69 h 102"/>
                    <a:gd name="GluePoint46X" fmla="*/ 26 w 72"/>
                    <a:gd name="GluePoint46Y" fmla="*/ 60 h 102"/>
                    <a:gd name="GluePoint47X" fmla="*/ 28 w 72"/>
                    <a:gd name="GluePoint47Y" fmla="*/ 57 h 102"/>
                    <a:gd name="GluePoint48X" fmla="*/ 29 w 72"/>
                    <a:gd name="GluePoint48Y" fmla="*/ 49 h 102"/>
                    <a:gd name="GluePoint49X" fmla="*/ 34 w 72"/>
                    <a:gd name="GluePoint49Y" fmla="*/ 29 h 102"/>
                    <a:gd name="GluePoint50X" fmla="*/ 33 w 72"/>
                    <a:gd name="GluePoint50Y" fmla="*/ 28 h 102"/>
                    <a:gd name="GluePoint51X" fmla="*/ 26 w 72"/>
                    <a:gd name="GluePoint51Y" fmla="*/ 32 h 102"/>
                    <a:gd name="GluePoint52X" fmla="*/ 23 w 72"/>
                    <a:gd name="GluePoint52Y" fmla="*/ 36 h 102"/>
                    <a:gd name="GluePoint53X" fmla="*/ 26 w 72"/>
                    <a:gd name="GluePoint53Y" fmla="*/ 42 h 102"/>
                    <a:gd name="GluePoint54X" fmla="*/ 31 w 72"/>
                    <a:gd name="GluePoint54Y" fmla="*/ 40 h 102"/>
                    <a:gd name="GluePoint55X" fmla="*/ 34 w 72"/>
                    <a:gd name="GluePoint55Y" fmla="*/ 29 h 10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  <a:cxn ang="0">
                      <a:pos x="GluePoint50X" y="GluePoint50Y"/>
                    </a:cxn>
                    <a:cxn ang="0">
                      <a:pos x="GluePoint51X" y="GluePoint51Y"/>
                    </a:cxn>
                    <a:cxn ang="0">
                      <a:pos x="GluePoint52X" y="GluePoint52Y"/>
                    </a:cxn>
                    <a:cxn ang="0">
                      <a:pos x="GluePoint53X" y="GluePoint53Y"/>
                    </a:cxn>
                    <a:cxn ang="0">
                      <a:pos x="GluePoint54X" y="GluePoint54Y"/>
                    </a:cxn>
                    <a:cxn ang="0">
                      <a:pos x="GluePoint55X" y="GluePoint55Y"/>
                    </a:cxn>
                  </a:cxnLst>
                  <a:rect l="textAreaLeft" t="textAreaTop" r="textAreaRight" b="textAreaBottom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769" name="Freeform 12"/>
                <p:cNvSpPr/>
                <p:nvPr/>
              </p:nvSpPr>
              <p:spPr>
                <a:xfrm>
                  <a:off x="1501920" y="6453360"/>
                  <a:ext cx="69480" cy="174960"/>
                </a:xfrm>
                <a:custGeom>
                  <a:avLst/>
                  <a:gdLst>
                    <a:gd name="textAreaLeft" fmla="*/ 0 w 69480"/>
                    <a:gd name="textAreaRight" fmla="*/ 69840 w 69480"/>
                    <a:gd name="textAreaTop" fmla="*/ 0 h 174960"/>
                    <a:gd name="textAreaBottom" fmla="*/ 175320 h 174960"/>
                    <a:gd name="GluePoint1X" fmla="*/ 30 w 39"/>
                    <a:gd name="GluePoint1Y" fmla="*/ 44 h 98"/>
                    <a:gd name="GluePoint2X" fmla="*/ 36 w 39"/>
                    <a:gd name="GluePoint2Y" fmla="*/ 34 h 98"/>
                    <a:gd name="GluePoint3X" fmla="*/ 37 w 39"/>
                    <a:gd name="GluePoint3Y" fmla="*/ 51 h 98"/>
                    <a:gd name="GluePoint4X" fmla="*/ 25 w 39"/>
                    <a:gd name="GluePoint4Y" fmla="*/ 82 h 98"/>
                    <a:gd name="GluePoint5X" fmla="*/ 21 w 39"/>
                    <a:gd name="GluePoint5Y" fmla="*/ 98 h 98"/>
                    <a:gd name="GluePoint6X" fmla="*/ 13 w 39"/>
                    <a:gd name="GluePoint6Y" fmla="*/ 96 h 98"/>
                    <a:gd name="GluePoint7X" fmla="*/ 5 w 39"/>
                    <a:gd name="GluePoint7Y" fmla="*/ 83 h 98"/>
                    <a:gd name="GluePoint8X" fmla="*/ 11 w 39"/>
                    <a:gd name="GluePoint8Y" fmla="*/ 62 h 98"/>
                    <a:gd name="GluePoint9X" fmla="*/ 9 w 39"/>
                    <a:gd name="GluePoint9Y" fmla="*/ 43 h 98"/>
                    <a:gd name="GluePoint10X" fmla="*/ 12 w 39"/>
                    <a:gd name="GluePoint10Y" fmla="*/ 38 h 98"/>
                    <a:gd name="GluePoint11X" fmla="*/ 18 w 39"/>
                    <a:gd name="GluePoint11Y" fmla="*/ 33 h 98"/>
                    <a:gd name="GluePoint12X" fmla="*/ 23 w 39"/>
                    <a:gd name="GluePoint12Y" fmla="*/ 12 h 98"/>
                    <a:gd name="GluePoint13X" fmla="*/ 11 w 39"/>
                    <a:gd name="GluePoint13Y" fmla="*/ 16 h 98"/>
                    <a:gd name="GluePoint14X" fmla="*/ 2 w 39"/>
                    <a:gd name="GluePoint14Y" fmla="*/ 16 h 98"/>
                    <a:gd name="GluePoint15X" fmla="*/ 0 w 39"/>
                    <a:gd name="GluePoint15Y" fmla="*/ 12 h 98"/>
                    <a:gd name="GluePoint16X" fmla="*/ 3 w 39"/>
                    <a:gd name="GluePoint16Y" fmla="*/ 10 h 98"/>
                    <a:gd name="GluePoint17X" fmla="*/ 16 w 39"/>
                    <a:gd name="GluePoint17Y" fmla="*/ 7 h 98"/>
                    <a:gd name="GluePoint18X" fmla="*/ 26 w 39"/>
                    <a:gd name="GluePoint18Y" fmla="*/ 2 h 98"/>
                    <a:gd name="GluePoint19X" fmla="*/ 32 w 39"/>
                    <a:gd name="GluePoint19Y" fmla="*/ 1 h 98"/>
                    <a:gd name="GluePoint20X" fmla="*/ 35 w 39"/>
                    <a:gd name="GluePoint20Y" fmla="*/ 9 h 98"/>
                    <a:gd name="GluePoint21X" fmla="*/ 34 w 39"/>
                    <a:gd name="GluePoint21Y" fmla="*/ 11 h 98"/>
                    <a:gd name="GluePoint22X" fmla="*/ 27 w 39"/>
                    <a:gd name="GluePoint22Y" fmla="*/ 38 h 98"/>
                    <a:gd name="GluePoint23X" fmla="*/ 28 w 39"/>
                    <a:gd name="GluePoint23Y" fmla="*/ 44 h 98"/>
                    <a:gd name="GluePoint24X" fmla="*/ 30 w 39"/>
                    <a:gd name="GluePoint24Y" fmla="*/ 44 h 9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</a:cxnLst>
                  <a:rect l="textAreaLeft" t="textAreaTop" r="textAreaRight" b="textAreaBottom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1840" rIns="518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</p:grp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页样式6-一段一图-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文本框 6"/>
          <p:cNvSpPr/>
          <p:nvPr/>
        </p:nvSpPr>
        <p:spPr>
          <a:xfrm>
            <a:off x="11233080" y="6353280"/>
            <a:ext cx="55044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>
              <a:lnSpc>
                <a:spcPct val="100000"/>
              </a:lnSpc>
            </a:pPr>
            <a:fld id="{C6F8564C-71D2-4283-8FBB-8B545B691233}" type="slidenum">
              <a:rPr lang="en-US" sz="1600" b="0" u="none" strike="noStrike">
                <a:solidFill>
                  <a:schemeClr val="accent3"/>
                </a:solidFill>
                <a:effectLst/>
                <a:uFillTx/>
                <a:latin typeface="微软雅黑"/>
                <a:ea typeface="微软雅黑"/>
              </a:rPr>
              <a:t>1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71" name="直接连接符 37"/>
          <p:cNvCxnSpPr/>
          <p:nvPr/>
        </p:nvCxnSpPr>
        <p:spPr>
          <a:xfrm>
            <a:off x="442800" y="6264000"/>
            <a:ext cx="11306520" cy="36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</a:ln>
        </p:spPr>
      </p:cxnSp>
      <p:grpSp>
        <p:nvGrpSpPr>
          <p:cNvPr id="772" name="组合 35"/>
          <p:cNvGrpSpPr/>
          <p:nvPr/>
        </p:nvGrpSpPr>
        <p:grpSpPr>
          <a:xfrm>
            <a:off x="587160" y="6381720"/>
            <a:ext cx="2479320" cy="304560"/>
            <a:chOff x="587160" y="6381720"/>
            <a:chExt cx="2479320" cy="304560"/>
          </a:xfrm>
        </p:grpSpPr>
        <p:grpSp>
          <p:nvGrpSpPr>
            <p:cNvPr id="773" name="组合 36"/>
            <p:cNvGrpSpPr/>
            <p:nvPr/>
          </p:nvGrpSpPr>
          <p:grpSpPr>
            <a:xfrm>
              <a:off x="2014200" y="6385320"/>
              <a:ext cx="1052280" cy="298080"/>
              <a:chOff x="2014200" y="6385320"/>
              <a:chExt cx="1052280" cy="298080"/>
            </a:xfrm>
          </p:grpSpPr>
          <p:sp>
            <p:nvSpPr>
              <p:cNvPr id="774" name="Freeform 5"/>
              <p:cNvSpPr/>
              <p:nvPr/>
            </p:nvSpPr>
            <p:spPr>
              <a:xfrm>
                <a:off x="2595600" y="6404040"/>
                <a:ext cx="234720" cy="264960"/>
              </a:xfrm>
              <a:custGeom>
                <a:avLst/>
                <a:gdLst>
                  <a:gd name="textAreaLeft" fmla="*/ 0 w 234720"/>
                  <a:gd name="textAreaRight" fmla="*/ 235080 w 234720"/>
                  <a:gd name="textAreaTop" fmla="*/ 0 h 264960"/>
                  <a:gd name="textAreaBottom" fmla="*/ 265320 h 264960"/>
                  <a:gd name="GluePoint1X" fmla="*/ 41 w 125"/>
                  <a:gd name="GluePoint1Y" fmla="*/ 16 h 142"/>
                  <a:gd name="GluePoint2X" fmla="*/ 49 w 125"/>
                  <a:gd name="GluePoint2Y" fmla="*/ 3 h 142"/>
                  <a:gd name="GluePoint3X" fmla="*/ 62 w 125"/>
                  <a:gd name="GluePoint3Y" fmla="*/ 20 h 142"/>
                  <a:gd name="GluePoint4X" fmla="*/ 64 w 125"/>
                  <a:gd name="GluePoint4Y" fmla="*/ 33 h 142"/>
                  <a:gd name="GluePoint5X" fmla="*/ 50 w 125"/>
                  <a:gd name="GluePoint5Y" fmla="*/ 34 h 142"/>
                  <a:gd name="GluePoint6X" fmla="*/ 58 w 125"/>
                  <a:gd name="GluePoint6Y" fmla="*/ 58 h 142"/>
                  <a:gd name="GluePoint7X" fmla="*/ 75 w 125"/>
                  <a:gd name="GluePoint7Y" fmla="*/ 59 h 142"/>
                  <a:gd name="GluePoint8X" fmla="*/ 71 w 125"/>
                  <a:gd name="GluePoint8Y" fmla="*/ 50 h 142"/>
                  <a:gd name="GluePoint9X" fmla="*/ 81 w 125"/>
                  <a:gd name="GluePoint9Y" fmla="*/ 47 h 142"/>
                  <a:gd name="GluePoint10X" fmla="*/ 65 w 125"/>
                  <a:gd name="GluePoint10Y" fmla="*/ 42 h 142"/>
                  <a:gd name="GluePoint11X" fmla="*/ 63 w 125"/>
                  <a:gd name="GluePoint11Y" fmla="*/ 37 h 142"/>
                  <a:gd name="GluePoint12X" fmla="*/ 85 w 125"/>
                  <a:gd name="GluePoint12Y" fmla="*/ 27 h 142"/>
                  <a:gd name="GluePoint13X" fmla="*/ 93 w 125"/>
                  <a:gd name="GluePoint13Y" fmla="*/ 2 h 142"/>
                  <a:gd name="GluePoint14X" fmla="*/ 99 w 125"/>
                  <a:gd name="GluePoint14Y" fmla="*/ 5 h 142"/>
                  <a:gd name="GluePoint15X" fmla="*/ 111 w 125"/>
                  <a:gd name="GluePoint15Y" fmla="*/ 30 h 142"/>
                  <a:gd name="GluePoint16X" fmla="*/ 102 w 125"/>
                  <a:gd name="GluePoint16Y" fmla="*/ 34 h 142"/>
                  <a:gd name="GluePoint17X" fmla="*/ 95 w 125"/>
                  <a:gd name="GluePoint17Y" fmla="*/ 59 h 142"/>
                  <a:gd name="GluePoint18X" fmla="*/ 123 w 125"/>
                  <a:gd name="GluePoint18Y" fmla="*/ 61 h 142"/>
                  <a:gd name="GluePoint19X" fmla="*/ 110 w 125"/>
                  <a:gd name="GluePoint19Y" fmla="*/ 71 h 142"/>
                  <a:gd name="GluePoint20X" fmla="*/ 104 w 125"/>
                  <a:gd name="GluePoint20Y" fmla="*/ 82 h 142"/>
                  <a:gd name="GluePoint21X" fmla="*/ 112 w 125"/>
                  <a:gd name="GluePoint21Y" fmla="*/ 134 h 142"/>
                  <a:gd name="GluePoint22X" fmla="*/ 102 w 125"/>
                  <a:gd name="GluePoint22Y" fmla="*/ 140 h 142"/>
                  <a:gd name="GluePoint23X" fmla="*/ 89 w 125"/>
                  <a:gd name="GluePoint23Y" fmla="*/ 123 h 142"/>
                  <a:gd name="GluePoint24X" fmla="*/ 101 w 125"/>
                  <a:gd name="GluePoint24Y" fmla="*/ 128 h 142"/>
                  <a:gd name="GluePoint25X" fmla="*/ 101 w 125"/>
                  <a:gd name="GluePoint25Y" fmla="*/ 92 h 142"/>
                  <a:gd name="GluePoint26X" fmla="*/ 97 w 125"/>
                  <a:gd name="GluePoint26Y" fmla="*/ 99 h 142"/>
                  <a:gd name="GluePoint27X" fmla="*/ 90 w 125"/>
                  <a:gd name="GluePoint27Y" fmla="*/ 103 h 142"/>
                  <a:gd name="GluePoint28X" fmla="*/ 86 w 125"/>
                  <a:gd name="GluePoint28Y" fmla="*/ 110 h 142"/>
                  <a:gd name="GluePoint29X" fmla="*/ 81 w 125"/>
                  <a:gd name="GluePoint29Y" fmla="*/ 120 h 142"/>
                  <a:gd name="GluePoint30X" fmla="*/ 88 w 125"/>
                  <a:gd name="GluePoint30Y" fmla="*/ 71 h 142"/>
                  <a:gd name="GluePoint31X" fmla="*/ 60 w 125"/>
                  <a:gd name="GluePoint31Y" fmla="*/ 87 h 142"/>
                  <a:gd name="GluePoint32X" fmla="*/ 53 w 125"/>
                  <a:gd name="GluePoint32Y" fmla="*/ 89 h 142"/>
                  <a:gd name="GluePoint33X" fmla="*/ 51 w 125"/>
                  <a:gd name="GluePoint33Y" fmla="*/ 128 h 142"/>
                  <a:gd name="GluePoint34X" fmla="*/ 43 w 125"/>
                  <a:gd name="GluePoint34Y" fmla="*/ 134 h 142"/>
                  <a:gd name="GluePoint35X" fmla="*/ 39 w 125"/>
                  <a:gd name="GluePoint35Y" fmla="*/ 107 h 142"/>
                  <a:gd name="GluePoint36X" fmla="*/ 33 w 125"/>
                  <a:gd name="GluePoint36Y" fmla="*/ 114 h 142"/>
                  <a:gd name="GluePoint37X" fmla="*/ 17 w 125"/>
                  <a:gd name="GluePoint37Y" fmla="*/ 108 h 142"/>
                  <a:gd name="GluePoint38X" fmla="*/ 5 w 125"/>
                  <a:gd name="GluePoint38Y" fmla="*/ 81 h 142"/>
                  <a:gd name="GluePoint39X" fmla="*/ 34 w 125"/>
                  <a:gd name="GluePoint39Y" fmla="*/ 56 h 142"/>
                  <a:gd name="GluePoint40X" fmla="*/ 38 w 125"/>
                  <a:gd name="GluePoint40Y" fmla="*/ 33 h 142"/>
                  <a:gd name="GluePoint41X" fmla="*/ 22 w 125"/>
                  <a:gd name="GluePoint41Y" fmla="*/ 55 h 142"/>
                  <a:gd name="GluePoint42X" fmla="*/ 14 w 125"/>
                  <a:gd name="GluePoint42Y" fmla="*/ 55 h 142"/>
                  <a:gd name="GluePoint43X" fmla="*/ 11 w 125"/>
                  <a:gd name="GluePoint43Y" fmla="*/ 36 h 142"/>
                  <a:gd name="GluePoint44X" fmla="*/ 32 w 125"/>
                  <a:gd name="GluePoint44Y" fmla="*/ 22 h 142"/>
                  <a:gd name="GluePoint45X" fmla="*/ 28 w 125"/>
                  <a:gd name="GluePoint45Y" fmla="*/ 33 h 1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</a:cxnLst>
                <a:rect l="textAreaLeft" t="textAreaTop" r="textAreaRight" b="textAreaBottom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entury Gothic"/>
                </a:endParaRPr>
              </a:p>
            </p:txBody>
          </p:sp>
          <p:sp>
            <p:nvSpPr>
              <p:cNvPr id="775" name="Freeform 6"/>
              <p:cNvSpPr/>
              <p:nvPr/>
            </p:nvSpPr>
            <p:spPr>
              <a:xfrm>
                <a:off x="2931480" y="6444720"/>
                <a:ext cx="135000" cy="2034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203400"/>
                  <a:gd name="textAreaBottom" fmla="*/ 203760 h 203400"/>
                  <a:gd name="GluePoint1X" fmla="*/ 33 w 72"/>
                  <a:gd name="GluePoint1Y" fmla="*/ 76 h 109"/>
                  <a:gd name="GluePoint2X" fmla="*/ 44 w 72"/>
                  <a:gd name="GluePoint2Y" fmla="*/ 73 h 109"/>
                  <a:gd name="GluePoint3X" fmla="*/ 59 w 72"/>
                  <a:gd name="GluePoint3Y" fmla="*/ 71 h 109"/>
                  <a:gd name="GluePoint4X" fmla="*/ 69 w 72"/>
                  <a:gd name="GluePoint4Y" fmla="*/ 92 h 109"/>
                  <a:gd name="GluePoint5X" fmla="*/ 66 w 72"/>
                  <a:gd name="GluePoint5Y" fmla="*/ 94 h 109"/>
                  <a:gd name="GluePoint6X" fmla="*/ 49 w 72"/>
                  <a:gd name="GluePoint6Y" fmla="*/ 96 h 109"/>
                  <a:gd name="GluePoint7X" fmla="*/ 28 w 72"/>
                  <a:gd name="GluePoint7Y" fmla="*/ 106 h 109"/>
                  <a:gd name="GluePoint8X" fmla="*/ 16 w 72"/>
                  <a:gd name="GluePoint8Y" fmla="*/ 106 h 109"/>
                  <a:gd name="GluePoint9X" fmla="*/ 1 w 72"/>
                  <a:gd name="GluePoint9Y" fmla="*/ 80 h 109"/>
                  <a:gd name="GluePoint10X" fmla="*/ 2 w 72"/>
                  <a:gd name="GluePoint10Y" fmla="*/ 74 h 109"/>
                  <a:gd name="GluePoint11X" fmla="*/ 23 w 72"/>
                  <a:gd name="GluePoint11Y" fmla="*/ 31 h 109"/>
                  <a:gd name="GluePoint12X" fmla="*/ 22 w 72"/>
                  <a:gd name="GluePoint12Y" fmla="*/ 26 h 109"/>
                  <a:gd name="GluePoint13X" fmla="*/ 12 w 72"/>
                  <a:gd name="GluePoint13Y" fmla="*/ 16 h 109"/>
                  <a:gd name="GluePoint14X" fmla="*/ 15 w 72"/>
                  <a:gd name="GluePoint14Y" fmla="*/ 10 h 109"/>
                  <a:gd name="GluePoint15X" fmla="*/ 32 w 72"/>
                  <a:gd name="GluePoint15Y" fmla="*/ 5 h 109"/>
                  <a:gd name="GluePoint16X" fmla="*/ 60 w 72"/>
                  <a:gd name="GluePoint16Y" fmla="*/ 18 h 109"/>
                  <a:gd name="GluePoint17X" fmla="*/ 59 w 72"/>
                  <a:gd name="GluePoint17Y" fmla="*/ 26 h 109"/>
                  <a:gd name="GluePoint18X" fmla="*/ 52 w 72"/>
                  <a:gd name="GluePoint18Y" fmla="*/ 36 h 109"/>
                  <a:gd name="GluePoint19X" fmla="*/ 34 w 72"/>
                  <a:gd name="GluePoint19Y" fmla="*/ 72 h 109"/>
                  <a:gd name="GluePoint20X" fmla="*/ 33 w 72"/>
                  <a:gd name="GluePoint20Y" fmla="*/ 76 h 10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</a:cxnLst>
                <a:rect l="textAreaLeft" t="textAreaTop" r="textAreaRight" b="textAreaBottom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entury Gothic"/>
                </a:endParaRPr>
              </a:p>
            </p:txBody>
          </p:sp>
          <p:grpSp>
            <p:nvGrpSpPr>
              <p:cNvPr id="776" name="组合 61"/>
              <p:cNvGrpSpPr/>
              <p:nvPr/>
            </p:nvGrpSpPr>
            <p:grpSpPr>
              <a:xfrm>
                <a:off x="2014200" y="6385320"/>
                <a:ext cx="240480" cy="298080"/>
                <a:chOff x="2014200" y="6385320"/>
                <a:chExt cx="240480" cy="298080"/>
              </a:xfrm>
            </p:grpSpPr>
            <p:sp>
              <p:nvSpPr>
                <p:cNvPr id="777" name="Freeform 7"/>
                <p:cNvSpPr/>
                <p:nvPr/>
              </p:nvSpPr>
              <p:spPr>
                <a:xfrm>
                  <a:off x="2014200" y="6385320"/>
                  <a:ext cx="240480" cy="195840"/>
                </a:xfrm>
                <a:custGeom>
                  <a:avLst/>
                  <a:gdLst>
                    <a:gd name="textAreaLeft" fmla="*/ 0 w 240480"/>
                    <a:gd name="textAreaRight" fmla="*/ 240840 w 240480"/>
                    <a:gd name="textAreaTop" fmla="*/ 0 h 195840"/>
                    <a:gd name="textAreaBottom" fmla="*/ 196200 h 195840"/>
                    <a:gd name="GluePoint1X" fmla="*/ 101 w 128"/>
                    <a:gd name="GluePoint1Y" fmla="*/ 58 h 105"/>
                    <a:gd name="GluePoint2X" fmla="*/ 74 w 128"/>
                    <a:gd name="GluePoint2Y" fmla="*/ 56 h 105"/>
                    <a:gd name="GluePoint3X" fmla="*/ 68 w 128"/>
                    <a:gd name="GluePoint3Y" fmla="*/ 57 h 105"/>
                    <a:gd name="GluePoint4X" fmla="*/ 51 w 128"/>
                    <a:gd name="GluePoint4Y" fmla="*/ 59 h 105"/>
                    <a:gd name="GluePoint5X" fmla="*/ 36 w 128"/>
                    <a:gd name="GluePoint5Y" fmla="*/ 65 h 105"/>
                    <a:gd name="GluePoint6X" fmla="*/ 28 w 128"/>
                    <a:gd name="GluePoint6Y" fmla="*/ 73 h 105"/>
                    <a:gd name="GluePoint7X" fmla="*/ 16 w 128"/>
                    <a:gd name="GluePoint7Y" fmla="*/ 102 h 105"/>
                    <a:gd name="GluePoint8X" fmla="*/ 13 w 128"/>
                    <a:gd name="GluePoint8Y" fmla="*/ 104 h 105"/>
                    <a:gd name="GluePoint9X" fmla="*/ 1 w 128"/>
                    <a:gd name="GluePoint9Y" fmla="*/ 98 h 105"/>
                    <a:gd name="GluePoint10X" fmla="*/ 0 w 128"/>
                    <a:gd name="GluePoint10Y" fmla="*/ 93 h 105"/>
                    <a:gd name="GluePoint11X" fmla="*/ 15 w 128"/>
                    <a:gd name="GluePoint11Y" fmla="*/ 60 h 105"/>
                    <a:gd name="GluePoint12X" fmla="*/ 16 w 128"/>
                    <a:gd name="GluePoint12Y" fmla="*/ 58 h 105"/>
                    <a:gd name="GluePoint13X" fmla="*/ 20 w 128"/>
                    <a:gd name="GluePoint13Y" fmla="*/ 52 h 105"/>
                    <a:gd name="GluePoint14X" fmla="*/ 32 w 128"/>
                    <a:gd name="GluePoint14Y" fmla="*/ 54 h 105"/>
                    <a:gd name="GluePoint15X" fmla="*/ 39 w 128"/>
                    <a:gd name="GluePoint15Y" fmla="*/ 55 h 105"/>
                    <a:gd name="GluePoint16X" fmla="*/ 72 w 128"/>
                    <a:gd name="GluePoint16Y" fmla="*/ 21 h 105"/>
                    <a:gd name="GluePoint17X" fmla="*/ 74 w 128"/>
                    <a:gd name="GluePoint17Y" fmla="*/ 16 h 105"/>
                    <a:gd name="GluePoint18X" fmla="*/ 74 w 128"/>
                    <a:gd name="GluePoint18Y" fmla="*/ 11 h 105"/>
                    <a:gd name="GluePoint19X" fmla="*/ 71 w 128"/>
                    <a:gd name="GluePoint19Y" fmla="*/ 11 h 105"/>
                    <a:gd name="GluePoint20X" fmla="*/ 68 w 128"/>
                    <a:gd name="GluePoint20Y" fmla="*/ 15 h 105"/>
                    <a:gd name="GluePoint21X" fmla="*/ 68 w 128"/>
                    <a:gd name="GluePoint21Y" fmla="*/ 21 h 105"/>
                    <a:gd name="GluePoint22X" fmla="*/ 59 w 128"/>
                    <a:gd name="GluePoint22Y" fmla="*/ 29 h 105"/>
                    <a:gd name="GluePoint23X" fmla="*/ 53 w 128"/>
                    <a:gd name="GluePoint23Y" fmla="*/ 27 h 105"/>
                    <a:gd name="GluePoint24X" fmla="*/ 47 w 128"/>
                    <a:gd name="GluePoint24Y" fmla="*/ 24 h 105"/>
                    <a:gd name="GluePoint25X" fmla="*/ 47 w 128"/>
                    <a:gd name="GluePoint25Y" fmla="*/ 32 h 105"/>
                    <a:gd name="GluePoint26X" fmla="*/ 47 w 128"/>
                    <a:gd name="GluePoint26Y" fmla="*/ 34 h 105"/>
                    <a:gd name="GluePoint27X" fmla="*/ 43 w 128"/>
                    <a:gd name="GluePoint27Y" fmla="*/ 45 h 105"/>
                    <a:gd name="GluePoint28X" fmla="*/ 31 w 128"/>
                    <a:gd name="GluePoint28Y" fmla="*/ 39 h 105"/>
                    <a:gd name="GluePoint29X" fmla="*/ 29 w 128"/>
                    <a:gd name="GluePoint29Y" fmla="*/ 23 h 105"/>
                    <a:gd name="GluePoint30X" fmla="*/ 33 w 128"/>
                    <a:gd name="GluePoint30Y" fmla="*/ 14 h 105"/>
                    <a:gd name="GluePoint31X" fmla="*/ 36 w 128"/>
                    <a:gd name="GluePoint31Y" fmla="*/ 9 h 105"/>
                    <a:gd name="GluePoint32X" fmla="*/ 42 w 128"/>
                    <a:gd name="GluePoint32Y" fmla="*/ 13 h 105"/>
                    <a:gd name="GluePoint33X" fmla="*/ 44 w 128"/>
                    <a:gd name="GluePoint33Y" fmla="*/ 16 h 105"/>
                    <a:gd name="GluePoint34X" fmla="*/ 57 w 128"/>
                    <a:gd name="GluePoint34Y" fmla="*/ 14 h 105"/>
                    <a:gd name="GluePoint35X" fmla="*/ 62 w 128"/>
                    <a:gd name="GluePoint35Y" fmla="*/ 11 h 105"/>
                    <a:gd name="GluePoint36X" fmla="*/ 84 w 128"/>
                    <a:gd name="GluePoint36Y" fmla="*/ 0 h 105"/>
                    <a:gd name="GluePoint37X" fmla="*/ 96 w 128"/>
                    <a:gd name="GluePoint37Y" fmla="*/ 7 h 105"/>
                    <a:gd name="GluePoint38X" fmla="*/ 96 w 128"/>
                    <a:gd name="GluePoint38Y" fmla="*/ 20 h 105"/>
                    <a:gd name="GluePoint39X" fmla="*/ 83 w 128"/>
                    <a:gd name="GluePoint39Y" fmla="*/ 43 h 105"/>
                    <a:gd name="GluePoint40X" fmla="*/ 94 w 128"/>
                    <a:gd name="GluePoint40Y" fmla="*/ 44 h 105"/>
                    <a:gd name="GluePoint41X" fmla="*/ 122 w 128"/>
                    <a:gd name="GluePoint41Y" fmla="*/ 59 h 105"/>
                    <a:gd name="GluePoint42X" fmla="*/ 120 w 128"/>
                    <a:gd name="GluePoint42Y" fmla="*/ 73 h 105"/>
                    <a:gd name="GluePoint43X" fmla="*/ 98 w 128"/>
                    <a:gd name="GluePoint43Y" fmla="*/ 73 h 105"/>
                    <a:gd name="GluePoint44X" fmla="*/ 97 w 128"/>
                    <a:gd name="GluePoint44Y" fmla="*/ 66 h 105"/>
                    <a:gd name="GluePoint45X" fmla="*/ 101 w 128"/>
                    <a:gd name="GluePoint45Y" fmla="*/ 58 h 10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</a:cxnLst>
                  <a:rect l="textAreaLeft" t="textAreaTop" r="textAreaRight" b="textAreaBottom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778" name="Freeform 8"/>
                <p:cNvSpPr/>
                <p:nvPr/>
              </p:nvSpPr>
              <p:spPr>
                <a:xfrm>
                  <a:off x="2065320" y="6504480"/>
                  <a:ext cx="149760" cy="178920"/>
                </a:xfrm>
                <a:custGeom>
                  <a:avLst/>
                  <a:gdLst>
                    <a:gd name="textAreaLeft" fmla="*/ 0 w 149760"/>
                    <a:gd name="textAreaRight" fmla="*/ 150120 w 149760"/>
                    <a:gd name="textAreaTop" fmla="*/ 0 h 178920"/>
                    <a:gd name="textAreaBottom" fmla="*/ 179280 h 178920"/>
                    <a:gd name="GluePoint1X" fmla="*/ 46 w 80"/>
                    <a:gd name="GluePoint1Y" fmla="*/ 29 h 96"/>
                    <a:gd name="GluePoint2X" fmla="*/ 65 w 80"/>
                    <a:gd name="GluePoint2Y" fmla="*/ 29 h 96"/>
                    <a:gd name="GluePoint3X" fmla="*/ 79 w 80"/>
                    <a:gd name="GluePoint3Y" fmla="*/ 41 h 96"/>
                    <a:gd name="GluePoint4X" fmla="*/ 74 w 80"/>
                    <a:gd name="GluePoint4Y" fmla="*/ 43 h 96"/>
                    <a:gd name="GluePoint5X" fmla="*/ 60 w 80"/>
                    <a:gd name="GluePoint5Y" fmla="*/ 43 h 96"/>
                    <a:gd name="GluePoint6X" fmla="*/ 52 w 80"/>
                    <a:gd name="GluePoint6Y" fmla="*/ 50 h 96"/>
                    <a:gd name="GluePoint7X" fmla="*/ 49 w 80"/>
                    <a:gd name="GluePoint7Y" fmla="*/ 87 h 96"/>
                    <a:gd name="GluePoint8X" fmla="*/ 37 w 80"/>
                    <a:gd name="GluePoint8Y" fmla="*/ 95 h 96"/>
                    <a:gd name="GluePoint9X" fmla="*/ 21 w 80"/>
                    <a:gd name="GluePoint9Y" fmla="*/ 68 h 96"/>
                    <a:gd name="GluePoint10X" fmla="*/ 22 w 80"/>
                    <a:gd name="GluePoint10Y" fmla="*/ 62 h 96"/>
                    <a:gd name="GluePoint11X" fmla="*/ 30 w 80"/>
                    <a:gd name="GluePoint11Y" fmla="*/ 72 h 96"/>
                    <a:gd name="GluePoint12X" fmla="*/ 40 w 80"/>
                    <a:gd name="GluePoint12Y" fmla="*/ 70 h 96"/>
                    <a:gd name="GluePoint13X" fmla="*/ 43 w 80"/>
                    <a:gd name="GluePoint13Y" fmla="*/ 46 h 96"/>
                    <a:gd name="GluePoint14X" fmla="*/ 24 w 80"/>
                    <a:gd name="GluePoint14Y" fmla="*/ 52 h 96"/>
                    <a:gd name="GluePoint15X" fmla="*/ 19 w 80"/>
                    <a:gd name="GluePoint15Y" fmla="*/ 54 h 96"/>
                    <a:gd name="GluePoint16X" fmla="*/ 6 w 80"/>
                    <a:gd name="GluePoint16Y" fmla="*/ 54 h 96"/>
                    <a:gd name="GluePoint17X" fmla="*/ 2 w 80"/>
                    <a:gd name="GluePoint17Y" fmla="*/ 40 h 96"/>
                    <a:gd name="GluePoint18X" fmla="*/ 6 w 80"/>
                    <a:gd name="GluePoint18Y" fmla="*/ 37 h 96"/>
                    <a:gd name="GluePoint19X" fmla="*/ 28 w 80"/>
                    <a:gd name="GluePoint19Y" fmla="*/ 33 h 96"/>
                    <a:gd name="GluePoint20X" fmla="*/ 33 w 80"/>
                    <a:gd name="GluePoint20Y" fmla="*/ 32 h 96"/>
                    <a:gd name="GluePoint21X" fmla="*/ 36 w 80"/>
                    <a:gd name="GluePoint21Y" fmla="*/ 22 h 96"/>
                    <a:gd name="GluePoint22X" fmla="*/ 46 w 80"/>
                    <a:gd name="GluePoint22Y" fmla="*/ 12 h 96"/>
                    <a:gd name="GluePoint23X" fmla="*/ 45 w 80"/>
                    <a:gd name="GluePoint23Y" fmla="*/ 10 h 96"/>
                    <a:gd name="GluePoint24X" fmla="*/ 26 w 80"/>
                    <a:gd name="GluePoint24Y" fmla="*/ 17 h 96"/>
                    <a:gd name="GluePoint25X" fmla="*/ 15 w 80"/>
                    <a:gd name="GluePoint25Y" fmla="*/ 24 h 96"/>
                    <a:gd name="GluePoint26X" fmla="*/ 5 w 80"/>
                    <a:gd name="GluePoint26Y" fmla="*/ 22 h 96"/>
                    <a:gd name="GluePoint27X" fmla="*/ 1 w 80"/>
                    <a:gd name="GluePoint27Y" fmla="*/ 17 h 96"/>
                    <a:gd name="GluePoint28X" fmla="*/ 36 w 80"/>
                    <a:gd name="GluePoint28Y" fmla="*/ 2 h 96"/>
                    <a:gd name="GluePoint29X" fmla="*/ 55 w 80"/>
                    <a:gd name="GluePoint29Y" fmla="*/ 0 h 96"/>
                    <a:gd name="GluePoint30X" fmla="*/ 61 w 80"/>
                    <a:gd name="GluePoint30Y" fmla="*/ 6 h 96"/>
                    <a:gd name="GluePoint31X" fmla="*/ 59 w 80"/>
                    <a:gd name="GluePoint31Y" fmla="*/ 13 h 96"/>
                    <a:gd name="GluePoint32X" fmla="*/ 46 w 80"/>
                    <a:gd name="GluePoint32Y" fmla="*/ 29 h 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</a:cxnLst>
                  <a:rect l="textAreaLeft" t="textAreaTop" r="textAreaRight" b="textAreaBottom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779" name="组合 62"/>
              <p:cNvGrpSpPr/>
              <p:nvPr/>
            </p:nvGrpSpPr>
            <p:grpSpPr>
              <a:xfrm>
                <a:off x="2349720" y="6467040"/>
                <a:ext cx="145440" cy="155520"/>
                <a:chOff x="2349720" y="6467040"/>
                <a:chExt cx="145440" cy="155520"/>
              </a:xfrm>
            </p:grpSpPr>
            <p:sp>
              <p:nvSpPr>
                <p:cNvPr id="780" name="Freeform 15"/>
                <p:cNvSpPr/>
                <p:nvPr/>
              </p:nvSpPr>
              <p:spPr>
                <a:xfrm>
                  <a:off x="2349720" y="6501600"/>
                  <a:ext cx="66960" cy="10764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107640"/>
                    <a:gd name="textAreaBottom" fmla="*/ 108000 h 107640"/>
                    <a:gd name="GluePoint1X" fmla="*/ 16 w 39"/>
                    <a:gd name="GluePoint1Y" fmla="*/ 29 h 58"/>
                    <a:gd name="GluePoint2X" fmla="*/ 27 w 39"/>
                    <a:gd name="GluePoint2Y" fmla="*/ 7 h 58"/>
                    <a:gd name="GluePoint3X" fmla="*/ 31 w 39"/>
                    <a:gd name="GluePoint3Y" fmla="*/ 1 h 58"/>
                    <a:gd name="GluePoint4X" fmla="*/ 34 w 39"/>
                    <a:gd name="GluePoint4Y" fmla="*/ 6 h 58"/>
                    <a:gd name="GluePoint5X" fmla="*/ 35 w 39"/>
                    <a:gd name="GluePoint5Y" fmla="*/ 26 h 58"/>
                    <a:gd name="GluePoint6X" fmla="*/ 20 w 39"/>
                    <a:gd name="GluePoint6Y" fmla="*/ 52 h 58"/>
                    <a:gd name="GluePoint7X" fmla="*/ 9 w 39"/>
                    <a:gd name="GluePoint7Y" fmla="*/ 57 h 58"/>
                    <a:gd name="GluePoint8X" fmla="*/ 1 w 39"/>
                    <a:gd name="GluePoint8Y" fmla="*/ 43 h 58"/>
                    <a:gd name="GluePoint9X" fmla="*/ 4 w 39"/>
                    <a:gd name="GluePoint9Y" fmla="*/ 6 h 58"/>
                    <a:gd name="GluePoint10X" fmla="*/ 8 w 39"/>
                    <a:gd name="GluePoint10Y" fmla="*/ 0 h 58"/>
                    <a:gd name="GluePoint11X" fmla="*/ 15 w 39"/>
                    <a:gd name="GluePoint11Y" fmla="*/ 6 h 58"/>
                    <a:gd name="GluePoint12X" fmla="*/ 14 w 39"/>
                    <a:gd name="GluePoint12Y" fmla="*/ 20 h 58"/>
                    <a:gd name="GluePoint13X" fmla="*/ 14 w 39"/>
                    <a:gd name="GluePoint13Y" fmla="*/ 28 h 58"/>
                    <a:gd name="GluePoint14X" fmla="*/ 16 w 39"/>
                    <a:gd name="GluePoint14Y" fmla="*/ 29 h 5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76320" rIns="7632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781" name="Freeform 16"/>
                <p:cNvSpPr/>
                <p:nvPr/>
              </p:nvSpPr>
              <p:spPr>
                <a:xfrm>
                  <a:off x="2422080" y="6470640"/>
                  <a:ext cx="73080" cy="151920"/>
                </a:xfrm>
                <a:custGeom>
                  <a:avLst/>
                  <a:gdLst>
                    <a:gd name="textAreaLeft" fmla="*/ 0 w 73080"/>
                    <a:gd name="textAreaRight" fmla="*/ 73440 w 73080"/>
                    <a:gd name="textAreaTop" fmla="*/ 0 h 151920"/>
                    <a:gd name="textAreaBottom" fmla="*/ 152280 h 151920"/>
                    <a:gd name="GluePoint1X" fmla="*/ 9 w 47"/>
                    <a:gd name="GluePoint1Y" fmla="*/ 73 h 88"/>
                    <a:gd name="GluePoint2X" fmla="*/ 3 w 47"/>
                    <a:gd name="GluePoint2Y" fmla="*/ 67 h 88"/>
                    <a:gd name="GluePoint3X" fmla="*/ 3 w 47"/>
                    <a:gd name="GluePoint3Y" fmla="*/ 57 h 88"/>
                    <a:gd name="GluePoint4X" fmla="*/ 20 w 47"/>
                    <a:gd name="GluePoint4Y" fmla="*/ 38 h 88"/>
                    <a:gd name="GluePoint5X" fmla="*/ 33 w 47"/>
                    <a:gd name="GluePoint5Y" fmla="*/ 20 h 88"/>
                    <a:gd name="GluePoint6X" fmla="*/ 33 w 47"/>
                    <a:gd name="GluePoint6Y" fmla="*/ 4 h 88"/>
                    <a:gd name="GluePoint7X" fmla="*/ 32 w 47"/>
                    <a:gd name="GluePoint7Y" fmla="*/ 1 h 88"/>
                    <a:gd name="GluePoint8X" fmla="*/ 33 w 47"/>
                    <a:gd name="GluePoint8Y" fmla="*/ 0 h 88"/>
                    <a:gd name="GluePoint9X" fmla="*/ 41 w 47"/>
                    <a:gd name="GluePoint9Y" fmla="*/ 6 h 88"/>
                    <a:gd name="GluePoint10X" fmla="*/ 43 w 47"/>
                    <a:gd name="GluePoint10Y" fmla="*/ 26 h 88"/>
                    <a:gd name="GluePoint11X" fmla="*/ 29 w 47"/>
                    <a:gd name="GluePoint11Y" fmla="*/ 48 h 88"/>
                    <a:gd name="GluePoint12X" fmla="*/ 30 w 47"/>
                    <a:gd name="GluePoint12Y" fmla="*/ 52 h 88"/>
                    <a:gd name="GluePoint13X" fmla="*/ 40 w 47"/>
                    <a:gd name="GluePoint13Y" fmla="*/ 73 h 88"/>
                    <a:gd name="GluePoint14X" fmla="*/ 41 w 47"/>
                    <a:gd name="GluePoint14Y" fmla="*/ 84 h 88"/>
                    <a:gd name="GluePoint15X" fmla="*/ 37 w 47"/>
                    <a:gd name="GluePoint15Y" fmla="*/ 86 h 88"/>
                    <a:gd name="GluePoint16X" fmla="*/ 31 w 47"/>
                    <a:gd name="GluePoint16Y" fmla="*/ 75 h 88"/>
                    <a:gd name="GluePoint17X" fmla="*/ 28 w 47"/>
                    <a:gd name="GluePoint17Y" fmla="*/ 60 h 88"/>
                    <a:gd name="GluePoint18X" fmla="*/ 22 w 47"/>
                    <a:gd name="GluePoint18Y" fmla="*/ 59 h 88"/>
                    <a:gd name="GluePoint19X" fmla="*/ 9 w 47"/>
                    <a:gd name="GluePoint19Y" fmla="*/ 73 h 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</a:cxnLst>
                  <a:rect l="textAreaLeft" t="textAreaTop" r="textAreaRight" b="textAreaBottom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83160" rIns="8316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782" name="Freeform 17"/>
                <p:cNvSpPr/>
                <p:nvPr/>
              </p:nvSpPr>
              <p:spPr>
                <a:xfrm>
                  <a:off x="2387880" y="6467040"/>
                  <a:ext cx="47880" cy="27720"/>
                </a:xfrm>
                <a:custGeom>
                  <a:avLst/>
                  <a:gdLst>
                    <a:gd name="textAreaLeft" fmla="*/ 0 w 47880"/>
                    <a:gd name="textAreaRight" fmla="*/ 48240 w 47880"/>
                    <a:gd name="textAreaTop" fmla="*/ 0 h 27720"/>
                    <a:gd name="textAreaBottom" fmla="*/ 28080 h 27720"/>
                    <a:gd name="GluePoint1X" fmla="*/ 0 w 26"/>
                    <a:gd name="GluePoint1Y" fmla="*/ 0 h 19"/>
                    <a:gd name="GluePoint2X" fmla="*/ 20 w 26"/>
                    <a:gd name="GluePoint2Y" fmla="*/ 1 h 19"/>
                    <a:gd name="GluePoint3X" fmla="*/ 23 w 26"/>
                    <a:gd name="GluePoint3Y" fmla="*/ 12 h 19"/>
                    <a:gd name="GluePoint4X" fmla="*/ 12 w 26"/>
                    <a:gd name="GluePoint4Y" fmla="*/ 18 h 19"/>
                    <a:gd name="GluePoint5X" fmla="*/ 3 w 26"/>
                    <a:gd name="GluePoint5Y" fmla="*/ 11 h 19"/>
                    <a:gd name="GluePoint6X" fmla="*/ 0 w 26"/>
                    <a:gd name="GluePoint6Y" fmla="*/ 0 h 1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4720" tIns="14040" rIns="54720" bIns="140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  <p:grpSp>
          <p:nvGrpSpPr>
            <p:cNvPr id="783" name="组合 38"/>
            <p:cNvGrpSpPr/>
            <p:nvPr/>
          </p:nvGrpSpPr>
          <p:grpSpPr>
            <a:xfrm>
              <a:off x="587160" y="6381720"/>
              <a:ext cx="1100160" cy="304560"/>
              <a:chOff x="587160" y="6381720"/>
              <a:chExt cx="1100160" cy="304560"/>
            </a:xfrm>
          </p:grpSpPr>
          <p:grpSp>
            <p:nvGrpSpPr>
              <p:cNvPr id="784" name="组合 39"/>
              <p:cNvGrpSpPr/>
              <p:nvPr/>
            </p:nvGrpSpPr>
            <p:grpSpPr>
              <a:xfrm>
                <a:off x="1171800" y="6431400"/>
                <a:ext cx="212760" cy="223560"/>
                <a:chOff x="1171800" y="6431400"/>
                <a:chExt cx="212760" cy="223560"/>
              </a:xfrm>
            </p:grpSpPr>
            <p:sp>
              <p:nvSpPr>
                <p:cNvPr id="785" name="Freeform 9"/>
                <p:cNvSpPr/>
                <p:nvPr/>
              </p:nvSpPr>
              <p:spPr>
                <a:xfrm>
                  <a:off x="1171800" y="6447960"/>
                  <a:ext cx="110520" cy="187920"/>
                </a:xfrm>
                <a:custGeom>
                  <a:avLst/>
                  <a:gdLst>
                    <a:gd name="textAreaLeft" fmla="*/ 0 w 110520"/>
                    <a:gd name="textAreaRight" fmla="*/ 110880 w 110520"/>
                    <a:gd name="textAreaTop" fmla="*/ 0 h 187920"/>
                    <a:gd name="textAreaBottom" fmla="*/ 188280 h 187920"/>
                    <a:gd name="GluePoint1X" fmla="*/ 39 w 59"/>
                    <a:gd name="GluePoint1Y" fmla="*/ 78 h 101"/>
                    <a:gd name="GluePoint2X" fmla="*/ 17 w 59"/>
                    <a:gd name="GluePoint2Y" fmla="*/ 94 h 101"/>
                    <a:gd name="GluePoint3X" fmla="*/ 8 w 59"/>
                    <a:gd name="GluePoint3Y" fmla="*/ 94 h 101"/>
                    <a:gd name="GluePoint4X" fmla="*/ 0 w 59"/>
                    <a:gd name="GluePoint4Y" fmla="*/ 79 h 101"/>
                    <a:gd name="GluePoint5X" fmla="*/ 17 w 59"/>
                    <a:gd name="GluePoint5Y" fmla="*/ 73 h 101"/>
                    <a:gd name="GluePoint6X" fmla="*/ 10 w 59"/>
                    <a:gd name="GluePoint6Y" fmla="*/ 68 h 101"/>
                    <a:gd name="GluePoint7X" fmla="*/ 8 w 59"/>
                    <a:gd name="GluePoint7Y" fmla="*/ 60 h 101"/>
                    <a:gd name="GluePoint8X" fmla="*/ 18 w 59"/>
                    <a:gd name="GluePoint8Y" fmla="*/ 23 h 101"/>
                    <a:gd name="GluePoint9X" fmla="*/ 26 w 59"/>
                    <a:gd name="GluePoint9Y" fmla="*/ 17 h 101"/>
                    <a:gd name="GluePoint10X" fmla="*/ 36 w 59"/>
                    <a:gd name="GluePoint10Y" fmla="*/ 26 h 101"/>
                    <a:gd name="GluePoint11X" fmla="*/ 36 w 59"/>
                    <a:gd name="GluePoint11Y" fmla="*/ 27 h 101"/>
                    <a:gd name="GluePoint12X" fmla="*/ 43 w 59"/>
                    <a:gd name="GluePoint12Y" fmla="*/ 40 h 101"/>
                    <a:gd name="GluePoint13X" fmla="*/ 42 w 59"/>
                    <a:gd name="GluePoint13Y" fmla="*/ 12 h 101"/>
                    <a:gd name="GluePoint14X" fmla="*/ 21 w 59"/>
                    <a:gd name="GluePoint14Y" fmla="*/ 5 h 101"/>
                    <a:gd name="GluePoint15X" fmla="*/ 44 w 59"/>
                    <a:gd name="GluePoint15Y" fmla="*/ 1 h 101"/>
                    <a:gd name="GluePoint16X" fmla="*/ 57 w 59"/>
                    <a:gd name="GluePoint16Y" fmla="*/ 17 h 101"/>
                    <a:gd name="GluePoint17X" fmla="*/ 56 w 59"/>
                    <a:gd name="GluePoint17Y" fmla="*/ 48 h 101"/>
                    <a:gd name="GluePoint18X" fmla="*/ 57 w 59"/>
                    <a:gd name="GluePoint18Y" fmla="*/ 55 h 101"/>
                    <a:gd name="GluePoint19X" fmla="*/ 55 w 59"/>
                    <a:gd name="GluePoint19Y" fmla="*/ 64 h 101"/>
                    <a:gd name="GluePoint20X" fmla="*/ 54 w 59"/>
                    <a:gd name="GluePoint20Y" fmla="*/ 71 h 101"/>
                    <a:gd name="GluePoint21X" fmla="*/ 52 w 59"/>
                    <a:gd name="GluePoint21Y" fmla="*/ 95 h 101"/>
                    <a:gd name="GluePoint22X" fmla="*/ 49 w 59"/>
                    <a:gd name="GluePoint22Y" fmla="*/ 101 h 101"/>
                    <a:gd name="GluePoint23X" fmla="*/ 43 w 59"/>
                    <a:gd name="GluePoint23Y" fmla="*/ 98 h 101"/>
                    <a:gd name="GluePoint24X" fmla="*/ 38 w 59"/>
                    <a:gd name="GluePoint24Y" fmla="*/ 86 h 101"/>
                    <a:gd name="GluePoint25X" fmla="*/ 39 w 59"/>
                    <a:gd name="GluePoint25Y" fmla="*/ 78 h 101"/>
                    <a:gd name="GluePoint26X" fmla="*/ 42 w 59"/>
                    <a:gd name="GluePoint26Y" fmla="*/ 47 h 101"/>
                    <a:gd name="GluePoint27X" fmla="*/ 32 w 59"/>
                    <a:gd name="GluePoint27Y" fmla="*/ 44 h 101"/>
                    <a:gd name="GluePoint28X" fmla="*/ 29 w 59"/>
                    <a:gd name="GluePoint28Y" fmla="*/ 64 h 101"/>
                    <a:gd name="GluePoint29X" fmla="*/ 42 w 59"/>
                    <a:gd name="GluePoint29Y" fmla="*/ 47 h 10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</a:cxnLst>
                  <a:rect l="textAreaLeft" t="textAreaTop" r="textAreaRight" b="textAreaBottom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786" name="Freeform 10"/>
                <p:cNvSpPr/>
                <p:nvPr/>
              </p:nvSpPr>
              <p:spPr>
                <a:xfrm>
                  <a:off x="1280880" y="6431400"/>
                  <a:ext cx="103680" cy="223560"/>
                </a:xfrm>
                <a:custGeom>
                  <a:avLst/>
                  <a:gdLst>
                    <a:gd name="textAreaLeft" fmla="*/ 0 w 103680"/>
                    <a:gd name="textAreaRight" fmla="*/ 104040 w 103680"/>
                    <a:gd name="textAreaTop" fmla="*/ 0 h 223560"/>
                    <a:gd name="textAreaBottom" fmla="*/ 223920 h 223560"/>
                    <a:gd name="GluePoint1X" fmla="*/ 11 w 55"/>
                    <a:gd name="GluePoint1Y" fmla="*/ 89 h 120"/>
                    <a:gd name="GluePoint2X" fmla="*/ 10 w 55"/>
                    <a:gd name="GluePoint2Y" fmla="*/ 100 h 120"/>
                    <a:gd name="GluePoint3X" fmla="*/ 6 w 55"/>
                    <a:gd name="GluePoint3Y" fmla="*/ 104 h 120"/>
                    <a:gd name="GluePoint4X" fmla="*/ 1 w 55"/>
                    <a:gd name="GluePoint4Y" fmla="*/ 99 h 120"/>
                    <a:gd name="GluePoint5X" fmla="*/ 3 w 55"/>
                    <a:gd name="GluePoint5Y" fmla="*/ 84 h 120"/>
                    <a:gd name="GluePoint6X" fmla="*/ 14 w 55"/>
                    <a:gd name="GluePoint6Y" fmla="*/ 37 h 120"/>
                    <a:gd name="GluePoint7X" fmla="*/ 22 w 55"/>
                    <a:gd name="GluePoint7Y" fmla="*/ 11 h 120"/>
                    <a:gd name="GluePoint8X" fmla="*/ 26 w 55"/>
                    <a:gd name="GluePoint8Y" fmla="*/ 19 h 120"/>
                    <a:gd name="GluePoint9X" fmla="*/ 20 w 55"/>
                    <a:gd name="GluePoint9Y" fmla="*/ 40 h 120"/>
                    <a:gd name="GluePoint10X" fmla="*/ 27 w 55"/>
                    <a:gd name="GluePoint10Y" fmla="*/ 35 h 120"/>
                    <a:gd name="GluePoint11X" fmla="*/ 35 w 55"/>
                    <a:gd name="GluePoint11Y" fmla="*/ 30 h 120"/>
                    <a:gd name="GluePoint12X" fmla="*/ 33 w 55"/>
                    <a:gd name="GluePoint12Y" fmla="*/ 9 h 120"/>
                    <a:gd name="GluePoint13X" fmla="*/ 28 w 55"/>
                    <a:gd name="GluePoint13Y" fmla="*/ 8 h 120"/>
                    <a:gd name="GluePoint14X" fmla="*/ 19 w 55"/>
                    <a:gd name="GluePoint14Y" fmla="*/ 12 h 120"/>
                    <a:gd name="GluePoint15X" fmla="*/ 12 w 55"/>
                    <a:gd name="GluePoint15Y" fmla="*/ 15 h 120"/>
                    <a:gd name="GluePoint16X" fmla="*/ 9 w 55"/>
                    <a:gd name="GluePoint16Y" fmla="*/ 11 h 120"/>
                    <a:gd name="GluePoint17X" fmla="*/ 11 w 55"/>
                    <a:gd name="GluePoint17Y" fmla="*/ 8 h 120"/>
                    <a:gd name="GluePoint18X" fmla="*/ 31 w 55"/>
                    <a:gd name="GluePoint18Y" fmla="*/ 0 h 120"/>
                    <a:gd name="GluePoint19X" fmla="*/ 45 w 55"/>
                    <a:gd name="GluePoint19Y" fmla="*/ 15 h 120"/>
                    <a:gd name="GluePoint20X" fmla="*/ 44 w 55"/>
                    <a:gd name="GluePoint20Y" fmla="*/ 46 h 120"/>
                    <a:gd name="GluePoint21X" fmla="*/ 48 w 55"/>
                    <a:gd name="GluePoint21Y" fmla="*/ 54 h 120"/>
                    <a:gd name="GluePoint22X" fmla="*/ 48 w 55"/>
                    <a:gd name="GluePoint22Y" fmla="*/ 71 h 120"/>
                    <a:gd name="GluePoint23X" fmla="*/ 44 w 55"/>
                    <a:gd name="GluePoint23Y" fmla="*/ 77 h 120"/>
                    <a:gd name="GluePoint24X" fmla="*/ 44 w 55"/>
                    <a:gd name="GluePoint24Y" fmla="*/ 110 h 120"/>
                    <a:gd name="GluePoint25X" fmla="*/ 44 w 55"/>
                    <a:gd name="GluePoint25Y" fmla="*/ 114 h 120"/>
                    <a:gd name="GluePoint26X" fmla="*/ 41 w 55"/>
                    <a:gd name="GluePoint26Y" fmla="*/ 120 h 120"/>
                    <a:gd name="GluePoint27X" fmla="*/ 32 w 55"/>
                    <a:gd name="GluePoint27Y" fmla="*/ 118 h 120"/>
                    <a:gd name="GluePoint28X" fmla="*/ 13 w 55"/>
                    <a:gd name="GluePoint28Y" fmla="*/ 91 h 120"/>
                    <a:gd name="GluePoint29X" fmla="*/ 12 w 55"/>
                    <a:gd name="GluePoint29Y" fmla="*/ 89 h 120"/>
                    <a:gd name="GluePoint30X" fmla="*/ 11 w 55"/>
                    <a:gd name="GluePoint30Y" fmla="*/ 89 h 120"/>
                    <a:gd name="GluePoint31X" fmla="*/ 24 w 55"/>
                    <a:gd name="GluePoint31Y" fmla="*/ 76 h 120"/>
                    <a:gd name="GluePoint32X" fmla="*/ 23 w 55"/>
                    <a:gd name="GluePoint32Y" fmla="*/ 74 h 120"/>
                    <a:gd name="GluePoint33X" fmla="*/ 27 w 55"/>
                    <a:gd name="GluePoint33Y" fmla="*/ 71 h 120"/>
                    <a:gd name="GluePoint34X" fmla="*/ 33 w 55"/>
                    <a:gd name="GluePoint34Y" fmla="*/ 67 h 120"/>
                    <a:gd name="GluePoint35X" fmla="*/ 32 w 55"/>
                    <a:gd name="GluePoint35Y" fmla="*/ 63 h 120"/>
                    <a:gd name="GluePoint36X" fmla="*/ 22 w 55"/>
                    <a:gd name="GluePoint36Y" fmla="*/ 52 h 120"/>
                    <a:gd name="GluePoint37X" fmla="*/ 18 w 55"/>
                    <a:gd name="GluePoint37Y" fmla="*/ 89 h 120"/>
                    <a:gd name="GluePoint38X" fmla="*/ 33 w 55"/>
                    <a:gd name="GluePoint38Y" fmla="*/ 107 h 120"/>
                    <a:gd name="GluePoint39X" fmla="*/ 35 w 55"/>
                    <a:gd name="GluePoint39Y" fmla="*/ 77 h 120"/>
                    <a:gd name="GluePoint40X" fmla="*/ 31 w 55"/>
                    <a:gd name="GluePoint40Y" fmla="*/ 75 h 120"/>
                    <a:gd name="GluePoint41X" fmla="*/ 24 w 55"/>
                    <a:gd name="GluePoint41Y" fmla="*/ 76 h 12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</a:cxnLst>
                  <a:rect l="textAreaLeft" t="textAreaTop" r="textAreaRight" b="textAreaBottom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787" name="组合 47"/>
              <p:cNvGrpSpPr/>
              <p:nvPr/>
            </p:nvGrpSpPr>
            <p:grpSpPr>
              <a:xfrm>
                <a:off x="587160" y="6381720"/>
                <a:ext cx="241200" cy="304560"/>
                <a:chOff x="587160" y="6381720"/>
                <a:chExt cx="241200" cy="304560"/>
              </a:xfrm>
            </p:grpSpPr>
            <p:sp>
              <p:nvSpPr>
                <p:cNvPr id="788" name="Freeform 13"/>
                <p:cNvSpPr/>
                <p:nvPr/>
              </p:nvSpPr>
              <p:spPr>
                <a:xfrm>
                  <a:off x="587160" y="6381720"/>
                  <a:ext cx="241200" cy="288000"/>
                </a:xfrm>
                <a:custGeom>
                  <a:avLst/>
                  <a:gdLst>
                    <a:gd name="textAreaLeft" fmla="*/ 0 w 241200"/>
                    <a:gd name="textAreaRight" fmla="*/ 241560 w 241200"/>
                    <a:gd name="textAreaTop" fmla="*/ 0 h 288000"/>
                    <a:gd name="textAreaBottom" fmla="*/ 288360 h 288000"/>
                    <a:gd name="GluePoint1X" fmla="*/ 54 w 128"/>
                    <a:gd name="GluePoint1Y" fmla="*/ 76 h 154"/>
                    <a:gd name="GluePoint2X" fmla="*/ 66 w 128"/>
                    <a:gd name="GluePoint2Y" fmla="*/ 53 h 154"/>
                    <a:gd name="GluePoint3X" fmla="*/ 49 w 128"/>
                    <a:gd name="GluePoint3Y" fmla="*/ 47 h 154"/>
                    <a:gd name="GluePoint4X" fmla="*/ 64 w 128"/>
                    <a:gd name="GluePoint4Y" fmla="*/ 44 h 154"/>
                    <a:gd name="GluePoint5X" fmla="*/ 83 w 128"/>
                    <a:gd name="GluePoint5Y" fmla="*/ 6 h 154"/>
                    <a:gd name="GluePoint6X" fmla="*/ 91 w 128"/>
                    <a:gd name="GluePoint6Y" fmla="*/ 11 h 154"/>
                    <a:gd name="GluePoint7X" fmla="*/ 96 w 128"/>
                    <a:gd name="GluePoint7Y" fmla="*/ 36 h 154"/>
                    <a:gd name="GluePoint8X" fmla="*/ 106 w 128"/>
                    <a:gd name="GluePoint8Y" fmla="*/ 41 h 154"/>
                    <a:gd name="GluePoint9X" fmla="*/ 82 w 128"/>
                    <a:gd name="GluePoint9Y" fmla="*/ 50 h 154"/>
                    <a:gd name="GluePoint10X" fmla="*/ 71 w 128"/>
                    <a:gd name="GluePoint10Y" fmla="*/ 65 h 154"/>
                    <a:gd name="GluePoint11X" fmla="*/ 110 w 128"/>
                    <a:gd name="GluePoint11Y" fmla="*/ 74 h 154"/>
                    <a:gd name="GluePoint12X" fmla="*/ 101 w 128"/>
                    <a:gd name="GluePoint12Y" fmla="*/ 87 h 154"/>
                    <a:gd name="GluePoint13X" fmla="*/ 111 w 128"/>
                    <a:gd name="GluePoint13Y" fmla="*/ 98 h 154"/>
                    <a:gd name="GluePoint14X" fmla="*/ 92 w 128"/>
                    <a:gd name="GluePoint14Y" fmla="*/ 104 h 154"/>
                    <a:gd name="GluePoint15X" fmla="*/ 86 w 128"/>
                    <a:gd name="GluePoint15Y" fmla="*/ 116 h 154"/>
                    <a:gd name="GluePoint16X" fmla="*/ 124 w 128"/>
                    <a:gd name="GluePoint16Y" fmla="*/ 112 h 154"/>
                    <a:gd name="GluePoint17X" fmla="*/ 120 w 128"/>
                    <a:gd name="GluePoint17Y" fmla="*/ 122 h 154"/>
                    <a:gd name="GluePoint18X" fmla="*/ 111 w 128"/>
                    <a:gd name="GluePoint18Y" fmla="*/ 144 h 154"/>
                    <a:gd name="GluePoint19X" fmla="*/ 105 w 128"/>
                    <a:gd name="GluePoint19Y" fmla="*/ 153 h 154"/>
                    <a:gd name="GluePoint20X" fmla="*/ 55 w 128"/>
                    <a:gd name="GluePoint20Y" fmla="*/ 129 h 154"/>
                    <a:gd name="GluePoint21X" fmla="*/ 53 w 128"/>
                    <a:gd name="GluePoint21Y" fmla="*/ 121 h 154"/>
                    <a:gd name="GluePoint22X" fmla="*/ 61 w 128"/>
                    <a:gd name="GluePoint22Y" fmla="*/ 125 h 154"/>
                    <a:gd name="GluePoint23X" fmla="*/ 94 w 128"/>
                    <a:gd name="GluePoint23Y" fmla="*/ 140 h 154"/>
                    <a:gd name="GluePoint24X" fmla="*/ 85 w 128"/>
                    <a:gd name="GluePoint24Y" fmla="*/ 127 h 154"/>
                    <a:gd name="GluePoint25X" fmla="*/ 71 w 128"/>
                    <a:gd name="GluePoint25Y" fmla="*/ 108 h 154"/>
                    <a:gd name="GluePoint26X" fmla="*/ 52 w 128"/>
                    <a:gd name="GluePoint26Y" fmla="*/ 113 h 154"/>
                    <a:gd name="GluePoint27X" fmla="*/ 38 w 128"/>
                    <a:gd name="GluePoint27Y" fmla="*/ 97 h 154"/>
                    <a:gd name="GluePoint28X" fmla="*/ 51 w 128"/>
                    <a:gd name="GluePoint28Y" fmla="*/ 97 h 154"/>
                    <a:gd name="GluePoint29X" fmla="*/ 34 w 128"/>
                    <a:gd name="GluePoint29Y" fmla="*/ 93 h 154"/>
                    <a:gd name="GluePoint30X" fmla="*/ 35 w 128"/>
                    <a:gd name="GluePoint30Y" fmla="*/ 105 h 154"/>
                    <a:gd name="GluePoint31X" fmla="*/ 26 w 128"/>
                    <a:gd name="GluePoint31Y" fmla="*/ 154 h 154"/>
                    <a:gd name="GluePoint32X" fmla="*/ 20 w 128"/>
                    <a:gd name="GluePoint32Y" fmla="*/ 118 h 154"/>
                    <a:gd name="GluePoint33X" fmla="*/ 0 w 128"/>
                    <a:gd name="GluePoint33Y" fmla="*/ 103 h 154"/>
                    <a:gd name="GluePoint34X" fmla="*/ 19 w 128"/>
                    <a:gd name="GluePoint34Y" fmla="*/ 72 h 154"/>
                    <a:gd name="GluePoint35X" fmla="*/ 25 w 128"/>
                    <a:gd name="GluePoint35Y" fmla="*/ 51 h 154"/>
                    <a:gd name="GluePoint36X" fmla="*/ 39 w 128"/>
                    <a:gd name="GluePoint36Y" fmla="*/ 14 h 154"/>
                    <a:gd name="GluePoint37X" fmla="*/ 51 w 128"/>
                    <a:gd name="GluePoint37Y" fmla="*/ 24 h 154"/>
                    <a:gd name="GluePoint38X" fmla="*/ 39 w 128"/>
                    <a:gd name="GluePoint38Y" fmla="*/ 44 h 154"/>
                    <a:gd name="GluePoint39X" fmla="*/ 48 w 128"/>
                    <a:gd name="GluePoint39Y" fmla="*/ 73 h 154"/>
                    <a:gd name="GluePoint40X" fmla="*/ 81 w 128"/>
                    <a:gd name="GluePoint40Y" fmla="*/ 90 h 154"/>
                    <a:gd name="GluePoint41X" fmla="*/ 92 w 128"/>
                    <a:gd name="GluePoint41Y" fmla="*/ 71 h 154"/>
                    <a:gd name="GluePoint42X" fmla="*/ 81 w 128"/>
                    <a:gd name="GluePoint42Y" fmla="*/ 80 h 154"/>
                    <a:gd name="GluePoint43X" fmla="*/ 76 w 128"/>
                    <a:gd name="GluePoint43Y" fmla="*/ 73 h 154"/>
                    <a:gd name="GluePoint44X" fmla="*/ 67 w 128"/>
                    <a:gd name="GluePoint44Y" fmla="*/ 79 h 154"/>
                    <a:gd name="GluePoint45X" fmla="*/ 76 w 128"/>
                    <a:gd name="GluePoint45Y" fmla="*/ 73 h 154"/>
                    <a:gd name="GluePoint46X" fmla="*/ 56 w 128"/>
                    <a:gd name="GluePoint46Y" fmla="*/ 88 h 154"/>
                    <a:gd name="GluePoint47X" fmla="*/ 63 w 128"/>
                    <a:gd name="GluePoint47Y" fmla="*/ 81 h 154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</a:cxnLst>
                  <a:rect l="textAreaLeft" t="textAreaTop" r="textAreaRight" b="textAreaBottom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789" name="Freeform 14"/>
                <p:cNvSpPr/>
                <p:nvPr/>
              </p:nvSpPr>
              <p:spPr>
                <a:xfrm>
                  <a:off x="653760" y="6606360"/>
                  <a:ext cx="29520" cy="79920"/>
                </a:xfrm>
                <a:custGeom>
                  <a:avLst/>
                  <a:gdLst>
                    <a:gd name="textAreaLeft" fmla="*/ 0 w 29520"/>
                    <a:gd name="textAreaRight" fmla="*/ 29880 w 29520"/>
                    <a:gd name="textAreaTop" fmla="*/ 0 h 79920"/>
                    <a:gd name="textAreaBottom" fmla="*/ 80280 h 79920"/>
                    <a:gd name="GluePoint1X" fmla="*/ 9 w 16"/>
                    <a:gd name="GluePoint1Y" fmla="*/ 0 h 43"/>
                    <a:gd name="GluePoint2X" fmla="*/ 15 w 16"/>
                    <a:gd name="GluePoint2Y" fmla="*/ 11 h 43"/>
                    <a:gd name="GluePoint3X" fmla="*/ 9 w 16"/>
                    <a:gd name="GluePoint3Y" fmla="*/ 43 h 43"/>
                    <a:gd name="GluePoint4X" fmla="*/ 2 w 16"/>
                    <a:gd name="GluePoint4Y" fmla="*/ 39 h 43"/>
                    <a:gd name="GluePoint5X" fmla="*/ 0 w 16"/>
                    <a:gd name="GluePoint5Y" fmla="*/ 35 h 43"/>
                    <a:gd name="GluePoint6X" fmla="*/ 9 w 16"/>
                    <a:gd name="GluePoint6Y" fmla="*/ 0 h 4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34200" tIns="39960" rIns="34200" bIns="3996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790" name="组合 48"/>
              <p:cNvGrpSpPr/>
              <p:nvPr/>
            </p:nvGrpSpPr>
            <p:grpSpPr>
              <a:xfrm>
                <a:off x="914400" y="6468840"/>
                <a:ext cx="161640" cy="139320"/>
                <a:chOff x="914400" y="6468840"/>
                <a:chExt cx="161640" cy="139320"/>
              </a:xfrm>
            </p:grpSpPr>
            <p:sp>
              <p:nvSpPr>
                <p:cNvPr id="791" name="Freeform 18"/>
                <p:cNvSpPr/>
                <p:nvPr/>
              </p:nvSpPr>
              <p:spPr>
                <a:xfrm>
                  <a:off x="968760" y="6468840"/>
                  <a:ext cx="107280" cy="139320"/>
                </a:xfrm>
                <a:custGeom>
                  <a:avLst/>
                  <a:gdLst>
                    <a:gd name="textAreaLeft" fmla="*/ 0 w 107280"/>
                    <a:gd name="textAreaRight" fmla="*/ 107640 w 107280"/>
                    <a:gd name="textAreaTop" fmla="*/ 0 h 139320"/>
                    <a:gd name="textAreaBottom" fmla="*/ 139680 h 139320"/>
                    <a:gd name="GluePoint1X" fmla="*/ 49 w 57"/>
                    <a:gd name="GluePoint1Y" fmla="*/ 74 h 75"/>
                    <a:gd name="GluePoint2X" fmla="*/ 40 w 57"/>
                    <a:gd name="GluePoint2Y" fmla="*/ 67 h 75"/>
                    <a:gd name="GluePoint3X" fmla="*/ 33 w 57"/>
                    <a:gd name="GluePoint3Y" fmla="*/ 48 h 75"/>
                    <a:gd name="GluePoint4X" fmla="*/ 27 w 57"/>
                    <a:gd name="GluePoint4Y" fmla="*/ 46 h 75"/>
                    <a:gd name="GluePoint5X" fmla="*/ 11 w 57"/>
                    <a:gd name="GluePoint5Y" fmla="*/ 60 h 75"/>
                    <a:gd name="GluePoint6X" fmla="*/ 5 w 57"/>
                    <a:gd name="GluePoint6Y" fmla="*/ 60 h 75"/>
                    <a:gd name="GluePoint7X" fmla="*/ 6 w 57"/>
                    <a:gd name="GluePoint7Y" fmla="*/ 46 h 75"/>
                    <a:gd name="GluePoint8X" fmla="*/ 27 w 57"/>
                    <a:gd name="GluePoint8Y" fmla="*/ 26 h 75"/>
                    <a:gd name="GluePoint9X" fmla="*/ 40 w 57"/>
                    <a:gd name="GluePoint9Y" fmla="*/ 10 h 75"/>
                    <a:gd name="GluePoint10X" fmla="*/ 41 w 57"/>
                    <a:gd name="GluePoint10Y" fmla="*/ 6 h 75"/>
                    <a:gd name="GluePoint11X" fmla="*/ 45 w 57"/>
                    <a:gd name="GluePoint11Y" fmla="*/ 0 h 75"/>
                    <a:gd name="GluePoint12X" fmla="*/ 53 w 57"/>
                    <a:gd name="GluePoint12Y" fmla="*/ 3 h 75"/>
                    <a:gd name="GluePoint13X" fmla="*/ 53 w 57"/>
                    <a:gd name="GluePoint13Y" fmla="*/ 20 h 75"/>
                    <a:gd name="GluePoint14X" fmla="*/ 37 w 57"/>
                    <a:gd name="GluePoint14Y" fmla="*/ 38 h 75"/>
                    <a:gd name="GluePoint15X" fmla="*/ 49 w 57"/>
                    <a:gd name="GluePoint15Y" fmla="*/ 74 h 7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792" name="Freeform 19"/>
                <p:cNvSpPr/>
                <p:nvPr/>
              </p:nvSpPr>
              <p:spPr>
                <a:xfrm>
                  <a:off x="914400" y="6503760"/>
                  <a:ext cx="54000" cy="102960"/>
                </a:xfrm>
                <a:custGeom>
                  <a:avLst/>
                  <a:gdLst>
                    <a:gd name="textAreaLeft" fmla="*/ 0 w 54000"/>
                    <a:gd name="textAreaRight" fmla="*/ 54360 w 54000"/>
                    <a:gd name="textAreaTop" fmla="*/ 0 h 102960"/>
                    <a:gd name="textAreaBottom" fmla="*/ 103320 h 102960"/>
                    <a:gd name="GluePoint1X" fmla="*/ 12 w 29"/>
                    <a:gd name="GluePoint1Y" fmla="*/ 30 h 55"/>
                    <a:gd name="GluePoint2X" fmla="*/ 20 w 29"/>
                    <a:gd name="GluePoint2Y" fmla="*/ 7 h 55"/>
                    <a:gd name="GluePoint3X" fmla="*/ 25 w 29"/>
                    <a:gd name="GluePoint3Y" fmla="*/ 1 h 55"/>
                    <a:gd name="GluePoint4X" fmla="*/ 26 w 29"/>
                    <a:gd name="GluePoint4Y" fmla="*/ 9 h 55"/>
                    <a:gd name="GluePoint5X" fmla="*/ 16 w 29"/>
                    <a:gd name="GluePoint5Y" fmla="*/ 39 h 55"/>
                    <a:gd name="GluePoint6X" fmla="*/ 13 w 29"/>
                    <a:gd name="GluePoint6Y" fmla="*/ 52 h 55"/>
                    <a:gd name="GluePoint7X" fmla="*/ 7 w 29"/>
                    <a:gd name="GluePoint7Y" fmla="*/ 54 h 55"/>
                    <a:gd name="GluePoint8X" fmla="*/ 2 w 29"/>
                    <a:gd name="GluePoint8Y" fmla="*/ 41 h 55"/>
                    <a:gd name="GluePoint9X" fmla="*/ 3 w 29"/>
                    <a:gd name="GluePoint9Y" fmla="*/ 32 h 55"/>
                    <a:gd name="GluePoint10X" fmla="*/ 2 w 29"/>
                    <a:gd name="GluePoint10Y" fmla="*/ 6 h 55"/>
                    <a:gd name="GluePoint11X" fmla="*/ 6 w 29"/>
                    <a:gd name="GluePoint11Y" fmla="*/ 5 h 55"/>
                    <a:gd name="GluePoint12X" fmla="*/ 10 w 29"/>
                    <a:gd name="GluePoint12Y" fmla="*/ 14 h 55"/>
                    <a:gd name="GluePoint13X" fmla="*/ 11 w 29"/>
                    <a:gd name="GluePoint13Y" fmla="*/ 30 h 55"/>
                    <a:gd name="GluePoint14X" fmla="*/ 12 w 29"/>
                    <a:gd name="GluePoint14Y" fmla="*/ 30 h 5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61920" rIns="6192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793" name="Freeform 20"/>
                <p:cNvSpPr/>
                <p:nvPr/>
              </p:nvSpPr>
              <p:spPr>
                <a:xfrm>
                  <a:off x="946440" y="6470280"/>
                  <a:ext cx="50040" cy="31680"/>
                </a:xfrm>
                <a:custGeom>
                  <a:avLst/>
                  <a:gdLst>
                    <a:gd name="textAreaLeft" fmla="*/ 0 w 50040"/>
                    <a:gd name="textAreaRight" fmla="*/ 50400 w 50040"/>
                    <a:gd name="textAreaTop" fmla="*/ 0 h 31680"/>
                    <a:gd name="textAreaBottom" fmla="*/ 32040 h 31680"/>
                    <a:gd name="GluePoint1X" fmla="*/ 27 w 27"/>
                    <a:gd name="GluePoint1Y" fmla="*/ 1 h 17"/>
                    <a:gd name="GluePoint2X" fmla="*/ 16 w 27"/>
                    <a:gd name="GluePoint2Y" fmla="*/ 14 h 17"/>
                    <a:gd name="GluePoint3X" fmla="*/ 5 w 27"/>
                    <a:gd name="GluePoint3Y" fmla="*/ 13 h 17"/>
                    <a:gd name="GluePoint4X" fmla="*/ 0 w 27"/>
                    <a:gd name="GluePoint4Y" fmla="*/ 4 h 17"/>
                    <a:gd name="GluePoint5X" fmla="*/ 9 w 27"/>
                    <a:gd name="GluePoint5Y" fmla="*/ 2 h 17"/>
                    <a:gd name="GluePoint6X" fmla="*/ 27 w 27"/>
                    <a:gd name="GluePoint6Y" fmla="*/ 0 h 17"/>
                    <a:gd name="GluePoint7X" fmla="*/ 27 w 27"/>
                    <a:gd name="GluePoint7Y" fmla="*/ 1 h 1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</a:cxnLst>
                  <a:rect l="textAreaLeft" t="textAreaTop" r="textAreaRight" b="textAreaBottom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7240" tIns="15840" rIns="57240" bIns="158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794" name="组合 49"/>
              <p:cNvGrpSpPr/>
              <p:nvPr/>
            </p:nvGrpSpPr>
            <p:grpSpPr>
              <a:xfrm>
                <a:off x="1501920" y="6443640"/>
                <a:ext cx="185400" cy="184680"/>
                <a:chOff x="1501920" y="6443640"/>
                <a:chExt cx="185400" cy="184680"/>
              </a:xfrm>
            </p:grpSpPr>
            <p:sp>
              <p:nvSpPr>
                <p:cNvPr id="795" name="Freeform 11"/>
                <p:cNvSpPr/>
                <p:nvPr/>
              </p:nvSpPr>
              <p:spPr>
                <a:xfrm>
                  <a:off x="1557720" y="6443640"/>
                  <a:ext cx="129600" cy="181440"/>
                </a:xfrm>
                <a:custGeom>
                  <a:avLst/>
                  <a:gdLst>
                    <a:gd name="textAreaLeft" fmla="*/ 0 w 129600"/>
                    <a:gd name="textAreaRight" fmla="*/ 129960 w 129600"/>
                    <a:gd name="textAreaTop" fmla="*/ 0 h 181440"/>
                    <a:gd name="textAreaBottom" fmla="*/ 181800 h 181440"/>
                    <a:gd name="GluePoint1X" fmla="*/ 29 w 72"/>
                    <a:gd name="GluePoint1Y" fmla="*/ 49 h 102"/>
                    <a:gd name="GluePoint2X" fmla="*/ 15 w 72"/>
                    <a:gd name="GluePoint2Y" fmla="*/ 43 h 102"/>
                    <a:gd name="GluePoint3X" fmla="*/ 10 w 72"/>
                    <a:gd name="GluePoint3Y" fmla="*/ 21 h 102"/>
                    <a:gd name="GluePoint4X" fmla="*/ 13 w 72"/>
                    <a:gd name="GluePoint4Y" fmla="*/ 15 h 102"/>
                    <a:gd name="GluePoint5X" fmla="*/ 19 w 72"/>
                    <a:gd name="GluePoint5Y" fmla="*/ 18 h 102"/>
                    <a:gd name="GluePoint6X" fmla="*/ 20 w 72"/>
                    <a:gd name="GluePoint6Y" fmla="*/ 26 h 102"/>
                    <a:gd name="GluePoint7X" fmla="*/ 35 w 72"/>
                    <a:gd name="GluePoint7Y" fmla="*/ 22 h 102"/>
                    <a:gd name="GluePoint8X" fmla="*/ 40 w 72"/>
                    <a:gd name="GluePoint8Y" fmla="*/ 16 h 102"/>
                    <a:gd name="GluePoint9X" fmla="*/ 43 w 72"/>
                    <a:gd name="GluePoint9Y" fmla="*/ 14 h 102"/>
                    <a:gd name="GluePoint10X" fmla="*/ 44 w 72"/>
                    <a:gd name="GluePoint10Y" fmla="*/ 19 h 102"/>
                    <a:gd name="GluePoint11X" fmla="*/ 43 w 72"/>
                    <a:gd name="GluePoint11Y" fmla="*/ 28 h 102"/>
                    <a:gd name="GluePoint12X" fmla="*/ 36 w 72"/>
                    <a:gd name="GluePoint12Y" fmla="*/ 40 h 102"/>
                    <a:gd name="GluePoint13X" fmla="*/ 37 w 72"/>
                    <a:gd name="GluePoint13Y" fmla="*/ 42 h 102"/>
                    <a:gd name="GluePoint14X" fmla="*/ 44 w 72"/>
                    <a:gd name="GluePoint14Y" fmla="*/ 38 h 102"/>
                    <a:gd name="GluePoint15X" fmla="*/ 56 w 72"/>
                    <a:gd name="GluePoint15Y" fmla="*/ 20 h 102"/>
                    <a:gd name="GluePoint16X" fmla="*/ 49 w 72"/>
                    <a:gd name="GluePoint16Y" fmla="*/ 9 h 102"/>
                    <a:gd name="GluePoint17X" fmla="*/ 28 w 72"/>
                    <a:gd name="GluePoint17Y" fmla="*/ 14 h 102"/>
                    <a:gd name="GluePoint18X" fmla="*/ 20 w 72"/>
                    <a:gd name="GluePoint18Y" fmla="*/ 13 h 102"/>
                    <a:gd name="GluePoint19X" fmla="*/ 22 w 72"/>
                    <a:gd name="GluePoint19Y" fmla="*/ 6 h 102"/>
                    <a:gd name="GluePoint20X" fmla="*/ 50 w 72"/>
                    <a:gd name="GluePoint20Y" fmla="*/ 1 h 102"/>
                    <a:gd name="GluePoint21X" fmla="*/ 68 w 72"/>
                    <a:gd name="GluePoint21Y" fmla="*/ 12 h 102"/>
                    <a:gd name="GluePoint22X" fmla="*/ 67 w 72"/>
                    <a:gd name="GluePoint22Y" fmla="*/ 24 h 102"/>
                    <a:gd name="GluePoint23X" fmla="*/ 49 w 72"/>
                    <a:gd name="GluePoint23Y" fmla="*/ 48 h 102"/>
                    <a:gd name="GluePoint24X" fmla="*/ 42 w 72"/>
                    <a:gd name="GluePoint24Y" fmla="*/ 49 h 102"/>
                    <a:gd name="GluePoint25X" fmla="*/ 37 w 72"/>
                    <a:gd name="GluePoint25Y" fmla="*/ 47 h 102"/>
                    <a:gd name="GluePoint26X" fmla="*/ 35 w 72"/>
                    <a:gd name="GluePoint26Y" fmla="*/ 52 h 102"/>
                    <a:gd name="GluePoint27X" fmla="*/ 41 w 72"/>
                    <a:gd name="GluePoint27Y" fmla="*/ 58 h 102"/>
                    <a:gd name="GluePoint28X" fmla="*/ 48 w 72"/>
                    <a:gd name="GluePoint28Y" fmla="*/ 57 h 102"/>
                    <a:gd name="GluePoint29X" fmla="*/ 53 w 72"/>
                    <a:gd name="GluePoint29Y" fmla="*/ 59 h 102"/>
                    <a:gd name="GluePoint30X" fmla="*/ 53 w 72"/>
                    <a:gd name="GluePoint30Y" fmla="*/ 66 h 102"/>
                    <a:gd name="GluePoint31X" fmla="*/ 48 w 72"/>
                    <a:gd name="GluePoint31Y" fmla="*/ 70 h 102"/>
                    <a:gd name="GluePoint32X" fmla="*/ 37 w 72"/>
                    <a:gd name="GluePoint32Y" fmla="*/ 81 h 102"/>
                    <a:gd name="GluePoint33X" fmla="*/ 45 w 72"/>
                    <a:gd name="GluePoint33Y" fmla="*/ 81 h 102"/>
                    <a:gd name="GluePoint34X" fmla="*/ 57 w 72"/>
                    <a:gd name="GluePoint34Y" fmla="*/ 89 h 102"/>
                    <a:gd name="GluePoint35X" fmla="*/ 51 w 72"/>
                    <a:gd name="GluePoint35Y" fmla="*/ 98 h 102"/>
                    <a:gd name="GluePoint36X" fmla="*/ 26 w 72"/>
                    <a:gd name="GluePoint36Y" fmla="*/ 101 h 102"/>
                    <a:gd name="GluePoint37X" fmla="*/ 17 w 72"/>
                    <a:gd name="GluePoint37Y" fmla="*/ 96 h 102"/>
                    <a:gd name="GluePoint38X" fmla="*/ 15 w 72"/>
                    <a:gd name="GluePoint38Y" fmla="*/ 94 h 102"/>
                    <a:gd name="GluePoint39X" fmla="*/ 19 w 72"/>
                    <a:gd name="GluePoint39Y" fmla="*/ 77 h 102"/>
                    <a:gd name="GluePoint40X" fmla="*/ 27 w 72"/>
                    <a:gd name="GluePoint40Y" fmla="*/ 70 h 102"/>
                    <a:gd name="GluePoint41X" fmla="*/ 27 w 72"/>
                    <a:gd name="GluePoint41Y" fmla="*/ 69 h 102"/>
                    <a:gd name="GluePoint42X" fmla="*/ 21 w 72"/>
                    <a:gd name="GluePoint42Y" fmla="*/ 71 h 102"/>
                    <a:gd name="GluePoint43X" fmla="*/ 9 w 72"/>
                    <a:gd name="GluePoint43Y" fmla="*/ 76 h 102"/>
                    <a:gd name="GluePoint44X" fmla="*/ 3 w 72"/>
                    <a:gd name="GluePoint44Y" fmla="*/ 75 h 102"/>
                    <a:gd name="GluePoint45X" fmla="*/ 4 w 72"/>
                    <a:gd name="GluePoint45Y" fmla="*/ 69 h 102"/>
                    <a:gd name="GluePoint46X" fmla="*/ 26 w 72"/>
                    <a:gd name="GluePoint46Y" fmla="*/ 60 h 102"/>
                    <a:gd name="GluePoint47X" fmla="*/ 28 w 72"/>
                    <a:gd name="GluePoint47Y" fmla="*/ 57 h 102"/>
                    <a:gd name="GluePoint48X" fmla="*/ 29 w 72"/>
                    <a:gd name="GluePoint48Y" fmla="*/ 49 h 102"/>
                    <a:gd name="GluePoint49X" fmla="*/ 34 w 72"/>
                    <a:gd name="GluePoint49Y" fmla="*/ 29 h 102"/>
                    <a:gd name="GluePoint50X" fmla="*/ 33 w 72"/>
                    <a:gd name="GluePoint50Y" fmla="*/ 28 h 102"/>
                    <a:gd name="GluePoint51X" fmla="*/ 26 w 72"/>
                    <a:gd name="GluePoint51Y" fmla="*/ 32 h 102"/>
                    <a:gd name="GluePoint52X" fmla="*/ 23 w 72"/>
                    <a:gd name="GluePoint52Y" fmla="*/ 36 h 102"/>
                    <a:gd name="GluePoint53X" fmla="*/ 26 w 72"/>
                    <a:gd name="GluePoint53Y" fmla="*/ 42 h 102"/>
                    <a:gd name="GluePoint54X" fmla="*/ 31 w 72"/>
                    <a:gd name="GluePoint54Y" fmla="*/ 40 h 102"/>
                    <a:gd name="GluePoint55X" fmla="*/ 34 w 72"/>
                    <a:gd name="GluePoint55Y" fmla="*/ 29 h 10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  <a:cxn ang="0">
                      <a:pos x="GluePoint50X" y="GluePoint50Y"/>
                    </a:cxn>
                    <a:cxn ang="0">
                      <a:pos x="GluePoint51X" y="GluePoint51Y"/>
                    </a:cxn>
                    <a:cxn ang="0">
                      <a:pos x="GluePoint52X" y="GluePoint52Y"/>
                    </a:cxn>
                    <a:cxn ang="0">
                      <a:pos x="GluePoint53X" y="GluePoint53Y"/>
                    </a:cxn>
                    <a:cxn ang="0">
                      <a:pos x="GluePoint54X" y="GluePoint54Y"/>
                    </a:cxn>
                    <a:cxn ang="0">
                      <a:pos x="GluePoint55X" y="GluePoint55Y"/>
                    </a:cxn>
                  </a:cxnLst>
                  <a:rect l="textAreaLeft" t="textAreaTop" r="textAreaRight" b="textAreaBottom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796" name="Freeform 12"/>
                <p:cNvSpPr/>
                <p:nvPr/>
              </p:nvSpPr>
              <p:spPr>
                <a:xfrm>
                  <a:off x="1501920" y="6453360"/>
                  <a:ext cx="69480" cy="174960"/>
                </a:xfrm>
                <a:custGeom>
                  <a:avLst/>
                  <a:gdLst>
                    <a:gd name="textAreaLeft" fmla="*/ 0 w 69480"/>
                    <a:gd name="textAreaRight" fmla="*/ 69840 w 69480"/>
                    <a:gd name="textAreaTop" fmla="*/ 0 h 174960"/>
                    <a:gd name="textAreaBottom" fmla="*/ 175320 h 174960"/>
                    <a:gd name="GluePoint1X" fmla="*/ 30 w 39"/>
                    <a:gd name="GluePoint1Y" fmla="*/ 44 h 98"/>
                    <a:gd name="GluePoint2X" fmla="*/ 36 w 39"/>
                    <a:gd name="GluePoint2Y" fmla="*/ 34 h 98"/>
                    <a:gd name="GluePoint3X" fmla="*/ 37 w 39"/>
                    <a:gd name="GluePoint3Y" fmla="*/ 51 h 98"/>
                    <a:gd name="GluePoint4X" fmla="*/ 25 w 39"/>
                    <a:gd name="GluePoint4Y" fmla="*/ 82 h 98"/>
                    <a:gd name="GluePoint5X" fmla="*/ 21 w 39"/>
                    <a:gd name="GluePoint5Y" fmla="*/ 98 h 98"/>
                    <a:gd name="GluePoint6X" fmla="*/ 13 w 39"/>
                    <a:gd name="GluePoint6Y" fmla="*/ 96 h 98"/>
                    <a:gd name="GluePoint7X" fmla="*/ 5 w 39"/>
                    <a:gd name="GluePoint7Y" fmla="*/ 83 h 98"/>
                    <a:gd name="GluePoint8X" fmla="*/ 11 w 39"/>
                    <a:gd name="GluePoint8Y" fmla="*/ 62 h 98"/>
                    <a:gd name="GluePoint9X" fmla="*/ 9 w 39"/>
                    <a:gd name="GluePoint9Y" fmla="*/ 43 h 98"/>
                    <a:gd name="GluePoint10X" fmla="*/ 12 w 39"/>
                    <a:gd name="GluePoint10Y" fmla="*/ 38 h 98"/>
                    <a:gd name="GluePoint11X" fmla="*/ 18 w 39"/>
                    <a:gd name="GluePoint11Y" fmla="*/ 33 h 98"/>
                    <a:gd name="GluePoint12X" fmla="*/ 23 w 39"/>
                    <a:gd name="GluePoint12Y" fmla="*/ 12 h 98"/>
                    <a:gd name="GluePoint13X" fmla="*/ 11 w 39"/>
                    <a:gd name="GluePoint13Y" fmla="*/ 16 h 98"/>
                    <a:gd name="GluePoint14X" fmla="*/ 2 w 39"/>
                    <a:gd name="GluePoint14Y" fmla="*/ 16 h 98"/>
                    <a:gd name="GluePoint15X" fmla="*/ 0 w 39"/>
                    <a:gd name="GluePoint15Y" fmla="*/ 12 h 98"/>
                    <a:gd name="GluePoint16X" fmla="*/ 3 w 39"/>
                    <a:gd name="GluePoint16Y" fmla="*/ 10 h 98"/>
                    <a:gd name="GluePoint17X" fmla="*/ 16 w 39"/>
                    <a:gd name="GluePoint17Y" fmla="*/ 7 h 98"/>
                    <a:gd name="GluePoint18X" fmla="*/ 26 w 39"/>
                    <a:gd name="GluePoint18Y" fmla="*/ 2 h 98"/>
                    <a:gd name="GluePoint19X" fmla="*/ 32 w 39"/>
                    <a:gd name="GluePoint19Y" fmla="*/ 1 h 98"/>
                    <a:gd name="GluePoint20X" fmla="*/ 35 w 39"/>
                    <a:gd name="GluePoint20Y" fmla="*/ 9 h 98"/>
                    <a:gd name="GluePoint21X" fmla="*/ 34 w 39"/>
                    <a:gd name="GluePoint21Y" fmla="*/ 11 h 98"/>
                    <a:gd name="GluePoint22X" fmla="*/ 27 w 39"/>
                    <a:gd name="GluePoint22Y" fmla="*/ 38 h 98"/>
                    <a:gd name="GluePoint23X" fmla="*/ 28 w 39"/>
                    <a:gd name="GluePoint23Y" fmla="*/ 44 h 98"/>
                    <a:gd name="GluePoint24X" fmla="*/ 30 w 39"/>
                    <a:gd name="GluePoint24Y" fmla="*/ 44 h 9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</a:cxnLst>
                  <a:rect l="textAreaLeft" t="textAreaTop" r="textAreaRight" b="textAreaBottom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1840" rIns="518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</p:grpSp>
      <p:sp>
        <p:nvSpPr>
          <p:cNvPr id="797" name="PlaceHolder 1"/>
          <p:cNvSpPr>
            <a:spLocks noGrp="1"/>
          </p:cNvSpPr>
          <p:nvPr>
            <p:ph type="title"/>
          </p:nvPr>
        </p:nvSpPr>
        <p:spPr>
          <a:xfrm>
            <a:off x="1767600" y="3019680"/>
            <a:ext cx="8643600" cy="69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spAutoFit/>
          </a:bodyPr>
          <a:lstStyle>
            <a:lvl1pPr indent="0" algn="ctr">
              <a:lnSpc>
                <a:spcPct val="90000"/>
              </a:lnSpc>
              <a:buNone/>
              <a:defRPr lang="zh-CN" sz="4400" b="1" u="none" strike="noStrike">
                <a:solidFill>
                  <a:srgbClr val="006C39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ctr">
              <a:lnSpc>
                <a:spcPct val="90000"/>
              </a:lnSpc>
              <a:buNone/>
            </a:pPr>
            <a:r>
              <a:rPr lang="zh-CN" sz="4400" b="1" u="none" strike="noStrike">
                <a:solidFill>
                  <a:srgbClr val="006C39"/>
                </a:solidFill>
                <a:effectLst/>
                <a:uFillTx/>
                <a:latin typeface="微软雅黑"/>
                <a:ea typeface="微软雅黑"/>
              </a:rPr>
              <a:t>单击此处编辑母版标题样式</a:t>
            </a:r>
            <a:endParaRPr lang="en-US" sz="4400" b="1" u="none" strike="noStrike">
              <a:solidFill>
                <a:srgbClr val="006C39"/>
              </a:solidFill>
              <a:effectLst/>
              <a:uFillTx/>
              <a:latin typeface="微软雅黑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页样式6-一段一图-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文本框 6"/>
          <p:cNvSpPr/>
          <p:nvPr/>
        </p:nvSpPr>
        <p:spPr>
          <a:xfrm>
            <a:off x="11233080" y="6353280"/>
            <a:ext cx="55044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>
              <a:lnSpc>
                <a:spcPct val="100000"/>
              </a:lnSpc>
            </a:pPr>
            <a:fld id="{C3B81678-F670-4D68-A4AE-80CF9202B0E7}" type="slidenum">
              <a:rPr lang="en-US" sz="1600" b="0" u="none" strike="noStrike">
                <a:solidFill>
                  <a:schemeClr val="accent3"/>
                </a:solidFill>
                <a:effectLst/>
                <a:uFillTx/>
                <a:latin typeface="微软雅黑"/>
                <a:ea typeface="微软雅黑"/>
              </a:rPr>
              <a:t>1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矩形 34"/>
          <p:cNvSpPr/>
          <p:nvPr/>
        </p:nvSpPr>
        <p:spPr>
          <a:xfrm>
            <a:off x="9402120" y="-82800"/>
            <a:ext cx="2346480" cy="9068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t" blurRad="139680" dir="5400000" dist="38160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800" name="矩形 35"/>
          <p:cNvSpPr/>
          <p:nvPr/>
        </p:nvSpPr>
        <p:spPr>
          <a:xfrm>
            <a:off x="9402120" y="0"/>
            <a:ext cx="2346480" cy="825840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pic>
        <p:nvPicPr>
          <p:cNvPr id="801" name="图片 38"/>
          <p:cNvPicPr/>
          <p:nvPr/>
        </p:nvPicPr>
        <p:blipFill>
          <a:blip r:embed="rId2"/>
          <a:stretch/>
        </p:blipFill>
        <p:spPr>
          <a:xfrm>
            <a:off x="9590040" y="252000"/>
            <a:ext cx="1968840" cy="432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页样式7-常规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平行四边形 1"/>
          <p:cNvSpPr/>
          <p:nvPr/>
        </p:nvSpPr>
        <p:spPr>
          <a:xfrm>
            <a:off x="658800" y="482400"/>
            <a:ext cx="747720" cy="483840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803" name="矩形 46"/>
          <p:cNvSpPr/>
          <p:nvPr/>
        </p:nvSpPr>
        <p:spPr>
          <a:xfrm>
            <a:off x="442800" y="-82800"/>
            <a:ext cx="11305800" cy="8456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t" blurRad="139680" dir="5400000" dist="38160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804" name="矩形 40"/>
          <p:cNvSpPr/>
          <p:nvPr/>
        </p:nvSpPr>
        <p:spPr>
          <a:xfrm>
            <a:off x="442800" y="0"/>
            <a:ext cx="11305800" cy="762120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805" name="PlaceHolder 1"/>
          <p:cNvSpPr>
            <a:spLocks noGrp="1"/>
          </p:cNvSpPr>
          <p:nvPr>
            <p:ph type="title"/>
          </p:nvPr>
        </p:nvSpPr>
        <p:spPr>
          <a:xfrm>
            <a:off x="1173600" y="187200"/>
            <a:ext cx="804780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spAutoFit/>
          </a:bodyPr>
          <a:lstStyle>
            <a:lvl1pPr indent="0" algn="l">
              <a:lnSpc>
                <a:spcPct val="90000"/>
              </a:lnSpc>
              <a:buNone/>
              <a:defRPr lang="zh-CN" sz="2800" b="1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zh-CN" sz="2800" b="1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单击此处编辑母版标题样式</a:t>
            </a:r>
            <a:endParaRPr lang="en-US" sz="2800" b="1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  <p:sp>
        <p:nvSpPr>
          <p:cNvPr id="806" name="文本框 6"/>
          <p:cNvSpPr/>
          <p:nvPr/>
        </p:nvSpPr>
        <p:spPr>
          <a:xfrm>
            <a:off x="11233080" y="6353280"/>
            <a:ext cx="55044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>
              <a:lnSpc>
                <a:spcPct val="100000"/>
              </a:lnSpc>
            </a:pPr>
            <a:fld id="{984193E0-F417-469D-9F83-C029B6A0A8FA}" type="slidenum">
              <a:rPr lang="en-US" sz="1600" b="0" u="none" strike="noStrike">
                <a:solidFill>
                  <a:schemeClr val="accent3"/>
                </a:solidFill>
                <a:effectLst/>
                <a:uFillTx/>
                <a:latin typeface="微软雅黑"/>
                <a:ea typeface="微软雅黑"/>
              </a:rPr>
              <a:t>1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07" name="直接连接符 37"/>
          <p:cNvCxnSpPr/>
          <p:nvPr/>
        </p:nvCxnSpPr>
        <p:spPr>
          <a:xfrm>
            <a:off x="442800" y="6264000"/>
            <a:ext cx="11306520" cy="36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</a:ln>
        </p:spPr>
      </p:cxnSp>
      <p:pic>
        <p:nvPicPr>
          <p:cNvPr id="808" name="图片 41"/>
          <p:cNvPicPr/>
          <p:nvPr/>
        </p:nvPicPr>
        <p:blipFill>
          <a:blip r:embed="rId2"/>
          <a:stretch/>
        </p:blipFill>
        <p:spPr>
          <a:xfrm>
            <a:off x="9590040" y="188640"/>
            <a:ext cx="1968840" cy="43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9" name="矩形 42"/>
          <p:cNvSpPr/>
          <p:nvPr/>
        </p:nvSpPr>
        <p:spPr>
          <a:xfrm>
            <a:off x="648360" y="0"/>
            <a:ext cx="413280" cy="965880"/>
          </a:xfrm>
          <a:prstGeom prst="rect">
            <a:avLst/>
          </a:prstGeom>
          <a:solidFill>
            <a:srgbClr val="006C39"/>
          </a:solidFill>
          <a:ln>
            <a:noFill/>
          </a:ln>
          <a:effectLst>
            <a:outerShdw algn="t" blurRad="127080" dir="5400000" dist="25560" rotWithShape="0" sx="102000" sy="10200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grpSp>
        <p:nvGrpSpPr>
          <p:cNvPr id="810" name="组合 33"/>
          <p:cNvGrpSpPr/>
          <p:nvPr/>
        </p:nvGrpSpPr>
        <p:grpSpPr>
          <a:xfrm>
            <a:off x="587160" y="6381720"/>
            <a:ext cx="2479320" cy="304560"/>
            <a:chOff x="587160" y="6381720"/>
            <a:chExt cx="2479320" cy="304560"/>
          </a:xfrm>
        </p:grpSpPr>
        <p:grpSp>
          <p:nvGrpSpPr>
            <p:cNvPr id="811" name="组合 34"/>
            <p:cNvGrpSpPr/>
            <p:nvPr/>
          </p:nvGrpSpPr>
          <p:grpSpPr>
            <a:xfrm>
              <a:off x="2014200" y="6385320"/>
              <a:ext cx="1052280" cy="298080"/>
              <a:chOff x="2014200" y="6385320"/>
              <a:chExt cx="1052280" cy="298080"/>
            </a:xfrm>
          </p:grpSpPr>
          <p:sp>
            <p:nvSpPr>
              <p:cNvPr id="812" name="Freeform 5"/>
              <p:cNvSpPr/>
              <p:nvPr/>
            </p:nvSpPr>
            <p:spPr>
              <a:xfrm>
                <a:off x="2595600" y="6404040"/>
                <a:ext cx="234720" cy="264960"/>
              </a:xfrm>
              <a:custGeom>
                <a:avLst/>
                <a:gdLst>
                  <a:gd name="textAreaLeft" fmla="*/ 0 w 234720"/>
                  <a:gd name="textAreaRight" fmla="*/ 235080 w 234720"/>
                  <a:gd name="textAreaTop" fmla="*/ 0 h 264960"/>
                  <a:gd name="textAreaBottom" fmla="*/ 265320 h 264960"/>
                  <a:gd name="GluePoint1X" fmla="*/ 41 w 125"/>
                  <a:gd name="GluePoint1Y" fmla="*/ 16 h 142"/>
                  <a:gd name="GluePoint2X" fmla="*/ 49 w 125"/>
                  <a:gd name="GluePoint2Y" fmla="*/ 3 h 142"/>
                  <a:gd name="GluePoint3X" fmla="*/ 62 w 125"/>
                  <a:gd name="GluePoint3Y" fmla="*/ 20 h 142"/>
                  <a:gd name="GluePoint4X" fmla="*/ 64 w 125"/>
                  <a:gd name="GluePoint4Y" fmla="*/ 33 h 142"/>
                  <a:gd name="GluePoint5X" fmla="*/ 50 w 125"/>
                  <a:gd name="GluePoint5Y" fmla="*/ 34 h 142"/>
                  <a:gd name="GluePoint6X" fmla="*/ 58 w 125"/>
                  <a:gd name="GluePoint6Y" fmla="*/ 58 h 142"/>
                  <a:gd name="GluePoint7X" fmla="*/ 75 w 125"/>
                  <a:gd name="GluePoint7Y" fmla="*/ 59 h 142"/>
                  <a:gd name="GluePoint8X" fmla="*/ 71 w 125"/>
                  <a:gd name="GluePoint8Y" fmla="*/ 50 h 142"/>
                  <a:gd name="GluePoint9X" fmla="*/ 81 w 125"/>
                  <a:gd name="GluePoint9Y" fmla="*/ 47 h 142"/>
                  <a:gd name="GluePoint10X" fmla="*/ 65 w 125"/>
                  <a:gd name="GluePoint10Y" fmla="*/ 42 h 142"/>
                  <a:gd name="GluePoint11X" fmla="*/ 63 w 125"/>
                  <a:gd name="GluePoint11Y" fmla="*/ 37 h 142"/>
                  <a:gd name="GluePoint12X" fmla="*/ 85 w 125"/>
                  <a:gd name="GluePoint12Y" fmla="*/ 27 h 142"/>
                  <a:gd name="GluePoint13X" fmla="*/ 93 w 125"/>
                  <a:gd name="GluePoint13Y" fmla="*/ 2 h 142"/>
                  <a:gd name="GluePoint14X" fmla="*/ 99 w 125"/>
                  <a:gd name="GluePoint14Y" fmla="*/ 5 h 142"/>
                  <a:gd name="GluePoint15X" fmla="*/ 111 w 125"/>
                  <a:gd name="GluePoint15Y" fmla="*/ 30 h 142"/>
                  <a:gd name="GluePoint16X" fmla="*/ 102 w 125"/>
                  <a:gd name="GluePoint16Y" fmla="*/ 34 h 142"/>
                  <a:gd name="GluePoint17X" fmla="*/ 95 w 125"/>
                  <a:gd name="GluePoint17Y" fmla="*/ 59 h 142"/>
                  <a:gd name="GluePoint18X" fmla="*/ 123 w 125"/>
                  <a:gd name="GluePoint18Y" fmla="*/ 61 h 142"/>
                  <a:gd name="GluePoint19X" fmla="*/ 110 w 125"/>
                  <a:gd name="GluePoint19Y" fmla="*/ 71 h 142"/>
                  <a:gd name="GluePoint20X" fmla="*/ 104 w 125"/>
                  <a:gd name="GluePoint20Y" fmla="*/ 82 h 142"/>
                  <a:gd name="GluePoint21X" fmla="*/ 112 w 125"/>
                  <a:gd name="GluePoint21Y" fmla="*/ 134 h 142"/>
                  <a:gd name="GluePoint22X" fmla="*/ 102 w 125"/>
                  <a:gd name="GluePoint22Y" fmla="*/ 140 h 142"/>
                  <a:gd name="GluePoint23X" fmla="*/ 89 w 125"/>
                  <a:gd name="GluePoint23Y" fmla="*/ 123 h 142"/>
                  <a:gd name="GluePoint24X" fmla="*/ 101 w 125"/>
                  <a:gd name="GluePoint24Y" fmla="*/ 128 h 142"/>
                  <a:gd name="GluePoint25X" fmla="*/ 101 w 125"/>
                  <a:gd name="GluePoint25Y" fmla="*/ 92 h 142"/>
                  <a:gd name="GluePoint26X" fmla="*/ 97 w 125"/>
                  <a:gd name="GluePoint26Y" fmla="*/ 99 h 142"/>
                  <a:gd name="GluePoint27X" fmla="*/ 90 w 125"/>
                  <a:gd name="GluePoint27Y" fmla="*/ 103 h 142"/>
                  <a:gd name="GluePoint28X" fmla="*/ 86 w 125"/>
                  <a:gd name="GluePoint28Y" fmla="*/ 110 h 142"/>
                  <a:gd name="GluePoint29X" fmla="*/ 81 w 125"/>
                  <a:gd name="GluePoint29Y" fmla="*/ 120 h 142"/>
                  <a:gd name="GluePoint30X" fmla="*/ 88 w 125"/>
                  <a:gd name="GluePoint30Y" fmla="*/ 71 h 142"/>
                  <a:gd name="GluePoint31X" fmla="*/ 60 w 125"/>
                  <a:gd name="GluePoint31Y" fmla="*/ 87 h 142"/>
                  <a:gd name="GluePoint32X" fmla="*/ 53 w 125"/>
                  <a:gd name="GluePoint32Y" fmla="*/ 89 h 142"/>
                  <a:gd name="GluePoint33X" fmla="*/ 51 w 125"/>
                  <a:gd name="GluePoint33Y" fmla="*/ 128 h 142"/>
                  <a:gd name="GluePoint34X" fmla="*/ 43 w 125"/>
                  <a:gd name="GluePoint34Y" fmla="*/ 134 h 142"/>
                  <a:gd name="GluePoint35X" fmla="*/ 39 w 125"/>
                  <a:gd name="GluePoint35Y" fmla="*/ 107 h 142"/>
                  <a:gd name="GluePoint36X" fmla="*/ 33 w 125"/>
                  <a:gd name="GluePoint36Y" fmla="*/ 114 h 142"/>
                  <a:gd name="GluePoint37X" fmla="*/ 17 w 125"/>
                  <a:gd name="GluePoint37Y" fmla="*/ 108 h 142"/>
                  <a:gd name="GluePoint38X" fmla="*/ 5 w 125"/>
                  <a:gd name="GluePoint38Y" fmla="*/ 81 h 142"/>
                  <a:gd name="GluePoint39X" fmla="*/ 34 w 125"/>
                  <a:gd name="GluePoint39Y" fmla="*/ 56 h 142"/>
                  <a:gd name="GluePoint40X" fmla="*/ 38 w 125"/>
                  <a:gd name="GluePoint40Y" fmla="*/ 33 h 142"/>
                  <a:gd name="GluePoint41X" fmla="*/ 22 w 125"/>
                  <a:gd name="GluePoint41Y" fmla="*/ 55 h 142"/>
                  <a:gd name="GluePoint42X" fmla="*/ 14 w 125"/>
                  <a:gd name="GluePoint42Y" fmla="*/ 55 h 142"/>
                  <a:gd name="GluePoint43X" fmla="*/ 11 w 125"/>
                  <a:gd name="GluePoint43Y" fmla="*/ 36 h 142"/>
                  <a:gd name="GluePoint44X" fmla="*/ 32 w 125"/>
                  <a:gd name="GluePoint44Y" fmla="*/ 22 h 142"/>
                  <a:gd name="GluePoint45X" fmla="*/ 28 w 125"/>
                  <a:gd name="GluePoint45Y" fmla="*/ 33 h 1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</a:cxnLst>
                <a:rect l="textAreaLeft" t="textAreaTop" r="textAreaRight" b="textAreaBottom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entury Gothic"/>
                </a:endParaRPr>
              </a:p>
            </p:txBody>
          </p:sp>
          <p:sp>
            <p:nvSpPr>
              <p:cNvPr id="813" name="Freeform 6"/>
              <p:cNvSpPr/>
              <p:nvPr/>
            </p:nvSpPr>
            <p:spPr>
              <a:xfrm>
                <a:off x="2931480" y="6444720"/>
                <a:ext cx="135000" cy="2034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203400"/>
                  <a:gd name="textAreaBottom" fmla="*/ 203760 h 203400"/>
                  <a:gd name="GluePoint1X" fmla="*/ 33 w 72"/>
                  <a:gd name="GluePoint1Y" fmla="*/ 76 h 109"/>
                  <a:gd name="GluePoint2X" fmla="*/ 44 w 72"/>
                  <a:gd name="GluePoint2Y" fmla="*/ 73 h 109"/>
                  <a:gd name="GluePoint3X" fmla="*/ 59 w 72"/>
                  <a:gd name="GluePoint3Y" fmla="*/ 71 h 109"/>
                  <a:gd name="GluePoint4X" fmla="*/ 69 w 72"/>
                  <a:gd name="GluePoint4Y" fmla="*/ 92 h 109"/>
                  <a:gd name="GluePoint5X" fmla="*/ 66 w 72"/>
                  <a:gd name="GluePoint5Y" fmla="*/ 94 h 109"/>
                  <a:gd name="GluePoint6X" fmla="*/ 49 w 72"/>
                  <a:gd name="GluePoint6Y" fmla="*/ 96 h 109"/>
                  <a:gd name="GluePoint7X" fmla="*/ 28 w 72"/>
                  <a:gd name="GluePoint7Y" fmla="*/ 106 h 109"/>
                  <a:gd name="GluePoint8X" fmla="*/ 16 w 72"/>
                  <a:gd name="GluePoint8Y" fmla="*/ 106 h 109"/>
                  <a:gd name="GluePoint9X" fmla="*/ 1 w 72"/>
                  <a:gd name="GluePoint9Y" fmla="*/ 80 h 109"/>
                  <a:gd name="GluePoint10X" fmla="*/ 2 w 72"/>
                  <a:gd name="GluePoint10Y" fmla="*/ 74 h 109"/>
                  <a:gd name="GluePoint11X" fmla="*/ 23 w 72"/>
                  <a:gd name="GluePoint11Y" fmla="*/ 31 h 109"/>
                  <a:gd name="GluePoint12X" fmla="*/ 22 w 72"/>
                  <a:gd name="GluePoint12Y" fmla="*/ 26 h 109"/>
                  <a:gd name="GluePoint13X" fmla="*/ 12 w 72"/>
                  <a:gd name="GluePoint13Y" fmla="*/ 16 h 109"/>
                  <a:gd name="GluePoint14X" fmla="*/ 15 w 72"/>
                  <a:gd name="GluePoint14Y" fmla="*/ 10 h 109"/>
                  <a:gd name="GluePoint15X" fmla="*/ 32 w 72"/>
                  <a:gd name="GluePoint15Y" fmla="*/ 5 h 109"/>
                  <a:gd name="GluePoint16X" fmla="*/ 60 w 72"/>
                  <a:gd name="GluePoint16Y" fmla="*/ 18 h 109"/>
                  <a:gd name="GluePoint17X" fmla="*/ 59 w 72"/>
                  <a:gd name="GluePoint17Y" fmla="*/ 26 h 109"/>
                  <a:gd name="GluePoint18X" fmla="*/ 52 w 72"/>
                  <a:gd name="GluePoint18Y" fmla="*/ 36 h 109"/>
                  <a:gd name="GluePoint19X" fmla="*/ 34 w 72"/>
                  <a:gd name="GluePoint19Y" fmla="*/ 72 h 109"/>
                  <a:gd name="GluePoint20X" fmla="*/ 33 w 72"/>
                  <a:gd name="GluePoint20Y" fmla="*/ 76 h 10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</a:cxnLst>
                <a:rect l="textAreaLeft" t="textAreaTop" r="textAreaRight" b="textAreaBottom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entury Gothic"/>
                </a:endParaRPr>
              </a:p>
            </p:txBody>
          </p:sp>
          <p:grpSp>
            <p:nvGrpSpPr>
              <p:cNvPr id="814" name="组合 56"/>
              <p:cNvGrpSpPr/>
              <p:nvPr/>
            </p:nvGrpSpPr>
            <p:grpSpPr>
              <a:xfrm>
                <a:off x="2014200" y="6385320"/>
                <a:ext cx="240480" cy="298080"/>
                <a:chOff x="2014200" y="6385320"/>
                <a:chExt cx="240480" cy="298080"/>
              </a:xfrm>
            </p:grpSpPr>
            <p:sp>
              <p:nvSpPr>
                <p:cNvPr id="815" name="Freeform 7"/>
                <p:cNvSpPr/>
                <p:nvPr/>
              </p:nvSpPr>
              <p:spPr>
                <a:xfrm>
                  <a:off x="2014200" y="6385320"/>
                  <a:ext cx="240480" cy="195840"/>
                </a:xfrm>
                <a:custGeom>
                  <a:avLst/>
                  <a:gdLst>
                    <a:gd name="textAreaLeft" fmla="*/ 0 w 240480"/>
                    <a:gd name="textAreaRight" fmla="*/ 240840 w 240480"/>
                    <a:gd name="textAreaTop" fmla="*/ 0 h 195840"/>
                    <a:gd name="textAreaBottom" fmla="*/ 196200 h 195840"/>
                    <a:gd name="GluePoint1X" fmla="*/ 101 w 128"/>
                    <a:gd name="GluePoint1Y" fmla="*/ 58 h 105"/>
                    <a:gd name="GluePoint2X" fmla="*/ 74 w 128"/>
                    <a:gd name="GluePoint2Y" fmla="*/ 56 h 105"/>
                    <a:gd name="GluePoint3X" fmla="*/ 68 w 128"/>
                    <a:gd name="GluePoint3Y" fmla="*/ 57 h 105"/>
                    <a:gd name="GluePoint4X" fmla="*/ 51 w 128"/>
                    <a:gd name="GluePoint4Y" fmla="*/ 59 h 105"/>
                    <a:gd name="GluePoint5X" fmla="*/ 36 w 128"/>
                    <a:gd name="GluePoint5Y" fmla="*/ 65 h 105"/>
                    <a:gd name="GluePoint6X" fmla="*/ 28 w 128"/>
                    <a:gd name="GluePoint6Y" fmla="*/ 73 h 105"/>
                    <a:gd name="GluePoint7X" fmla="*/ 16 w 128"/>
                    <a:gd name="GluePoint7Y" fmla="*/ 102 h 105"/>
                    <a:gd name="GluePoint8X" fmla="*/ 13 w 128"/>
                    <a:gd name="GluePoint8Y" fmla="*/ 104 h 105"/>
                    <a:gd name="GluePoint9X" fmla="*/ 1 w 128"/>
                    <a:gd name="GluePoint9Y" fmla="*/ 98 h 105"/>
                    <a:gd name="GluePoint10X" fmla="*/ 0 w 128"/>
                    <a:gd name="GluePoint10Y" fmla="*/ 93 h 105"/>
                    <a:gd name="GluePoint11X" fmla="*/ 15 w 128"/>
                    <a:gd name="GluePoint11Y" fmla="*/ 60 h 105"/>
                    <a:gd name="GluePoint12X" fmla="*/ 16 w 128"/>
                    <a:gd name="GluePoint12Y" fmla="*/ 58 h 105"/>
                    <a:gd name="GluePoint13X" fmla="*/ 20 w 128"/>
                    <a:gd name="GluePoint13Y" fmla="*/ 52 h 105"/>
                    <a:gd name="GluePoint14X" fmla="*/ 32 w 128"/>
                    <a:gd name="GluePoint14Y" fmla="*/ 54 h 105"/>
                    <a:gd name="GluePoint15X" fmla="*/ 39 w 128"/>
                    <a:gd name="GluePoint15Y" fmla="*/ 55 h 105"/>
                    <a:gd name="GluePoint16X" fmla="*/ 72 w 128"/>
                    <a:gd name="GluePoint16Y" fmla="*/ 21 h 105"/>
                    <a:gd name="GluePoint17X" fmla="*/ 74 w 128"/>
                    <a:gd name="GluePoint17Y" fmla="*/ 16 h 105"/>
                    <a:gd name="GluePoint18X" fmla="*/ 74 w 128"/>
                    <a:gd name="GluePoint18Y" fmla="*/ 11 h 105"/>
                    <a:gd name="GluePoint19X" fmla="*/ 71 w 128"/>
                    <a:gd name="GluePoint19Y" fmla="*/ 11 h 105"/>
                    <a:gd name="GluePoint20X" fmla="*/ 68 w 128"/>
                    <a:gd name="GluePoint20Y" fmla="*/ 15 h 105"/>
                    <a:gd name="GluePoint21X" fmla="*/ 68 w 128"/>
                    <a:gd name="GluePoint21Y" fmla="*/ 21 h 105"/>
                    <a:gd name="GluePoint22X" fmla="*/ 59 w 128"/>
                    <a:gd name="GluePoint22Y" fmla="*/ 29 h 105"/>
                    <a:gd name="GluePoint23X" fmla="*/ 53 w 128"/>
                    <a:gd name="GluePoint23Y" fmla="*/ 27 h 105"/>
                    <a:gd name="GluePoint24X" fmla="*/ 47 w 128"/>
                    <a:gd name="GluePoint24Y" fmla="*/ 24 h 105"/>
                    <a:gd name="GluePoint25X" fmla="*/ 47 w 128"/>
                    <a:gd name="GluePoint25Y" fmla="*/ 32 h 105"/>
                    <a:gd name="GluePoint26X" fmla="*/ 47 w 128"/>
                    <a:gd name="GluePoint26Y" fmla="*/ 34 h 105"/>
                    <a:gd name="GluePoint27X" fmla="*/ 43 w 128"/>
                    <a:gd name="GluePoint27Y" fmla="*/ 45 h 105"/>
                    <a:gd name="GluePoint28X" fmla="*/ 31 w 128"/>
                    <a:gd name="GluePoint28Y" fmla="*/ 39 h 105"/>
                    <a:gd name="GluePoint29X" fmla="*/ 29 w 128"/>
                    <a:gd name="GluePoint29Y" fmla="*/ 23 h 105"/>
                    <a:gd name="GluePoint30X" fmla="*/ 33 w 128"/>
                    <a:gd name="GluePoint30Y" fmla="*/ 14 h 105"/>
                    <a:gd name="GluePoint31X" fmla="*/ 36 w 128"/>
                    <a:gd name="GluePoint31Y" fmla="*/ 9 h 105"/>
                    <a:gd name="GluePoint32X" fmla="*/ 42 w 128"/>
                    <a:gd name="GluePoint32Y" fmla="*/ 13 h 105"/>
                    <a:gd name="GluePoint33X" fmla="*/ 44 w 128"/>
                    <a:gd name="GluePoint33Y" fmla="*/ 16 h 105"/>
                    <a:gd name="GluePoint34X" fmla="*/ 57 w 128"/>
                    <a:gd name="GluePoint34Y" fmla="*/ 14 h 105"/>
                    <a:gd name="GluePoint35X" fmla="*/ 62 w 128"/>
                    <a:gd name="GluePoint35Y" fmla="*/ 11 h 105"/>
                    <a:gd name="GluePoint36X" fmla="*/ 84 w 128"/>
                    <a:gd name="GluePoint36Y" fmla="*/ 0 h 105"/>
                    <a:gd name="GluePoint37X" fmla="*/ 96 w 128"/>
                    <a:gd name="GluePoint37Y" fmla="*/ 7 h 105"/>
                    <a:gd name="GluePoint38X" fmla="*/ 96 w 128"/>
                    <a:gd name="GluePoint38Y" fmla="*/ 20 h 105"/>
                    <a:gd name="GluePoint39X" fmla="*/ 83 w 128"/>
                    <a:gd name="GluePoint39Y" fmla="*/ 43 h 105"/>
                    <a:gd name="GluePoint40X" fmla="*/ 94 w 128"/>
                    <a:gd name="GluePoint40Y" fmla="*/ 44 h 105"/>
                    <a:gd name="GluePoint41X" fmla="*/ 122 w 128"/>
                    <a:gd name="GluePoint41Y" fmla="*/ 59 h 105"/>
                    <a:gd name="GluePoint42X" fmla="*/ 120 w 128"/>
                    <a:gd name="GluePoint42Y" fmla="*/ 73 h 105"/>
                    <a:gd name="GluePoint43X" fmla="*/ 98 w 128"/>
                    <a:gd name="GluePoint43Y" fmla="*/ 73 h 105"/>
                    <a:gd name="GluePoint44X" fmla="*/ 97 w 128"/>
                    <a:gd name="GluePoint44Y" fmla="*/ 66 h 105"/>
                    <a:gd name="GluePoint45X" fmla="*/ 101 w 128"/>
                    <a:gd name="GluePoint45Y" fmla="*/ 58 h 10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</a:cxnLst>
                  <a:rect l="textAreaLeft" t="textAreaTop" r="textAreaRight" b="textAreaBottom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816" name="Freeform 8"/>
                <p:cNvSpPr/>
                <p:nvPr/>
              </p:nvSpPr>
              <p:spPr>
                <a:xfrm>
                  <a:off x="2065320" y="6504480"/>
                  <a:ext cx="149760" cy="178920"/>
                </a:xfrm>
                <a:custGeom>
                  <a:avLst/>
                  <a:gdLst>
                    <a:gd name="textAreaLeft" fmla="*/ 0 w 149760"/>
                    <a:gd name="textAreaRight" fmla="*/ 150120 w 149760"/>
                    <a:gd name="textAreaTop" fmla="*/ 0 h 178920"/>
                    <a:gd name="textAreaBottom" fmla="*/ 179280 h 178920"/>
                    <a:gd name="GluePoint1X" fmla="*/ 46 w 80"/>
                    <a:gd name="GluePoint1Y" fmla="*/ 29 h 96"/>
                    <a:gd name="GluePoint2X" fmla="*/ 65 w 80"/>
                    <a:gd name="GluePoint2Y" fmla="*/ 29 h 96"/>
                    <a:gd name="GluePoint3X" fmla="*/ 79 w 80"/>
                    <a:gd name="GluePoint3Y" fmla="*/ 41 h 96"/>
                    <a:gd name="GluePoint4X" fmla="*/ 74 w 80"/>
                    <a:gd name="GluePoint4Y" fmla="*/ 43 h 96"/>
                    <a:gd name="GluePoint5X" fmla="*/ 60 w 80"/>
                    <a:gd name="GluePoint5Y" fmla="*/ 43 h 96"/>
                    <a:gd name="GluePoint6X" fmla="*/ 52 w 80"/>
                    <a:gd name="GluePoint6Y" fmla="*/ 50 h 96"/>
                    <a:gd name="GluePoint7X" fmla="*/ 49 w 80"/>
                    <a:gd name="GluePoint7Y" fmla="*/ 87 h 96"/>
                    <a:gd name="GluePoint8X" fmla="*/ 37 w 80"/>
                    <a:gd name="GluePoint8Y" fmla="*/ 95 h 96"/>
                    <a:gd name="GluePoint9X" fmla="*/ 21 w 80"/>
                    <a:gd name="GluePoint9Y" fmla="*/ 68 h 96"/>
                    <a:gd name="GluePoint10X" fmla="*/ 22 w 80"/>
                    <a:gd name="GluePoint10Y" fmla="*/ 62 h 96"/>
                    <a:gd name="GluePoint11X" fmla="*/ 30 w 80"/>
                    <a:gd name="GluePoint11Y" fmla="*/ 72 h 96"/>
                    <a:gd name="GluePoint12X" fmla="*/ 40 w 80"/>
                    <a:gd name="GluePoint12Y" fmla="*/ 70 h 96"/>
                    <a:gd name="GluePoint13X" fmla="*/ 43 w 80"/>
                    <a:gd name="GluePoint13Y" fmla="*/ 46 h 96"/>
                    <a:gd name="GluePoint14X" fmla="*/ 24 w 80"/>
                    <a:gd name="GluePoint14Y" fmla="*/ 52 h 96"/>
                    <a:gd name="GluePoint15X" fmla="*/ 19 w 80"/>
                    <a:gd name="GluePoint15Y" fmla="*/ 54 h 96"/>
                    <a:gd name="GluePoint16X" fmla="*/ 6 w 80"/>
                    <a:gd name="GluePoint16Y" fmla="*/ 54 h 96"/>
                    <a:gd name="GluePoint17X" fmla="*/ 2 w 80"/>
                    <a:gd name="GluePoint17Y" fmla="*/ 40 h 96"/>
                    <a:gd name="GluePoint18X" fmla="*/ 6 w 80"/>
                    <a:gd name="GluePoint18Y" fmla="*/ 37 h 96"/>
                    <a:gd name="GluePoint19X" fmla="*/ 28 w 80"/>
                    <a:gd name="GluePoint19Y" fmla="*/ 33 h 96"/>
                    <a:gd name="GluePoint20X" fmla="*/ 33 w 80"/>
                    <a:gd name="GluePoint20Y" fmla="*/ 32 h 96"/>
                    <a:gd name="GluePoint21X" fmla="*/ 36 w 80"/>
                    <a:gd name="GluePoint21Y" fmla="*/ 22 h 96"/>
                    <a:gd name="GluePoint22X" fmla="*/ 46 w 80"/>
                    <a:gd name="GluePoint22Y" fmla="*/ 12 h 96"/>
                    <a:gd name="GluePoint23X" fmla="*/ 45 w 80"/>
                    <a:gd name="GluePoint23Y" fmla="*/ 10 h 96"/>
                    <a:gd name="GluePoint24X" fmla="*/ 26 w 80"/>
                    <a:gd name="GluePoint24Y" fmla="*/ 17 h 96"/>
                    <a:gd name="GluePoint25X" fmla="*/ 15 w 80"/>
                    <a:gd name="GluePoint25Y" fmla="*/ 24 h 96"/>
                    <a:gd name="GluePoint26X" fmla="*/ 5 w 80"/>
                    <a:gd name="GluePoint26Y" fmla="*/ 22 h 96"/>
                    <a:gd name="GluePoint27X" fmla="*/ 1 w 80"/>
                    <a:gd name="GluePoint27Y" fmla="*/ 17 h 96"/>
                    <a:gd name="GluePoint28X" fmla="*/ 36 w 80"/>
                    <a:gd name="GluePoint28Y" fmla="*/ 2 h 96"/>
                    <a:gd name="GluePoint29X" fmla="*/ 55 w 80"/>
                    <a:gd name="GluePoint29Y" fmla="*/ 0 h 96"/>
                    <a:gd name="GluePoint30X" fmla="*/ 61 w 80"/>
                    <a:gd name="GluePoint30Y" fmla="*/ 6 h 96"/>
                    <a:gd name="GluePoint31X" fmla="*/ 59 w 80"/>
                    <a:gd name="GluePoint31Y" fmla="*/ 13 h 96"/>
                    <a:gd name="GluePoint32X" fmla="*/ 46 w 80"/>
                    <a:gd name="GluePoint32Y" fmla="*/ 29 h 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</a:cxnLst>
                  <a:rect l="textAreaLeft" t="textAreaTop" r="textAreaRight" b="textAreaBottom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817" name="组合 57"/>
              <p:cNvGrpSpPr/>
              <p:nvPr/>
            </p:nvGrpSpPr>
            <p:grpSpPr>
              <a:xfrm>
                <a:off x="2349720" y="6467040"/>
                <a:ext cx="145440" cy="155520"/>
                <a:chOff x="2349720" y="6467040"/>
                <a:chExt cx="145440" cy="155520"/>
              </a:xfrm>
            </p:grpSpPr>
            <p:sp>
              <p:nvSpPr>
                <p:cNvPr id="818" name="Freeform 15"/>
                <p:cNvSpPr/>
                <p:nvPr/>
              </p:nvSpPr>
              <p:spPr>
                <a:xfrm>
                  <a:off x="2349720" y="6501600"/>
                  <a:ext cx="66960" cy="10764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107640"/>
                    <a:gd name="textAreaBottom" fmla="*/ 108000 h 107640"/>
                    <a:gd name="GluePoint1X" fmla="*/ 16 w 39"/>
                    <a:gd name="GluePoint1Y" fmla="*/ 29 h 58"/>
                    <a:gd name="GluePoint2X" fmla="*/ 27 w 39"/>
                    <a:gd name="GluePoint2Y" fmla="*/ 7 h 58"/>
                    <a:gd name="GluePoint3X" fmla="*/ 31 w 39"/>
                    <a:gd name="GluePoint3Y" fmla="*/ 1 h 58"/>
                    <a:gd name="GluePoint4X" fmla="*/ 34 w 39"/>
                    <a:gd name="GluePoint4Y" fmla="*/ 6 h 58"/>
                    <a:gd name="GluePoint5X" fmla="*/ 35 w 39"/>
                    <a:gd name="GluePoint5Y" fmla="*/ 26 h 58"/>
                    <a:gd name="GluePoint6X" fmla="*/ 20 w 39"/>
                    <a:gd name="GluePoint6Y" fmla="*/ 52 h 58"/>
                    <a:gd name="GluePoint7X" fmla="*/ 9 w 39"/>
                    <a:gd name="GluePoint7Y" fmla="*/ 57 h 58"/>
                    <a:gd name="GluePoint8X" fmla="*/ 1 w 39"/>
                    <a:gd name="GluePoint8Y" fmla="*/ 43 h 58"/>
                    <a:gd name="GluePoint9X" fmla="*/ 4 w 39"/>
                    <a:gd name="GluePoint9Y" fmla="*/ 6 h 58"/>
                    <a:gd name="GluePoint10X" fmla="*/ 8 w 39"/>
                    <a:gd name="GluePoint10Y" fmla="*/ 0 h 58"/>
                    <a:gd name="GluePoint11X" fmla="*/ 15 w 39"/>
                    <a:gd name="GluePoint11Y" fmla="*/ 6 h 58"/>
                    <a:gd name="GluePoint12X" fmla="*/ 14 w 39"/>
                    <a:gd name="GluePoint12Y" fmla="*/ 20 h 58"/>
                    <a:gd name="GluePoint13X" fmla="*/ 14 w 39"/>
                    <a:gd name="GluePoint13Y" fmla="*/ 28 h 58"/>
                    <a:gd name="GluePoint14X" fmla="*/ 16 w 39"/>
                    <a:gd name="GluePoint14Y" fmla="*/ 29 h 5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76320" rIns="7632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819" name="Freeform 16"/>
                <p:cNvSpPr/>
                <p:nvPr/>
              </p:nvSpPr>
              <p:spPr>
                <a:xfrm>
                  <a:off x="2422080" y="6470640"/>
                  <a:ext cx="73080" cy="151920"/>
                </a:xfrm>
                <a:custGeom>
                  <a:avLst/>
                  <a:gdLst>
                    <a:gd name="textAreaLeft" fmla="*/ 0 w 73080"/>
                    <a:gd name="textAreaRight" fmla="*/ 73440 w 73080"/>
                    <a:gd name="textAreaTop" fmla="*/ 0 h 151920"/>
                    <a:gd name="textAreaBottom" fmla="*/ 152280 h 151920"/>
                    <a:gd name="GluePoint1X" fmla="*/ 9 w 47"/>
                    <a:gd name="GluePoint1Y" fmla="*/ 73 h 88"/>
                    <a:gd name="GluePoint2X" fmla="*/ 3 w 47"/>
                    <a:gd name="GluePoint2Y" fmla="*/ 67 h 88"/>
                    <a:gd name="GluePoint3X" fmla="*/ 3 w 47"/>
                    <a:gd name="GluePoint3Y" fmla="*/ 57 h 88"/>
                    <a:gd name="GluePoint4X" fmla="*/ 20 w 47"/>
                    <a:gd name="GluePoint4Y" fmla="*/ 38 h 88"/>
                    <a:gd name="GluePoint5X" fmla="*/ 33 w 47"/>
                    <a:gd name="GluePoint5Y" fmla="*/ 20 h 88"/>
                    <a:gd name="GluePoint6X" fmla="*/ 33 w 47"/>
                    <a:gd name="GluePoint6Y" fmla="*/ 4 h 88"/>
                    <a:gd name="GluePoint7X" fmla="*/ 32 w 47"/>
                    <a:gd name="GluePoint7Y" fmla="*/ 1 h 88"/>
                    <a:gd name="GluePoint8X" fmla="*/ 33 w 47"/>
                    <a:gd name="GluePoint8Y" fmla="*/ 0 h 88"/>
                    <a:gd name="GluePoint9X" fmla="*/ 41 w 47"/>
                    <a:gd name="GluePoint9Y" fmla="*/ 6 h 88"/>
                    <a:gd name="GluePoint10X" fmla="*/ 43 w 47"/>
                    <a:gd name="GluePoint10Y" fmla="*/ 26 h 88"/>
                    <a:gd name="GluePoint11X" fmla="*/ 29 w 47"/>
                    <a:gd name="GluePoint11Y" fmla="*/ 48 h 88"/>
                    <a:gd name="GluePoint12X" fmla="*/ 30 w 47"/>
                    <a:gd name="GluePoint12Y" fmla="*/ 52 h 88"/>
                    <a:gd name="GluePoint13X" fmla="*/ 40 w 47"/>
                    <a:gd name="GluePoint13Y" fmla="*/ 73 h 88"/>
                    <a:gd name="GluePoint14X" fmla="*/ 41 w 47"/>
                    <a:gd name="GluePoint14Y" fmla="*/ 84 h 88"/>
                    <a:gd name="GluePoint15X" fmla="*/ 37 w 47"/>
                    <a:gd name="GluePoint15Y" fmla="*/ 86 h 88"/>
                    <a:gd name="GluePoint16X" fmla="*/ 31 w 47"/>
                    <a:gd name="GluePoint16Y" fmla="*/ 75 h 88"/>
                    <a:gd name="GluePoint17X" fmla="*/ 28 w 47"/>
                    <a:gd name="GluePoint17Y" fmla="*/ 60 h 88"/>
                    <a:gd name="GluePoint18X" fmla="*/ 22 w 47"/>
                    <a:gd name="GluePoint18Y" fmla="*/ 59 h 88"/>
                    <a:gd name="GluePoint19X" fmla="*/ 9 w 47"/>
                    <a:gd name="GluePoint19Y" fmla="*/ 73 h 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</a:cxnLst>
                  <a:rect l="textAreaLeft" t="textAreaTop" r="textAreaRight" b="textAreaBottom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83160" rIns="8316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820" name="Freeform 17"/>
                <p:cNvSpPr/>
                <p:nvPr/>
              </p:nvSpPr>
              <p:spPr>
                <a:xfrm>
                  <a:off x="2387880" y="6467040"/>
                  <a:ext cx="47880" cy="27720"/>
                </a:xfrm>
                <a:custGeom>
                  <a:avLst/>
                  <a:gdLst>
                    <a:gd name="textAreaLeft" fmla="*/ 0 w 47880"/>
                    <a:gd name="textAreaRight" fmla="*/ 48240 w 47880"/>
                    <a:gd name="textAreaTop" fmla="*/ 0 h 27720"/>
                    <a:gd name="textAreaBottom" fmla="*/ 28080 h 27720"/>
                    <a:gd name="GluePoint1X" fmla="*/ 0 w 26"/>
                    <a:gd name="GluePoint1Y" fmla="*/ 0 h 19"/>
                    <a:gd name="GluePoint2X" fmla="*/ 20 w 26"/>
                    <a:gd name="GluePoint2Y" fmla="*/ 1 h 19"/>
                    <a:gd name="GluePoint3X" fmla="*/ 23 w 26"/>
                    <a:gd name="GluePoint3Y" fmla="*/ 12 h 19"/>
                    <a:gd name="GluePoint4X" fmla="*/ 12 w 26"/>
                    <a:gd name="GluePoint4Y" fmla="*/ 18 h 19"/>
                    <a:gd name="GluePoint5X" fmla="*/ 3 w 26"/>
                    <a:gd name="GluePoint5Y" fmla="*/ 11 h 19"/>
                    <a:gd name="GluePoint6X" fmla="*/ 0 w 26"/>
                    <a:gd name="GluePoint6Y" fmla="*/ 0 h 1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4720" tIns="14040" rIns="54720" bIns="140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  <p:grpSp>
          <p:nvGrpSpPr>
            <p:cNvPr id="821" name="组合 35"/>
            <p:cNvGrpSpPr/>
            <p:nvPr/>
          </p:nvGrpSpPr>
          <p:grpSpPr>
            <a:xfrm>
              <a:off x="587160" y="6381720"/>
              <a:ext cx="1100160" cy="304560"/>
              <a:chOff x="587160" y="6381720"/>
              <a:chExt cx="1100160" cy="304560"/>
            </a:xfrm>
          </p:grpSpPr>
          <p:grpSp>
            <p:nvGrpSpPr>
              <p:cNvPr id="822" name="组合 36"/>
              <p:cNvGrpSpPr/>
              <p:nvPr/>
            </p:nvGrpSpPr>
            <p:grpSpPr>
              <a:xfrm>
                <a:off x="1171800" y="6431400"/>
                <a:ext cx="212760" cy="223560"/>
                <a:chOff x="1171800" y="6431400"/>
                <a:chExt cx="212760" cy="223560"/>
              </a:xfrm>
            </p:grpSpPr>
            <p:sp>
              <p:nvSpPr>
                <p:cNvPr id="823" name="Freeform 9"/>
                <p:cNvSpPr/>
                <p:nvPr/>
              </p:nvSpPr>
              <p:spPr>
                <a:xfrm>
                  <a:off x="1171800" y="6447960"/>
                  <a:ext cx="110520" cy="187920"/>
                </a:xfrm>
                <a:custGeom>
                  <a:avLst/>
                  <a:gdLst>
                    <a:gd name="textAreaLeft" fmla="*/ 0 w 110520"/>
                    <a:gd name="textAreaRight" fmla="*/ 110880 w 110520"/>
                    <a:gd name="textAreaTop" fmla="*/ 0 h 187920"/>
                    <a:gd name="textAreaBottom" fmla="*/ 188280 h 187920"/>
                    <a:gd name="GluePoint1X" fmla="*/ 39 w 59"/>
                    <a:gd name="GluePoint1Y" fmla="*/ 78 h 101"/>
                    <a:gd name="GluePoint2X" fmla="*/ 17 w 59"/>
                    <a:gd name="GluePoint2Y" fmla="*/ 94 h 101"/>
                    <a:gd name="GluePoint3X" fmla="*/ 8 w 59"/>
                    <a:gd name="GluePoint3Y" fmla="*/ 94 h 101"/>
                    <a:gd name="GluePoint4X" fmla="*/ 0 w 59"/>
                    <a:gd name="GluePoint4Y" fmla="*/ 79 h 101"/>
                    <a:gd name="GluePoint5X" fmla="*/ 17 w 59"/>
                    <a:gd name="GluePoint5Y" fmla="*/ 73 h 101"/>
                    <a:gd name="GluePoint6X" fmla="*/ 10 w 59"/>
                    <a:gd name="GluePoint6Y" fmla="*/ 68 h 101"/>
                    <a:gd name="GluePoint7X" fmla="*/ 8 w 59"/>
                    <a:gd name="GluePoint7Y" fmla="*/ 60 h 101"/>
                    <a:gd name="GluePoint8X" fmla="*/ 18 w 59"/>
                    <a:gd name="GluePoint8Y" fmla="*/ 23 h 101"/>
                    <a:gd name="GluePoint9X" fmla="*/ 26 w 59"/>
                    <a:gd name="GluePoint9Y" fmla="*/ 17 h 101"/>
                    <a:gd name="GluePoint10X" fmla="*/ 36 w 59"/>
                    <a:gd name="GluePoint10Y" fmla="*/ 26 h 101"/>
                    <a:gd name="GluePoint11X" fmla="*/ 36 w 59"/>
                    <a:gd name="GluePoint11Y" fmla="*/ 27 h 101"/>
                    <a:gd name="GluePoint12X" fmla="*/ 43 w 59"/>
                    <a:gd name="GluePoint12Y" fmla="*/ 40 h 101"/>
                    <a:gd name="GluePoint13X" fmla="*/ 42 w 59"/>
                    <a:gd name="GluePoint13Y" fmla="*/ 12 h 101"/>
                    <a:gd name="GluePoint14X" fmla="*/ 21 w 59"/>
                    <a:gd name="GluePoint14Y" fmla="*/ 5 h 101"/>
                    <a:gd name="GluePoint15X" fmla="*/ 44 w 59"/>
                    <a:gd name="GluePoint15Y" fmla="*/ 1 h 101"/>
                    <a:gd name="GluePoint16X" fmla="*/ 57 w 59"/>
                    <a:gd name="GluePoint16Y" fmla="*/ 17 h 101"/>
                    <a:gd name="GluePoint17X" fmla="*/ 56 w 59"/>
                    <a:gd name="GluePoint17Y" fmla="*/ 48 h 101"/>
                    <a:gd name="GluePoint18X" fmla="*/ 57 w 59"/>
                    <a:gd name="GluePoint18Y" fmla="*/ 55 h 101"/>
                    <a:gd name="GluePoint19X" fmla="*/ 55 w 59"/>
                    <a:gd name="GluePoint19Y" fmla="*/ 64 h 101"/>
                    <a:gd name="GluePoint20X" fmla="*/ 54 w 59"/>
                    <a:gd name="GluePoint20Y" fmla="*/ 71 h 101"/>
                    <a:gd name="GluePoint21X" fmla="*/ 52 w 59"/>
                    <a:gd name="GluePoint21Y" fmla="*/ 95 h 101"/>
                    <a:gd name="GluePoint22X" fmla="*/ 49 w 59"/>
                    <a:gd name="GluePoint22Y" fmla="*/ 101 h 101"/>
                    <a:gd name="GluePoint23X" fmla="*/ 43 w 59"/>
                    <a:gd name="GluePoint23Y" fmla="*/ 98 h 101"/>
                    <a:gd name="GluePoint24X" fmla="*/ 38 w 59"/>
                    <a:gd name="GluePoint24Y" fmla="*/ 86 h 101"/>
                    <a:gd name="GluePoint25X" fmla="*/ 39 w 59"/>
                    <a:gd name="GluePoint25Y" fmla="*/ 78 h 101"/>
                    <a:gd name="GluePoint26X" fmla="*/ 42 w 59"/>
                    <a:gd name="GluePoint26Y" fmla="*/ 47 h 101"/>
                    <a:gd name="GluePoint27X" fmla="*/ 32 w 59"/>
                    <a:gd name="GluePoint27Y" fmla="*/ 44 h 101"/>
                    <a:gd name="GluePoint28X" fmla="*/ 29 w 59"/>
                    <a:gd name="GluePoint28Y" fmla="*/ 64 h 101"/>
                    <a:gd name="GluePoint29X" fmla="*/ 42 w 59"/>
                    <a:gd name="GluePoint29Y" fmla="*/ 47 h 10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</a:cxnLst>
                  <a:rect l="textAreaLeft" t="textAreaTop" r="textAreaRight" b="textAreaBottom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824" name="Freeform 10"/>
                <p:cNvSpPr/>
                <p:nvPr/>
              </p:nvSpPr>
              <p:spPr>
                <a:xfrm>
                  <a:off x="1280880" y="6431400"/>
                  <a:ext cx="103680" cy="223560"/>
                </a:xfrm>
                <a:custGeom>
                  <a:avLst/>
                  <a:gdLst>
                    <a:gd name="textAreaLeft" fmla="*/ 0 w 103680"/>
                    <a:gd name="textAreaRight" fmla="*/ 104040 w 103680"/>
                    <a:gd name="textAreaTop" fmla="*/ 0 h 223560"/>
                    <a:gd name="textAreaBottom" fmla="*/ 223920 h 223560"/>
                    <a:gd name="GluePoint1X" fmla="*/ 11 w 55"/>
                    <a:gd name="GluePoint1Y" fmla="*/ 89 h 120"/>
                    <a:gd name="GluePoint2X" fmla="*/ 10 w 55"/>
                    <a:gd name="GluePoint2Y" fmla="*/ 100 h 120"/>
                    <a:gd name="GluePoint3X" fmla="*/ 6 w 55"/>
                    <a:gd name="GluePoint3Y" fmla="*/ 104 h 120"/>
                    <a:gd name="GluePoint4X" fmla="*/ 1 w 55"/>
                    <a:gd name="GluePoint4Y" fmla="*/ 99 h 120"/>
                    <a:gd name="GluePoint5X" fmla="*/ 3 w 55"/>
                    <a:gd name="GluePoint5Y" fmla="*/ 84 h 120"/>
                    <a:gd name="GluePoint6X" fmla="*/ 14 w 55"/>
                    <a:gd name="GluePoint6Y" fmla="*/ 37 h 120"/>
                    <a:gd name="GluePoint7X" fmla="*/ 22 w 55"/>
                    <a:gd name="GluePoint7Y" fmla="*/ 11 h 120"/>
                    <a:gd name="GluePoint8X" fmla="*/ 26 w 55"/>
                    <a:gd name="GluePoint8Y" fmla="*/ 19 h 120"/>
                    <a:gd name="GluePoint9X" fmla="*/ 20 w 55"/>
                    <a:gd name="GluePoint9Y" fmla="*/ 40 h 120"/>
                    <a:gd name="GluePoint10X" fmla="*/ 27 w 55"/>
                    <a:gd name="GluePoint10Y" fmla="*/ 35 h 120"/>
                    <a:gd name="GluePoint11X" fmla="*/ 35 w 55"/>
                    <a:gd name="GluePoint11Y" fmla="*/ 30 h 120"/>
                    <a:gd name="GluePoint12X" fmla="*/ 33 w 55"/>
                    <a:gd name="GluePoint12Y" fmla="*/ 9 h 120"/>
                    <a:gd name="GluePoint13X" fmla="*/ 28 w 55"/>
                    <a:gd name="GluePoint13Y" fmla="*/ 8 h 120"/>
                    <a:gd name="GluePoint14X" fmla="*/ 19 w 55"/>
                    <a:gd name="GluePoint14Y" fmla="*/ 12 h 120"/>
                    <a:gd name="GluePoint15X" fmla="*/ 12 w 55"/>
                    <a:gd name="GluePoint15Y" fmla="*/ 15 h 120"/>
                    <a:gd name="GluePoint16X" fmla="*/ 9 w 55"/>
                    <a:gd name="GluePoint16Y" fmla="*/ 11 h 120"/>
                    <a:gd name="GluePoint17X" fmla="*/ 11 w 55"/>
                    <a:gd name="GluePoint17Y" fmla="*/ 8 h 120"/>
                    <a:gd name="GluePoint18X" fmla="*/ 31 w 55"/>
                    <a:gd name="GluePoint18Y" fmla="*/ 0 h 120"/>
                    <a:gd name="GluePoint19X" fmla="*/ 45 w 55"/>
                    <a:gd name="GluePoint19Y" fmla="*/ 15 h 120"/>
                    <a:gd name="GluePoint20X" fmla="*/ 44 w 55"/>
                    <a:gd name="GluePoint20Y" fmla="*/ 46 h 120"/>
                    <a:gd name="GluePoint21X" fmla="*/ 48 w 55"/>
                    <a:gd name="GluePoint21Y" fmla="*/ 54 h 120"/>
                    <a:gd name="GluePoint22X" fmla="*/ 48 w 55"/>
                    <a:gd name="GluePoint22Y" fmla="*/ 71 h 120"/>
                    <a:gd name="GluePoint23X" fmla="*/ 44 w 55"/>
                    <a:gd name="GluePoint23Y" fmla="*/ 77 h 120"/>
                    <a:gd name="GluePoint24X" fmla="*/ 44 w 55"/>
                    <a:gd name="GluePoint24Y" fmla="*/ 110 h 120"/>
                    <a:gd name="GluePoint25X" fmla="*/ 44 w 55"/>
                    <a:gd name="GluePoint25Y" fmla="*/ 114 h 120"/>
                    <a:gd name="GluePoint26X" fmla="*/ 41 w 55"/>
                    <a:gd name="GluePoint26Y" fmla="*/ 120 h 120"/>
                    <a:gd name="GluePoint27X" fmla="*/ 32 w 55"/>
                    <a:gd name="GluePoint27Y" fmla="*/ 118 h 120"/>
                    <a:gd name="GluePoint28X" fmla="*/ 13 w 55"/>
                    <a:gd name="GluePoint28Y" fmla="*/ 91 h 120"/>
                    <a:gd name="GluePoint29X" fmla="*/ 12 w 55"/>
                    <a:gd name="GluePoint29Y" fmla="*/ 89 h 120"/>
                    <a:gd name="GluePoint30X" fmla="*/ 11 w 55"/>
                    <a:gd name="GluePoint30Y" fmla="*/ 89 h 120"/>
                    <a:gd name="GluePoint31X" fmla="*/ 24 w 55"/>
                    <a:gd name="GluePoint31Y" fmla="*/ 76 h 120"/>
                    <a:gd name="GluePoint32X" fmla="*/ 23 w 55"/>
                    <a:gd name="GluePoint32Y" fmla="*/ 74 h 120"/>
                    <a:gd name="GluePoint33X" fmla="*/ 27 w 55"/>
                    <a:gd name="GluePoint33Y" fmla="*/ 71 h 120"/>
                    <a:gd name="GluePoint34X" fmla="*/ 33 w 55"/>
                    <a:gd name="GluePoint34Y" fmla="*/ 67 h 120"/>
                    <a:gd name="GluePoint35X" fmla="*/ 32 w 55"/>
                    <a:gd name="GluePoint35Y" fmla="*/ 63 h 120"/>
                    <a:gd name="GluePoint36X" fmla="*/ 22 w 55"/>
                    <a:gd name="GluePoint36Y" fmla="*/ 52 h 120"/>
                    <a:gd name="GluePoint37X" fmla="*/ 18 w 55"/>
                    <a:gd name="GluePoint37Y" fmla="*/ 89 h 120"/>
                    <a:gd name="GluePoint38X" fmla="*/ 33 w 55"/>
                    <a:gd name="GluePoint38Y" fmla="*/ 107 h 120"/>
                    <a:gd name="GluePoint39X" fmla="*/ 35 w 55"/>
                    <a:gd name="GluePoint39Y" fmla="*/ 77 h 120"/>
                    <a:gd name="GluePoint40X" fmla="*/ 31 w 55"/>
                    <a:gd name="GluePoint40Y" fmla="*/ 75 h 120"/>
                    <a:gd name="GluePoint41X" fmla="*/ 24 w 55"/>
                    <a:gd name="GluePoint41Y" fmla="*/ 76 h 12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</a:cxnLst>
                  <a:rect l="textAreaLeft" t="textAreaTop" r="textAreaRight" b="textAreaBottom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825" name="组合 38"/>
              <p:cNvGrpSpPr/>
              <p:nvPr/>
            </p:nvGrpSpPr>
            <p:grpSpPr>
              <a:xfrm>
                <a:off x="587160" y="6381720"/>
                <a:ext cx="241200" cy="304560"/>
                <a:chOff x="587160" y="6381720"/>
                <a:chExt cx="241200" cy="304560"/>
              </a:xfrm>
            </p:grpSpPr>
            <p:sp>
              <p:nvSpPr>
                <p:cNvPr id="826" name="Freeform 13"/>
                <p:cNvSpPr/>
                <p:nvPr/>
              </p:nvSpPr>
              <p:spPr>
                <a:xfrm>
                  <a:off x="587160" y="6381720"/>
                  <a:ext cx="241200" cy="288000"/>
                </a:xfrm>
                <a:custGeom>
                  <a:avLst/>
                  <a:gdLst>
                    <a:gd name="textAreaLeft" fmla="*/ 0 w 241200"/>
                    <a:gd name="textAreaRight" fmla="*/ 241560 w 241200"/>
                    <a:gd name="textAreaTop" fmla="*/ 0 h 288000"/>
                    <a:gd name="textAreaBottom" fmla="*/ 288360 h 288000"/>
                    <a:gd name="GluePoint1X" fmla="*/ 54 w 128"/>
                    <a:gd name="GluePoint1Y" fmla="*/ 76 h 154"/>
                    <a:gd name="GluePoint2X" fmla="*/ 66 w 128"/>
                    <a:gd name="GluePoint2Y" fmla="*/ 53 h 154"/>
                    <a:gd name="GluePoint3X" fmla="*/ 49 w 128"/>
                    <a:gd name="GluePoint3Y" fmla="*/ 47 h 154"/>
                    <a:gd name="GluePoint4X" fmla="*/ 64 w 128"/>
                    <a:gd name="GluePoint4Y" fmla="*/ 44 h 154"/>
                    <a:gd name="GluePoint5X" fmla="*/ 83 w 128"/>
                    <a:gd name="GluePoint5Y" fmla="*/ 6 h 154"/>
                    <a:gd name="GluePoint6X" fmla="*/ 91 w 128"/>
                    <a:gd name="GluePoint6Y" fmla="*/ 11 h 154"/>
                    <a:gd name="GluePoint7X" fmla="*/ 96 w 128"/>
                    <a:gd name="GluePoint7Y" fmla="*/ 36 h 154"/>
                    <a:gd name="GluePoint8X" fmla="*/ 106 w 128"/>
                    <a:gd name="GluePoint8Y" fmla="*/ 41 h 154"/>
                    <a:gd name="GluePoint9X" fmla="*/ 82 w 128"/>
                    <a:gd name="GluePoint9Y" fmla="*/ 50 h 154"/>
                    <a:gd name="GluePoint10X" fmla="*/ 71 w 128"/>
                    <a:gd name="GluePoint10Y" fmla="*/ 65 h 154"/>
                    <a:gd name="GluePoint11X" fmla="*/ 110 w 128"/>
                    <a:gd name="GluePoint11Y" fmla="*/ 74 h 154"/>
                    <a:gd name="GluePoint12X" fmla="*/ 101 w 128"/>
                    <a:gd name="GluePoint12Y" fmla="*/ 87 h 154"/>
                    <a:gd name="GluePoint13X" fmla="*/ 111 w 128"/>
                    <a:gd name="GluePoint13Y" fmla="*/ 98 h 154"/>
                    <a:gd name="GluePoint14X" fmla="*/ 92 w 128"/>
                    <a:gd name="GluePoint14Y" fmla="*/ 104 h 154"/>
                    <a:gd name="GluePoint15X" fmla="*/ 86 w 128"/>
                    <a:gd name="GluePoint15Y" fmla="*/ 116 h 154"/>
                    <a:gd name="GluePoint16X" fmla="*/ 124 w 128"/>
                    <a:gd name="GluePoint16Y" fmla="*/ 112 h 154"/>
                    <a:gd name="GluePoint17X" fmla="*/ 120 w 128"/>
                    <a:gd name="GluePoint17Y" fmla="*/ 122 h 154"/>
                    <a:gd name="GluePoint18X" fmla="*/ 111 w 128"/>
                    <a:gd name="GluePoint18Y" fmla="*/ 144 h 154"/>
                    <a:gd name="GluePoint19X" fmla="*/ 105 w 128"/>
                    <a:gd name="GluePoint19Y" fmla="*/ 153 h 154"/>
                    <a:gd name="GluePoint20X" fmla="*/ 55 w 128"/>
                    <a:gd name="GluePoint20Y" fmla="*/ 129 h 154"/>
                    <a:gd name="GluePoint21X" fmla="*/ 53 w 128"/>
                    <a:gd name="GluePoint21Y" fmla="*/ 121 h 154"/>
                    <a:gd name="GluePoint22X" fmla="*/ 61 w 128"/>
                    <a:gd name="GluePoint22Y" fmla="*/ 125 h 154"/>
                    <a:gd name="GluePoint23X" fmla="*/ 94 w 128"/>
                    <a:gd name="GluePoint23Y" fmla="*/ 140 h 154"/>
                    <a:gd name="GluePoint24X" fmla="*/ 85 w 128"/>
                    <a:gd name="GluePoint24Y" fmla="*/ 127 h 154"/>
                    <a:gd name="GluePoint25X" fmla="*/ 71 w 128"/>
                    <a:gd name="GluePoint25Y" fmla="*/ 108 h 154"/>
                    <a:gd name="GluePoint26X" fmla="*/ 52 w 128"/>
                    <a:gd name="GluePoint26Y" fmla="*/ 113 h 154"/>
                    <a:gd name="GluePoint27X" fmla="*/ 38 w 128"/>
                    <a:gd name="GluePoint27Y" fmla="*/ 97 h 154"/>
                    <a:gd name="GluePoint28X" fmla="*/ 51 w 128"/>
                    <a:gd name="GluePoint28Y" fmla="*/ 97 h 154"/>
                    <a:gd name="GluePoint29X" fmla="*/ 34 w 128"/>
                    <a:gd name="GluePoint29Y" fmla="*/ 93 h 154"/>
                    <a:gd name="GluePoint30X" fmla="*/ 35 w 128"/>
                    <a:gd name="GluePoint30Y" fmla="*/ 105 h 154"/>
                    <a:gd name="GluePoint31X" fmla="*/ 26 w 128"/>
                    <a:gd name="GluePoint31Y" fmla="*/ 154 h 154"/>
                    <a:gd name="GluePoint32X" fmla="*/ 20 w 128"/>
                    <a:gd name="GluePoint32Y" fmla="*/ 118 h 154"/>
                    <a:gd name="GluePoint33X" fmla="*/ 0 w 128"/>
                    <a:gd name="GluePoint33Y" fmla="*/ 103 h 154"/>
                    <a:gd name="GluePoint34X" fmla="*/ 19 w 128"/>
                    <a:gd name="GluePoint34Y" fmla="*/ 72 h 154"/>
                    <a:gd name="GluePoint35X" fmla="*/ 25 w 128"/>
                    <a:gd name="GluePoint35Y" fmla="*/ 51 h 154"/>
                    <a:gd name="GluePoint36X" fmla="*/ 39 w 128"/>
                    <a:gd name="GluePoint36Y" fmla="*/ 14 h 154"/>
                    <a:gd name="GluePoint37X" fmla="*/ 51 w 128"/>
                    <a:gd name="GluePoint37Y" fmla="*/ 24 h 154"/>
                    <a:gd name="GluePoint38X" fmla="*/ 39 w 128"/>
                    <a:gd name="GluePoint38Y" fmla="*/ 44 h 154"/>
                    <a:gd name="GluePoint39X" fmla="*/ 48 w 128"/>
                    <a:gd name="GluePoint39Y" fmla="*/ 73 h 154"/>
                    <a:gd name="GluePoint40X" fmla="*/ 81 w 128"/>
                    <a:gd name="GluePoint40Y" fmla="*/ 90 h 154"/>
                    <a:gd name="GluePoint41X" fmla="*/ 92 w 128"/>
                    <a:gd name="GluePoint41Y" fmla="*/ 71 h 154"/>
                    <a:gd name="GluePoint42X" fmla="*/ 81 w 128"/>
                    <a:gd name="GluePoint42Y" fmla="*/ 80 h 154"/>
                    <a:gd name="GluePoint43X" fmla="*/ 76 w 128"/>
                    <a:gd name="GluePoint43Y" fmla="*/ 73 h 154"/>
                    <a:gd name="GluePoint44X" fmla="*/ 67 w 128"/>
                    <a:gd name="GluePoint44Y" fmla="*/ 79 h 154"/>
                    <a:gd name="GluePoint45X" fmla="*/ 76 w 128"/>
                    <a:gd name="GluePoint45Y" fmla="*/ 73 h 154"/>
                    <a:gd name="GluePoint46X" fmla="*/ 56 w 128"/>
                    <a:gd name="GluePoint46Y" fmla="*/ 88 h 154"/>
                    <a:gd name="GluePoint47X" fmla="*/ 63 w 128"/>
                    <a:gd name="GluePoint47Y" fmla="*/ 81 h 154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</a:cxnLst>
                  <a:rect l="textAreaLeft" t="textAreaTop" r="textAreaRight" b="textAreaBottom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827" name="Freeform 14"/>
                <p:cNvSpPr/>
                <p:nvPr/>
              </p:nvSpPr>
              <p:spPr>
                <a:xfrm>
                  <a:off x="653760" y="6606360"/>
                  <a:ext cx="29520" cy="79920"/>
                </a:xfrm>
                <a:custGeom>
                  <a:avLst/>
                  <a:gdLst>
                    <a:gd name="textAreaLeft" fmla="*/ 0 w 29520"/>
                    <a:gd name="textAreaRight" fmla="*/ 29880 w 29520"/>
                    <a:gd name="textAreaTop" fmla="*/ 0 h 79920"/>
                    <a:gd name="textAreaBottom" fmla="*/ 80280 h 79920"/>
                    <a:gd name="GluePoint1X" fmla="*/ 9 w 16"/>
                    <a:gd name="GluePoint1Y" fmla="*/ 0 h 43"/>
                    <a:gd name="GluePoint2X" fmla="*/ 15 w 16"/>
                    <a:gd name="GluePoint2Y" fmla="*/ 11 h 43"/>
                    <a:gd name="GluePoint3X" fmla="*/ 9 w 16"/>
                    <a:gd name="GluePoint3Y" fmla="*/ 43 h 43"/>
                    <a:gd name="GluePoint4X" fmla="*/ 2 w 16"/>
                    <a:gd name="GluePoint4Y" fmla="*/ 39 h 43"/>
                    <a:gd name="GluePoint5X" fmla="*/ 0 w 16"/>
                    <a:gd name="GluePoint5Y" fmla="*/ 35 h 43"/>
                    <a:gd name="GluePoint6X" fmla="*/ 9 w 16"/>
                    <a:gd name="GluePoint6Y" fmla="*/ 0 h 4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34200" tIns="39960" rIns="34200" bIns="3996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828" name="组合 39"/>
              <p:cNvGrpSpPr/>
              <p:nvPr/>
            </p:nvGrpSpPr>
            <p:grpSpPr>
              <a:xfrm>
                <a:off x="914400" y="6468840"/>
                <a:ext cx="161640" cy="139320"/>
                <a:chOff x="914400" y="6468840"/>
                <a:chExt cx="161640" cy="139320"/>
              </a:xfrm>
            </p:grpSpPr>
            <p:sp>
              <p:nvSpPr>
                <p:cNvPr id="829" name="Freeform 18"/>
                <p:cNvSpPr/>
                <p:nvPr/>
              </p:nvSpPr>
              <p:spPr>
                <a:xfrm>
                  <a:off x="968760" y="6468840"/>
                  <a:ext cx="107280" cy="139320"/>
                </a:xfrm>
                <a:custGeom>
                  <a:avLst/>
                  <a:gdLst>
                    <a:gd name="textAreaLeft" fmla="*/ 0 w 107280"/>
                    <a:gd name="textAreaRight" fmla="*/ 107640 w 107280"/>
                    <a:gd name="textAreaTop" fmla="*/ 0 h 139320"/>
                    <a:gd name="textAreaBottom" fmla="*/ 139680 h 139320"/>
                    <a:gd name="GluePoint1X" fmla="*/ 49 w 57"/>
                    <a:gd name="GluePoint1Y" fmla="*/ 74 h 75"/>
                    <a:gd name="GluePoint2X" fmla="*/ 40 w 57"/>
                    <a:gd name="GluePoint2Y" fmla="*/ 67 h 75"/>
                    <a:gd name="GluePoint3X" fmla="*/ 33 w 57"/>
                    <a:gd name="GluePoint3Y" fmla="*/ 48 h 75"/>
                    <a:gd name="GluePoint4X" fmla="*/ 27 w 57"/>
                    <a:gd name="GluePoint4Y" fmla="*/ 46 h 75"/>
                    <a:gd name="GluePoint5X" fmla="*/ 11 w 57"/>
                    <a:gd name="GluePoint5Y" fmla="*/ 60 h 75"/>
                    <a:gd name="GluePoint6X" fmla="*/ 5 w 57"/>
                    <a:gd name="GluePoint6Y" fmla="*/ 60 h 75"/>
                    <a:gd name="GluePoint7X" fmla="*/ 6 w 57"/>
                    <a:gd name="GluePoint7Y" fmla="*/ 46 h 75"/>
                    <a:gd name="GluePoint8X" fmla="*/ 27 w 57"/>
                    <a:gd name="GluePoint8Y" fmla="*/ 26 h 75"/>
                    <a:gd name="GluePoint9X" fmla="*/ 40 w 57"/>
                    <a:gd name="GluePoint9Y" fmla="*/ 10 h 75"/>
                    <a:gd name="GluePoint10X" fmla="*/ 41 w 57"/>
                    <a:gd name="GluePoint10Y" fmla="*/ 6 h 75"/>
                    <a:gd name="GluePoint11X" fmla="*/ 45 w 57"/>
                    <a:gd name="GluePoint11Y" fmla="*/ 0 h 75"/>
                    <a:gd name="GluePoint12X" fmla="*/ 53 w 57"/>
                    <a:gd name="GluePoint12Y" fmla="*/ 3 h 75"/>
                    <a:gd name="GluePoint13X" fmla="*/ 53 w 57"/>
                    <a:gd name="GluePoint13Y" fmla="*/ 20 h 75"/>
                    <a:gd name="GluePoint14X" fmla="*/ 37 w 57"/>
                    <a:gd name="GluePoint14Y" fmla="*/ 38 h 75"/>
                    <a:gd name="GluePoint15X" fmla="*/ 49 w 57"/>
                    <a:gd name="GluePoint15Y" fmla="*/ 74 h 7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830" name="Freeform 19"/>
                <p:cNvSpPr/>
                <p:nvPr/>
              </p:nvSpPr>
              <p:spPr>
                <a:xfrm>
                  <a:off x="914400" y="6503760"/>
                  <a:ext cx="54000" cy="102960"/>
                </a:xfrm>
                <a:custGeom>
                  <a:avLst/>
                  <a:gdLst>
                    <a:gd name="textAreaLeft" fmla="*/ 0 w 54000"/>
                    <a:gd name="textAreaRight" fmla="*/ 54360 w 54000"/>
                    <a:gd name="textAreaTop" fmla="*/ 0 h 102960"/>
                    <a:gd name="textAreaBottom" fmla="*/ 103320 h 102960"/>
                    <a:gd name="GluePoint1X" fmla="*/ 12 w 29"/>
                    <a:gd name="GluePoint1Y" fmla="*/ 30 h 55"/>
                    <a:gd name="GluePoint2X" fmla="*/ 20 w 29"/>
                    <a:gd name="GluePoint2Y" fmla="*/ 7 h 55"/>
                    <a:gd name="GluePoint3X" fmla="*/ 25 w 29"/>
                    <a:gd name="GluePoint3Y" fmla="*/ 1 h 55"/>
                    <a:gd name="GluePoint4X" fmla="*/ 26 w 29"/>
                    <a:gd name="GluePoint4Y" fmla="*/ 9 h 55"/>
                    <a:gd name="GluePoint5X" fmla="*/ 16 w 29"/>
                    <a:gd name="GluePoint5Y" fmla="*/ 39 h 55"/>
                    <a:gd name="GluePoint6X" fmla="*/ 13 w 29"/>
                    <a:gd name="GluePoint6Y" fmla="*/ 52 h 55"/>
                    <a:gd name="GluePoint7X" fmla="*/ 7 w 29"/>
                    <a:gd name="GluePoint7Y" fmla="*/ 54 h 55"/>
                    <a:gd name="GluePoint8X" fmla="*/ 2 w 29"/>
                    <a:gd name="GluePoint8Y" fmla="*/ 41 h 55"/>
                    <a:gd name="GluePoint9X" fmla="*/ 3 w 29"/>
                    <a:gd name="GluePoint9Y" fmla="*/ 32 h 55"/>
                    <a:gd name="GluePoint10X" fmla="*/ 2 w 29"/>
                    <a:gd name="GluePoint10Y" fmla="*/ 6 h 55"/>
                    <a:gd name="GluePoint11X" fmla="*/ 6 w 29"/>
                    <a:gd name="GluePoint11Y" fmla="*/ 5 h 55"/>
                    <a:gd name="GluePoint12X" fmla="*/ 10 w 29"/>
                    <a:gd name="GluePoint12Y" fmla="*/ 14 h 55"/>
                    <a:gd name="GluePoint13X" fmla="*/ 11 w 29"/>
                    <a:gd name="GluePoint13Y" fmla="*/ 30 h 55"/>
                    <a:gd name="GluePoint14X" fmla="*/ 12 w 29"/>
                    <a:gd name="GluePoint14Y" fmla="*/ 30 h 5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61920" rIns="6192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831" name="Freeform 20"/>
                <p:cNvSpPr/>
                <p:nvPr/>
              </p:nvSpPr>
              <p:spPr>
                <a:xfrm>
                  <a:off x="946440" y="6470280"/>
                  <a:ext cx="50040" cy="31680"/>
                </a:xfrm>
                <a:custGeom>
                  <a:avLst/>
                  <a:gdLst>
                    <a:gd name="textAreaLeft" fmla="*/ 0 w 50040"/>
                    <a:gd name="textAreaRight" fmla="*/ 50400 w 50040"/>
                    <a:gd name="textAreaTop" fmla="*/ 0 h 31680"/>
                    <a:gd name="textAreaBottom" fmla="*/ 32040 h 31680"/>
                    <a:gd name="GluePoint1X" fmla="*/ 27 w 27"/>
                    <a:gd name="GluePoint1Y" fmla="*/ 1 h 17"/>
                    <a:gd name="GluePoint2X" fmla="*/ 16 w 27"/>
                    <a:gd name="GluePoint2Y" fmla="*/ 14 h 17"/>
                    <a:gd name="GluePoint3X" fmla="*/ 5 w 27"/>
                    <a:gd name="GluePoint3Y" fmla="*/ 13 h 17"/>
                    <a:gd name="GluePoint4X" fmla="*/ 0 w 27"/>
                    <a:gd name="GluePoint4Y" fmla="*/ 4 h 17"/>
                    <a:gd name="GluePoint5X" fmla="*/ 9 w 27"/>
                    <a:gd name="GluePoint5Y" fmla="*/ 2 h 17"/>
                    <a:gd name="GluePoint6X" fmla="*/ 27 w 27"/>
                    <a:gd name="GluePoint6Y" fmla="*/ 0 h 17"/>
                    <a:gd name="GluePoint7X" fmla="*/ 27 w 27"/>
                    <a:gd name="GluePoint7Y" fmla="*/ 1 h 1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</a:cxnLst>
                  <a:rect l="textAreaLeft" t="textAreaTop" r="textAreaRight" b="textAreaBottom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7240" tIns="15840" rIns="57240" bIns="158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832" name="组合 43"/>
              <p:cNvGrpSpPr/>
              <p:nvPr/>
            </p:nvGrpSpPr>
            <p:grpSpPr>
              <a:xfrm>
                <a:off x="1501920" y="6443640"/>
                <a:ext cx="185400" cy="184680"/>
                <a:chOff x="1501920" y="6443640"/>
                <a:chExt cx="185400" cy="184680"/>
              </a:xfrm>
            </p:grpSpPr>
            <p:sp>
              <p:nvSpPr>
                <p:cNvPr id="833" name="Freeform 11"/>
                <p:cNvSpPr/>
                <p:nvPr/>
              </p:nvSpPr>
              <p:spPr>
                <a:xfrm>
                  <a:off x="1557720" y="6443640"/>
                  <a:ext cx="129600" cy="181440"/>
                </a:xfrm>
                <a:custGeom>
                  <a:avLst/>
                  <a:gdLst>
                    <a:gd name="textAreaLeft" fmla="*/ 0 w 129600"/>
                    <a:gd name="textAreaRight" fmla="*/ 129960 w 129600"/>
                    <a:gd name="textAreaTop" fmla="*/ 0 h 181440"/>
                    <a:gd name="textAreaBottom" fmla="*/ 181800 h 181440"/>
                    <a:gd name="GluePoint1X" fmla="*/ 29 w 72"/>
                    <a:gd name="GluePoint1Y" fmla="*/ 49 h 102"/>
                    <a:gd name="GluePoint2X" fmla="*/ 15 w 72"/>
                    <a:gd name="GluePoint2Y" fmla="*/ 43 h 102"/>
                    <a:gd name="GluePoint3X" fmla="*/ 10 w 72"/>
                    <a:gd name="GluePoint3Y" fmla="*/ 21 h 102"/>
                    <a:gd name="GluePoint4X" fmla="*/ 13 w 72"/>
                    <a:gd name="GluePoint4Y" fmla="*/ 15 h 102"/>
                    <a:gd name="GluePoint5X" fmla="*/ 19 w 72"/>
                    <a:gd name="GluePoint5Y" fmla="*/ 18 h 102"/>
                    <a:gd name="GluePoint6X" fmla="*/ 20 w 72"/>
                    <a:gd name="GluePoint6Y" fmla="*/ 26 h 102"/>
                    <a:gd name="GluePoint7X" fmla="*/ 35 w 72"/>
                    <a:gd name="GluePoint7Y" fmla="*/ 22 h 102"/>
                    <a:gd name="GluePoint8X" fmla="*/ 40 w 72"/>
                    <a:gd name="GluePoint8Y" fmla="*/ 16 h 102"/>
                    <a:gd name="GluePoint9X" fmla="*/ 43 w 72"/>
                    <a:gd name="GluePoint9Y" fmla="*/ 14 h 102"/>
                    <a:gd name="GluePoint10X" fmla="*/ 44 w 72"/>
                    <a:gd name="GluePoint10Y" fmla="*/ 19 h 102"/>
                    <a:gd name="GluePoint11X" fmla="*/ 43 w 72"/>
                    <a:gd name="GluePoint11Y" fmla="*/ 28 h 102"/>
                    <a:gd name="GluePoint12X" fmla="*/ 36 w 72"/>
                    <a:gd name="GluePoint12Y" fmla="*/ 40 h 102"/>
                    <a:gd name="GluePoint13X" fmla="*/ 37 w 72"/>
                    <a:gd name="GluePoint13Y" fmla="*/ 42 h 102"/>
                    <a:gd name="GluePoint14X" fmla="*/ 44 w 72"/>
                    <a:gd name="GluePoint14Y" fmla="*/ 38 h 102"/>
                    <a:gd name="GluePoint15X" fmla="*/ 56 w 72"/>
                    <a:gd name="GluePoint15Y" fmla="*/ 20 h 102"/>
                    <a:gd name="GluePoint16X" fmla="*/ 49 w 72"/>
                    <a:gd name="GluePoint16Y" fmla="*/ 9 h 102"/>
                    <a:gd name="GluePoint17X" fmla="*/ 28 w 72"/>
                    <a:gd name="GluePoint17Y" fmla="*/ 14 h 102"/>
                    <a:gd name="GluePoint18X" fmla="*/ 20 w 72"/>
                    <a:gd name="GluePoint18Y" fmla="*/ 13 h 102"/>
                    <a:gd name="GluePoint19X" fmla="*/ 22 w 72"/>
                    <a:gd name="GluePoint19Y" fmla="*/ 6 h 102"/>
                    <a:gd name="GluePoint20X" fmla="*/ 50 w 72"/>
                    <a:gd name="GluePoint20Y" fmla="*/ 1 h 102"/>
                    <a:gd name="GluePoint21X" fmla="*/ 68 w 72"/>
                    <a:gd name="GluePoint21Y" fmla="*/ 12 h 102"/>
                    <a:gd name="GluePoint22X" fmla="*/ 67 w 72"/>
                    <a:gd name="GluePoint22Y" fmla="*/ 24 h 102"/>
                    <a:gd name="GluePoint23X" fmla="*/ 49 w 72"/>
                    <a:gd name="GluePoint23Y" fmla="*/ 48 h 102"/>
                    <a:gd name="GluePoint24X" fmla="*/ 42 w 72"/>
                    <a:gd name="GluePoint24Y" fmla="*/ 49 h 102"/>
                    <a:gd name="GluePoint25X" fmla="*/ 37 w 72"/>
                    <a:gd name="GluePoint25Y" fmla="*/ 47 h 102"/>
                    <a:gd name="GluePoint26X" fmla="*/ 35 w 72"/>
                    <a:gd name="GluePoint26Y" fmla="*/ 52 h 102"/>
                    <a:gd name="GluePoint27X" fmla="*/ 41 w 72"/>
                    <a:gd name="GluePoint27Y" fmla="*/ 58 h 102"/>
                    <a:gd name="GluePoint28X" fmla="*/ 48 w 72"/>
                    <a:gd name="GluePoint28Y" fmla="*/ 57 h 102"/>
                    <a:gd name="GluePoint29X" fmla="*/ 53 w 72"/>
                    <a:gd name="GluePoint29Y" fmla="*/ 59 h 102"/>
                    <a:gd name="GluePoint30X" fmla="*/ 53 w 72"/>
                    <a:gd name="GluePoint30Y" fmla="*/ 66 h 102"/>
                    <a:gd name="GluePoint31X" fmla="*/ 48 w 72"/>
                    <a:gd name="GluePoint31Y" fmla="*/ 70 h 102"/>
                    <a:gd name="GluePoint32X" fmla="*/ 37 w 72"/>
                    <a:gd name="GluePoint32Y" fmla="*/ 81 h 102"/>
                    <a:gd name="GluePoint33X" fmla="*/ 45 w 72"/>
                    <a:gd name="GluePoint33Y" fmla="*/ 81 h 102"/>
                    <a:gd name="GluePoint34X" fmla="*/ 57 w 72"/>
                    <a:gd name="GluePoint34Y" fmla="*/ 89 h 102"/>
                    <a:gd name="GluePoint35X" fmla="*/ 51 w 72"/>
                    <a:gd name="GluePoint35Y" fmla="*/ 98 h 102"/>
                    <a:gd name="GluePoint36X" fmla="*/ 26 w 72"/>
                    <a:gd name="GluePoint36Y" fmla="*/ 101 h 102"/>
                    <a:gd name="GluePoint37X" fmla="*/ 17 w 72"/>
                    <a:gd name="GluePoint37Y" fmla="*/ 96 h 102"/>
                    <a:gd name="GluePoint38X" fmla="*/ 15 w 72"/>
                    <a:gd name="GluePoint38Y" fmla="*/ 94 h 102"/>
                    <a:gd name="GluePoint39X" fmla="*/ 19 w 72"/>
                    <a:gd name="GluePoint39Y" fmla="*/ 77 h 102"/>
                    <a:gd name="GluePoint40X" fmla="*/ 27 w 72"/>
                    <a:gd name="GluePoint40Y" fmla="*/ 70 h 102"/>
                    <a:gd name="GluePoint41X" fmla="*/ 27 w 72"/>
                    <a:gd name="GluePoint41Y" fmla="*/ 69 h 102"/>
                    <a:gd name="GluePoint42X" fmla="*/ 21 w 72"/>
                    <a:gd name="GluePoint42Y" fmla="*/ 71 h 102"/>
                    <a:gd name="GluePoint43X" fmla="*/ 9 w 72"/>
                    <a:gd name="GluePoint43Y" fmla="*/ 76 h 102"/>
                    <a:gd name="GluePoint44X" fmla="*/ 3 w 72"/>
                    <a:gd name="GluePoint44Y" fmla="*/ 75 h 102"/>
                    <a:gd name="GluePoint45X" fmla="*/ 4 w 72"/>
                    <a:gd name="GluePoint45Y" fmla="*/ 69 h 102"/>
                    <a:gd name="GluePoint46X" fmla="*/ 26 w 72"/>
                    <a:gd name="GluePoint46Y" fmla="*/ 60 h 102"/>
                    <a:gd name="GluePoint47X" fmla="*/ 28 w 72"/>
                    <a:gd name="GluePoint47Y" fmla="*/ 57 h 102"/>
                    <a:gd name="GluePoint48X" fmla="*/ 29 w 72"/>
                    <a:gd name="GluePoint48Y" fmla="*/ 49 h 102"/>
                    <a:gd name="GluePoint49X" fmla="*/ 34 w 72"/>
                    <a:gd name="GluePoint49Y" fmla="*/ 29 h 102"/>
                    <a:gd name="GluePoint50X" fmla="*/ 33 w 72"/>
                    <a:gd name="GluePoint50Y" fmla="*/ 28 h 102"/>
                    <a:gd name="GluePoint51X" fmla="*/ 26 w 72"/>
                    <a:gd name="GluePoint51Y" fmla="*/ 32 h 102"/>
                    <a:gd name="GluePoint52X" fmla="*/ 23 w 72"/>
                    <a:gd name="GluePoint52Y" fmla="*/ 36 h 102"/>
                    <a:gd name="GluePoint53X" fmla="*/ 26 w 72"/>
                    <a:gd name="GluePoint53Y" fmla="*/ 42 h 102"/>
                    <a:gd name="GluePoint54X" fmla="*/ 31 w 72"/>
                    <a:gd name="GluePoint54Y" fmla="*/ 40 h 102"/>
                    <a:gd name="GluePoint55X" fmla="*/ 34 w 72"/>
                    <a:gd name="GluePoint55Y" fmla="*/ 29 h 10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  <a:cxn ang="0">
                      <a:pos x="GluePoint50X" y="GluePoint50Y"/>
                    </a:cxn>
                    <a:cxn ang="0">
                      <a:pos x="GluePoint51X" y="GluePoint51Y"/>
                    </a:cxn>
                    <a:cxn ang="0">
                      <a:pos x="GluePoint52X" y="GluePoint52Y"/>
                    </a:cxn>
                    <a:cxn ang="0">
                      <a:pos x="GluePoint53X" y="GluePoint53Y"/>
                    </a:cxn>
                    <a:cxn ang="0">
                      <a:pos x="GluePoint54X" y="GluePoint54Y"/>
                    </a:cxn>
                    <a:cxn ang="0">
                      <a:pos x="GluePoint55X" y="GluePoint55Y"/>
                    </a:cxn>
                  </a:cxnLst>
                  <a:rect l="textAreaLeft" t="textAreaTop" r="textAreaRight" b="textAreaBottom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834" name="Freeform 12"/>
                <p:cNvSpPr/>
                <p:nvPr/>
              </p:nvSpPr>
              <p:spPr>
                <a:xfrm>
                  <a:off x="1501920" y="6453360"/>
                  <a:ext cx="69480" cy="174960"/>
                </a:xfrm>
                <a:custGeom>
                  <a:avLst/>
                  <a:gdLst>
                    <a:gd name="textAreaLeft" fmla="*/ 0 w 69480"/>
                    <a:gd name="textAreaRight" fmla="*/ 69840 w 69480"/>
                    <a:gd name="textAreaTop" fmla="*/ 0 h 174960"/>
                    <a:gd name="textAreaBottom" fmla="*/ 175320 h 174960"/>
                    <a:gd name="GluePoint1X" fmla="*/ 30 w 39"/>
                    <a:gd name="GluePoint1Y" fmla="*/ 44 h 98"/>
                    <a:gd name="GluePoint2X" fmla="*/ 36 w 39"/>
                    <a:gd name="GluePoint2Y" fmla="*/ 34 h 98"/>
                    <a:gd name="GluePoint3X" fmla="*/ 37 w 39"/>
                    <a:gd name="GluePoint3Y" fmla="*/ 51 h 98"/>
                    <a:gd name="GluePoint4X" fmla="*/ 25 w 39"/>
                    <a:gd name="GluePoint4Y" fmla="*/ 82 h 98"/>
                    <a:gd name="GluePoint5X" fmla="*/ 21 w 39"/>
                    <a:gd name="GluePoint5Y" fmla="*/ 98 h 98"/>
                    <a:gd name="GluePoint6X" fmla="*/ 13 w 39"/>
                    <a:gd name="GluePoint6Y" fmla="*/ 96 h 98"/>
                    <a:gd name="GluePoint7X" fmla="*/ 5 w 39"/>
                    <a:gd name="GluePoint7Y" fmla="*/ 83 h 98"/>
                    <a:gd name="GluePoint8X" fmla="*/ 11 w 39"/>
                    <a:gd name="GluePoint8Y" fmla="*/ 62 h 98"/>
                    <a:gd name="GluePoint9X" fmla="*/ 9 w 39"/>
                    <a:gd name="GluePoint9Y" fmla="*/ 43 h 98"/>
                    <a:gd name="GluePoint10X" fmla="*/ 12 w 39"/>
                    <a:gd name="GluePoint10Y" fmla="*/ 38 h 98"/>
                    <a:gd name="GluePoint11X" fmla="*/ 18 w 39"/>
                    <a:gd name="GluePoint11Y" fmla="*/ 33 h 98"/>
                    <a:gd name="GluePoint12X" fmla="*/ 23 w 39"/>
                    <a:gd name="GluePoint12Y" fmla="*/ 12 h 98"/>
                    <a:gd name="GluePoint13X" fmla="*/ 11 w 39"/>
                    <a:gd name="GluePoint13Y" fmla="*/ 16 h 98"/>
                    <a:gd name="GluePoint14X" fmla="*/ 2 w 39"/>
                    <a:gd name="GluePoint14Y" fmla="*/ 16 h 98"/>
                    <a:gd name="GluePoint15X" fmla="*/ 0 w 39"/>
                    <a:gd name="GluePoint15Y" fmla="*/ 12 h 98"/>
                    <a:gd name="GluePoint16X" fmla="*/ 3 w 39"/>
                    <a:gd name="GluePoint16Y" fmla="*/ 10 h 98"/>
                    <a:gd name="GluePoint17X" fmla="*/ 16 w 39"/>
                    <a:gd name="GluePoint17Y" fmla="*/ 7 h 98"/>
                    <a:gd name="GluePoint18X" fmla="*/ 26 w 39"/>
                    <a:gd name="GluePoint18Y" fmla="*/ 2 h 98"/>
                    <a:gd name="GluePoint19X" fmla="*/ 32 w 39"/>
                    <a:gd name="GluePoint19Y" fmla="*/ 1 h 98"/>
                    <a:gd name="GluePoint20X" fmla="*/ 35 w 39"/>
                    <a:gd name="GluePoint20Y" fmla="*/ 9 h 98"/>
                    <a:gd name="GluePoint21X" fmla="*/ 34 w 39"/>
                    <a:gd name="GluePoint21Y" fmla="*/ 11 h 98"/>
                    <a:gd name="GluePoint22X" fmla="*/ 27 w 39"/>
                    <a:gd name="GluePoint22Y" fmla="*/ 38 h 98"/>
                    <a:gd name="GluePoint23X" fmla="*/ 28 w 39"/>
                    <a:gd name="GluePoint23Y" fmla="*/ 44 h 98"/>
                    <a:gd name="GluePoint24X" fmla="*/ 30 w 39"/>
                    <a:gd name="GluePoint24Y" fmla="*/ 44 h 9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</a:cxnLst>
                  <a:rect l="textAreaLeft" t="textAreaTop" r="textAreaRight" b="textAreaBottom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1840" rIns="518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</p:grp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页样式7-一段一图-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文本框 6"/>
          <p:cNvSpPr/>
          <p:nvPr/>
        </p:nvSpPr>
        <p:spPr>
          <a:xfrm>
            <a:off x="11233080" y="6353280"/>
            <a:ext cx="55044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>
              <a:lnSpc>
                <a:spcPct val="100000"/>
              </a:lnSpc>
            </a:pPr>
            <a:fld id="{91865FAA-3A81-45F7-ADAF-0B591E6E4F21}" type="slidenum">
              <a:rPr lang="en-US" sz="1600" b="0" u="none" strike="noStrike">
                <a:solidFill>
                  <a:schemeClr val="accent3"/>
                </a:solidFill>
                <a:effectLst/>
                <a:uFillTx/>
                <a:latin typeface="微软雅黑"/>
                <a:ea typeface="微软雅黑"/>
              </a:rPr>
              <a:t>1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36" name="直接连接符 37"/>
          <p:cNvCxnSpPr/>
          <p:nvPr/>
        </p:nvCxnSpPr>
        <p:spPr>
          <a:xfrm>
            <a:off x="442800" y="6264000"/>
            <a:ext cx="11306520" cy="36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</a:ln>
        </p:spPr>
      </p:cxnSp>
      <p:grpSp>
        <p:nvGrpSpPr>
          <p:cNvPr id="837" name="组合 33"/>
          <p:cNvGrpSpPr/>
          <p:nvPr/>
        </p:nvGrpSpPr>
        <p:grpSpPr>
          <a:xfrm>
            <a:off x="587160" y="6381720"/>
            <a:ext cx="2479320" cy="304560"/>
            <a:chOff x="587160" y="6381720"/>
            <a:chExt cx="2479320" cy="304560"/>
          </a:xfrm>
        </p:grpSpPr>
        <p:grpSp>
          <p:nvGrpSpPr>
            <p:cNvPr id="838" name="组合 34"/>
            <p:cNvGrpSpPr/>
            <p:nvPr/>
          </p:nvGrpSpPr>
          <p:grpSpPr>
            <a:xfrm>
              <a:off x="2014200" y="6385320"/>
              <a:ext cx="1052280" cy="298080"/>
              <a:chOff x="2014200" y="6385320"/>
              <a:chExt cx="1052280" cy="298080"/>
            </a:xfrm>
          </p:grpSpPr>
          <p:sp>
            <p:nvSpPr>
              <p:cNvPr id="839" name="Freeform 5"/>
              <p:cNvSpPr/>
              <p:nvPr/>
            </p:nvSpPr>
            <p:spPr>
              <a:xfrm>
                <a:off x="2595600" y="6404040"/>
                <a:ext cx="234720" cy="264960"/>
              </a:xfrm>
              <a:custGeom>
                <a:avLst/>
                <a:gdLst>
                  <a:gd name="textAreaLeft" fmla="*/ 0 w 234720"/>
                  <a:gd name="textAreaRight" fmla="*/ 235080 w 234720"/>
                  <a:gd name="textAreaTop" fmla="*/ 0 h 264960"/>
                  <a:gd name="textAreaBottom" fmla="*/ 265320 h 264960"/>
                  <a:gd name="GluePoint1X" fmla="*/ 41 w 125"/>
                  <a:gd name="GluePoint1Y" fmla="*/ 16 h 142"/>
                  <a:gd name="GluePoint2X" fmla="*/ 49 w 125"/>
                  <a:gd name="GluePoint2Y" fmla="*/ 3 h 142"/>
                  <a:gd name="GluePoint3X" fmla="*/ 62 w 125"/>
                  <a:gd name="GluePoint3Y" fmla="*/ 20 h 142"/>
                  <a:gd name="GluePoint4X" fmla="*/ 64 w 125"/>
                  <a:gd name="GluePoint4Y" fmla="*/ 33 h 142"/>
                  <a:gd name="GluePoint5X" fmla="*/ 50 w 125"/>
                  <a:gd name="GluePoint5Y" fmla="*/ 34 h 142"/>
                  <a:gd name="GluePoint6X" fmla="*/ 58 w 125"/>
                  <a:gd name="GluePoint6Y" fmla="*/ 58 h 142"/>
                  <a:gd name="GluePoint7X" fmla="*/ 75 w 125"/>
                  <a:gd name="GluePoint7Y" fmla="*/ 59 h 142"/>
                  <a:gd name="GluePoint8X" fmla="*/ 71 w 125"/>
                  <a:gd name="GluePoint8Y" fmla="*/ 50 h 142"/>
                  <a:gd name="GluePoint9X" fmla="*/ 81 w 125"/>
                  <a:gd name="GluePoint9Y" fmla="*/ 47 h 142"/>
                  <a:gd name="GluePoint10X" fmla="*/ 65 w 125"/>
                  <a:gd name="GluePoint10Y" fmla="*/ 42 h 142"/>
                  <a:gd name="GluePoint11X" fmla="*/ 63 w 125"/>
                  <a:gd name="GluePoint11Y" fmla="*/ 37 h 142"/>
                  <a:gd name="GluePoint12X" fmla="*/ 85 w 125"/>
                  <a:gd name="GluePoint12Y" fmla="*/ 27 h 142"/>
                  <a:gd name="GluePoint13X" fmla="*/ 93 w 125"/>
                  <a:gd name="GluePoint13Y" fmla="*/ 2 h 142"/>
                  <a:gd name="GluePoint14X" fmla="*/ 99 w 125"/>
                  <a:gd name="GluePoint14Y" fmla="*/ 5 h 142"/>
                  <a:gd name="GluePoint15X" fmla="*/ 111 w 125"/>
                  <a:gd name="GluePoint15Y" fmla="*/ 30 h 142"/>
                  <a:gd name="GluePoint16X" fmla="*/ 102 w 125"/>
                  <a:gd name="GluePoint16Y" fmla="*/ 34 h 142"/>
                  <a:gd name="GluePoint17X" fmla="*/ 95 w 125"/>
                  <a:gd name="GluePoint17Y" fmla="*/ 59 h 142"/>
                  <a:gd name="GluePoint18X" fmla="*/ 123 w 125"/>
                  <a:gd name="GluePoint18Y" fmla="*/ 61 h 142"/>
                  <a:gd name="GluePoint19X" fmla="*/ 110 w 125"/>
                  <a:gd name="GluePoint19Y" fmla="*/ 71 h 142"/>
                  <a:gd name="GluePoint20X" fmla="*/ 104 w 125"/>
                  <a:gd name="GluePoint20Y" fmla="*/ 82 h 142"/>
                  <a:gd name="GluePoint21X" fmla="*/ 112 w 125"/>
                  <a:gd name="GluePoint21Y" fmla="*/ 134 h 142"/>
                  <a:gd name="GluePoint22X" fmla="*/ 102 w 125"/>
                  <a:gd name="GluePoint22Y" fmla="*/ 140 h 142"/>
                  <a:gd name="GluePoint23X" fmla="*/ 89 w 125"/>
                  <a:gd name="GluePoint23Y" fmla="*/ 123 h 142"/>
                  <a:gd name="GluePoint24X" fmla="*/ 101 w 125"/>
                  <a:gd name="GluePoint24Y" fmla="*/ 128 h 142"/>
                  <a:gd name="GluePoint25X" fmla="*/ 101 w 125"/>
                  <a:gd name="GluePoint25Y" fmla="*/ 92 h 142"/>
                  <a:gd name="GluePoint26X" fmla="*/ 97 w 125"/>
                  <a:gd name="GluePoint26Y" fmla="*/ 99 h 142"/>
                  <a:gd name="GluePoint27X" fmla="*/ 90 w 125"/>
                  <a:gd name="GluePoint27Y" fmla="*/ 103 h 142"/>
                  <a:gd name="GluePoint28X" fmla="*/ 86 w 125"/>
                  <a:gd name="GluePoint28Y" fmla="*/ 110 h 142"/>
                  <a:gd name="GluePoint29X" fmla="*/ 81 w 125"/>
                  <a:gd name="GluePoint29Y" fmla="*/ 120 h 142"/>
                  <a:gd name="GluePoint30X" fmla="*/ 88 w 125"/>
                  <a:gd name="GluePoint30Y" fmla="*/ 71 h 142"/>
                  <a:gd name="GluePoint31X" fmla="*/ 60 w 125"/>
                  <a:gd name="GluePoint31Y" fmla="*/ 87 h 142"/>
                  <a:gd name="GluePoint32X" fmla="*/ 53 w 125"/>
                  <a:gd name="GluePoint32Y" fmla="*/ 89 h 142"/>
                  <a:gd name="GluePoint33X" fmla="*/ 51 w 125"/>
                  <a:gd name="GluePoint33Y" fmla="*/ 128 h 142"/>
                  <a:gd name="GluePoint34X" fmla="*/ 43 w 125"/>
                  <a:gd name="GluePoint34Y" fmla="*/ 134 h 142"/>
                  <a:gd name="GluePoint35X" fmla="*/ 39 w 125"/>
                  <a:gd name="GluePoint35Y" fmla="*/ 107 h 142"/>
                  <a:gd name="GluePoint36X" fmla="*/ 33 w 125"/>
                  <a:gd name="GluePoint36Y" fmla="*/ 114 h 142"/>
                  <a:gd name="GluePoint37X" fmla="*/ 17 w 125"/>
                  <a:gd name="GluePoint37Y" fmla="*/ 108 h 142"/>
                  <a:gd name="GluePoint38X" fmla="*/ 5 w 125"/>
                  <a:gd name="GluePoint38Y" fmla="*/ 81 h 142"/>
                  <a:gd name="GluePoint39X" fmla="*/ 34 w 125"/>
                  <a:gd name="GluePoint39Y" fmla="*/ 56 h 142"/>
                  <a:gd name="GluePoint40X" fmla="*/ 38 w 125"/>
                  <a:gd name="GluePoint40Y" fmla="*/ 33 h 142"/>
                  <a:gd name="GluePoint41X" fmla="*/ 22 w 125"/>
                  <a:gd name="GluePoint41Y" fmla="*/ 55 h 142"/>
                  <a:gd name="GluePoint42X" fmla="*/ 14 w 125"/>
                  <a:gd name="GluePoint42Y" fmla="*/ 55 h 142"/>
                  <a:gd name="GluePoint43X" fmla="*/ 11 w 125"/>
                  <a:gd name="GluePoint43Y" fmla="*/ 36 h 142"/>
                  <a:gd name="GluePoint44X" fmla="*/ 32 w 125"/>
                  <a:gd name="GluePoint44Y" fmla="*/ 22 h 142"/>
                  <a:gd name="GluePoint45X" fmla="*/ 28 w 125"/>
                  <a:gd name="GluePoint45Y" fmla="*/ 33 h 1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</a:cxnLst>
                <a:rect l="textAreaLeft" t="textAreaTop" r="textAreaRight" b="textAreaBottom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entury Gothic"/>
                </a:endParaRPr>
              </a:p>
            </p:txBody>
          </p:sp>
          <p:sp>
            <p:nvSpPr>
              <p:cNvPr id="840" name="Freeform 6"/>
              <p:cNvSpPr/>
              <p:nvPr/>
            </p:nvSpPr>
            <p:spPr>
              <a:xfrm>
                <a:off x="2931480" y="6444720"/>
                <a:ext cx="135000" cy="2034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203400"/>
                  <a:gd name="textAreaBottom" fmla="*/ 203760 h 203400"/>
                  <a:gd name="GluePoint1X" fmla="*/ 33 w 72"/>
                  <a:gd name="GluePoint1Y" fmla="*/ 76 h 109"/>
                  <a:gd name="GluePoint2X" fmla="*/ 44 w 72"/>
                  <a:gd name="GluePoint2Y" fmla="*/ 73 h 109"/>
                  <a:gd name="GluePoint3X" fmla="*/ 59 w 72"/>
                  <a:gd name="GluePoint3Y" fmla="*/ 71 h 109"/>
                  <a:gd name="GluePoint4X" fmla="*/ 69 w 72"/>
                  <a:gd name="GluePoint4Y" fmla="*/ 92 h 109"/>
                  <a:gd name="GluePoint5X" fmla="*/ 66 w 72"/>
                  <a:gd name="GluePoint5Y" fmla="*/ 94 h 109"/>
                  <a:gd name="GluePoint6X" fmla="*/ 49 w 72"/>
                  <a:gd name="GluePoint6Y" fmla="*/ 96 h 109"/>
                  <a:gd name="GluePoint7X" fmla="*/ 28 w 72"/>
                  <a:gd name="GluePoint7Y" fmla="*/ 106 h 109"/>
                  <a:gd name="GluePoint8X" fmla="*/ 16 w 72"/>
                  <a:gd name="GluePoint8Y" fmla="*/ 106 h 109"/>
                  <a:gd name="GluePoint9X" fmla="*/ 1 w 72"/>
                  <a:gd name="GluePoint9Y" fmla="*/ 80 h 109"/>
                  <a:gd name="GluePoint10X" fmla="*/ 2 w 72"/>
                  <a:gd name="GluePoint10Y" fmla="*/ 74 h 109"/>
                  <a:gd name="GluePoint11X" fmla="*/ 23 w 72"/>
                  <a:gd name="GluePoint11Y" fmla="*/ 31 h 109"/>
                  <a:gd name="GluePoint12X" fmla="*/ 22 w 72"/>
                  <a:gd name="GluePoint12Y" fmla="*/ 26 h 109"/>
                  <a:gd name="GluePoint13X" fmla="*/ 12 w 72"/>
                  <a:gd name="GluePoint13Y" fmla="*/ 16 h 109"/>
                  <a:gd name="GluePoint14X" fmla="*/ 15 w 72"/>
                  <a:gd name="GluePoint14Y" fmla="*/ 10 h 109"/>
                  <a:gd name="GluePoint15X" fmla="*/ 32 w 72"/>
                  <a:gd name="GluePoint15Y" fmla="*/ 5 h 109"/>
                  <a:gd name="GluePoint16X" fmla="*/ 60 w 72"/>
                  <a:gd name="GluePoint16Y" fmla="*/ 18 h 109"/>
                  <a:gd name="GluePoint17X" fmla="*/ 59 w 72"/>
                  <a:gd name="GluePoint17Y" fmla="*/ 26 h 109"/>
                  <a:gd name="GluePoint18X" fmla="*/ 52 w 72"/>
                  <a:gd name="GluePoint18Y" fmla="*/ 36 h 109"/>
                  <a:gd name="GluePoint19X" fmla="*/ 34 w 72"/>
                  <a:gd name="GluePoint19Y" fmla="*/ 72 h 109"/>
                  <a:gd name="GluePoint20X" fmla="*/ 33 w 72"/>
                  <a:gd name="GluePoint20Y" fmla="*/ 76 h 10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</a:cxnLst>
                <a:rect l="textAreaLeft" t="textAreaTop" r="textAreaRight" b="textAreaBottom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entury Gothic"/>
                </a:endParaRPr>
              </a:p>
            </p:txBody>
          </p:sp>
          <p:grpSp>
            <p:nvGrpSpPr>
              <p:cNvPr id="841" name="组合 56"/>
              <p:cNvGrpSpPr/>
              <p:nvPr/>
            </p:nvGrpSpPr>
            <p:grpSpPr>
              <a:xfrm>
                <a:off x="2014200" y="6385320"/>
                <a:ext cx="240480" cy="298080"/>
                <a:chOff x="2014200" y="6385320"/>
                <a:chExt cx="240480" cy="298080"/>
              </a:xfrm>
            </p:grpSpPr>
            <p:sp>
              <p:nvSpPr>
                <p:cNvPr id="842" name="Freeform 7"/>
                <p:cNvSpPr/>
                <p:nvPr/>
              </p:nvSpPr>
              <p:spPr>
                <a:xfrm>
                  <a:off x="2014200" y="6385320"/>
                  <a:ext cx="240480" cy="195840"/>
                </a:xfrm>
                <a:custGeom>
                  <a:avLst/>
                  <a:gdLst>
                    <a:gd name="textAreaLeft" fmla="*/ 0 w 240480"/>
                    <a:gd name="textAreaRight" fmla="*/ 240840 w 240480"/>
                    <a:gd name="textAreaTop" fmla="*/ 0 h 195840"/>
                    <a:gd name="textAreaBottom" fmla="*/ 196200 h 195840"/>
                    <a:gd name="GluePoint1X" fmla="*/ 101 w 128"/>
                    <a:gd name="GluePoint1Y" fmla="*/ 58 h 105"/>
                    <a:gd name="GluePoint2X" fmla="*/ 74 w 128"/>
                    <a:gd name="GluePoint2Y" fmla="*/ 56 h 105"/>
                    <a:gd name="GluePoint3X" fmla="*/ 68 w 128"/>
                    <a:gd name="GluePoint3Y" fmla="*/ 57 h 105"/>
                    <a:gd name="GluePoint4X" fmla="*/ 51 w 128"/>
                    <a:gd name="GluePoint4Y" fmla="*/ 59 h 105"/>
                    <a:gd name="GluePoint5X" fmla="*/ 36 w 128"/>
                    <a:gd name="GluePoint5Y" fmla="*/ 65 h 105"/>
                    <a:gd name="GluePoint6X" fmla="*/ 28 w 128"/>
                    <a:gd name="GluePoint6Y" fmla="*/ 73 h 105"/>
                    <a:gd name="GluePoint7X" fmla="*/ 16 w 128"/>
                    <a:gd name="GluePoint7Y" fmla="*/ 102 h 105"/>
                    <a:gd name="GluePoint8X" fmla="*/ 13 w 128"/>
                    <a:gd name="GluePoint8Y" fmla="*/ 104 h 105"/>
                    <a:gd name="GluePoint9X" fmla="*/ 1 w 128"/>
                    <a:gd name="GluePoint9Y" fmla="*/ 98 h 105"/>
                    <a:gd name="GluePoint10X" fmla="*/ 0 w 128"/>
                    <a:gd name="GluePoint10Y" fmla="*/ 93 h 105"/>
                    <a:gd name="GluePoint11X" fmla="*/ 15 w 128"/>
                    <a:gd name="GluePoint11Y" fmla="*/ 60 h 105"/>
                    <a:gd name="GluePoint12X" fmla="*/ 16 w 128"/>
                    <a:gd name="GluePoint12Y" fmla="*/ 58 h 105"/>
                    <a:gd name="GluePoint13X" fmla="*/ 20 w 128"/>
                    <a:gd name="GluePoint13Y" fmla="*/ 52 h 105"/>
                    <a:gd name="GluePoint14X" fmla="*/ 32 w 128"/>
                    <a:gd name="GluePoint14Y" fmla="*/ 54 h 105"/>
                    <a:gd name="GluePoint15X" fmla="*/ 39 w 128"/>
                    <a:gd name="GluePoint15Y" fmla="*/ 55 h 105"/>
                    <a:gd name="GluePoint16X" fmla="*/ 72 w 128"/>
                    <a:gd name="GluePoint16Y" fmla="*/ 21 h 105"/>
                    <a:gd name="GluePoint17X" fmla="*/ 74 w 128"/>
                    <a:gd name="GluePoint17Y" fmla="*/ 16 h 105"/>
                    <a:gd name="GluePoint18X" fmla="*/ 74 w 128"/>
                    <a:gd name="GluePoint18Y" fmla="*/ 11 h 105"/>
                    <a:gd name="GluePoint19X" fmla="*/ 71 w 128"/>
                    <a:gd name="GluePoint19Y" fmla="*/ 11 h 105"/>
                    <a:gd name="GluePoint20X" fmla="*/ 68 w 128"/>
                    <a:gd name="GluePoint20Y" fmla="*/ 15 h 105"/>
                    <a:gd name="GluePoint21X" fmla="*/ 68 w 128"/>
                    <a:gd name="GluePoint21Y" fmla="*/ 21 h 105"/>
                    <a:gd name="GluePoint22X" fmla="*/ 59 w 128"/>
                    <a:gd name="GluePoint22Y" fmla="*/ 29 h 105"/>
                    <a:gd name="GluePoint23X" fmla="*/ 53 w 128"/>
                    <a:gd name="GluePoint23Y" fmla="*/ 27 h 105"/>
                    <a:gd name="GluePoint24X" fmla="*/ 47 w 128"/>
                    <a:gd name="GluePoint24Y" fmla="*/ 24 h 105"/>
                    <a:gd name="GluePoint25X" fmla="*/ 47 w 128"/>
                    <a:gd name="GluePoint25Y" fmla="*/ 32 h 105"/>
                    <a:gd name="GluePoint26X" fmla="*/ 47 w 128"/>
                    <a:gd name="GluePoint26Y" fmla="*/ 34 h 105"/>
                    <a:gd name="GluePoint27X" fmla="*/ 43 w 128"/>
                    <a:gd name="GluePoint27Y" fmla="*/ 45 h 105"/>
                    <a:gd name="GluePoint28X" fmla="*/ 31 w 128"/>
                    <a:gd name="GluePoint28Y" fmla="*/ 39 h 105"/>
                    <a:gd name="GluePoint29X" fmla="*/ 29 w 128"/>
                    <a:gd name="GluePoint29Y" fmla="*/ 23 h 105"/>
                    <a:gd name="GluePoint30X" fmla="*/ 33 w 128"/>
                    <a:gd name="GluePoint30Y" fmla="*/ 14 h 105"/>
                    <a:gd name="GluePoint31X" fmla="*/ 36 w 128"/>
                    <a:gd name="GluePoint31Y" fmla="*/ 9 h 105"/>
                    <a:gd name="GluePoint32X" fmla="*/ 42 w 128"/>
                    <a:gd name="GluePoint32Y" fmla="*/ 13 h 105"/>
                    <a:gd name="GluePoint33X" fmla="*/ 44 w 128"/>
                    <a:gd name="GluePoint33Y" fmla="*/ 16 h 105"/>
                    <a:gd name="GluePoint34X" fmla="*/ 57 w 128"/>
                    <a:gd name="GluePoint34Y" fmla="*/ 14 h 105"/>
                    <a:gd name="GluePoint35X" fmla="*/ 62 w 128"/>
                    <a:gd name="GluePoint35Y" fmla="*/ 11 h 105"/>
                    <a:gd name="GluePoint36X" fmla="*/ 84 w 128"/>
                    <a:gd name="GluePoint36Y" fmla="*/ 0 h 105"/>
                    <a:gd name="GluePoint37X" fmla="*/ 96 w 128"/>
                    <a:gd name="GluePoint37Y" fmla="*/ 7 h 105"/>
                    <a:gd name="GluePoint38X" fmla="*/ 96 w 128"/>
                    <a:gd name="GluePoint38Y" fmla="*/ 20 h 105"/>
                    <a:gd name="GluePoint39X" fmla="*/ 83 w 128"/>
                    <a:gd name="GluePoint39Y" fmla="*/ 43 h 105"/>
                    <a:gd name="GluePoint40X" fmla="*/ 94 w 128"/>
                    <a:gd name="GluePoint40Y" fmla="*/ 44 h 105"/>
                    <a:gd name="GluePoint41X" fmla="*/ 122 w 128"/>
                    <a:gd name="GluePoint41Y" fmla="*/ 59 h 105"/>
                    <a:gd name="GluePoint42X" fmla="*/ 120 w 128"/>
                    <a:gd name="GluePoint42Y" fmla="*/ 73 h 105"/>
                    <a:gd name="GluePoint43X" fmla="*/ 98 w 128"/>
                    <a:gd name="GluePoint43Y" fmla="*/ 73 h 105"/>
                    <a:gd name="GluePoint44X" fmla="*/ 97 w 128"/>
                    <a:gd name="GluePoint44Y" fmla="*/ 66 h 105"/>
                    <a:gd name="GluePoint45X" fmla="*/ 101 w 128"/>
                    <a:gd name="GluePoint45Y" fmla="*/ 58 h 10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</a:cxnLst>
                  <a:rect l="textAreaLeft" t="textAreaTop" r="textAreaRight" b="textAreaBottom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843" name="Freeform 8"/>
                <p:cNvSpPr/>
                <p:nvPr/>
              </p:nvSpPr>
              <p:spPr>
                <a:xfrm>
                  <a:off x="2065320" y="6504480"/>
                  <a:ext cx="149760" cy="178920"/>
                </a:xfrm>
                <a:custGeom>
                  <a:avLst/>
                  <a:gdLst>
                    <a:gd name="textAreaLeft" fmla="*/ 0 w 149760"/>
                    <a:gd name="textAreaRight" fmla="*/ 150120 w 149760"/>
                    <a:gd name="textAreaTop" fmla="*/ 0 h 178920"/>
                    <a:gd name="textAreaBottom" fmla="*/ 179280 h 178920"/>
                    <a:gd name="GluePoint1X" fmla="*/ 46 w 80"/>
                    <a:gd name="GluePoint1Y" fmla="*/ 29 h 96"/>
                    <a:gd name="GluePoint2X" fmla="*/ 65 w 80"/>
                    <a:gd name="GluePoint2Y" fmla="*/ 29 h 96"/>
                    <a:gd name="GluePoint3X" fmla="*/ 79 w 80"/>
                    <a:gd name="GluePoint3Y" fmla="*/ 41 h 96"/>
                    <a:gd name="GluePoint4X" fmla="*/ 74 w 80"/>
                    <a:gd name="GluePoint4Y" fmla="*/ 43 h 96"/>
                    <a:gd name="GluePoint5X" fmla="*/ 60 w 80"/>
                    <a:gd name="GluePoint5Y" fmla="*/ 43 h 96"/>
                    <a:gd name="GluePoint6X" fmla="*/ 52 w 80"/>
                    <a:gd name="GluePoint6Y" fmla="*/ 50 h 96"/>
                    <a:gd name="GluePoint7X" fmla="*/ 49 w 80"/>
                    <a:gd name="GluePoint7Y" fmla="*/ 87 h 96"/>
                    <a:gd name="GluePoint8X" fmla="*/ 37 w 80"/>
                    <a:gd name="GluePoint8Y" fmla="*/ 95 h 96"/>
                    <a:gd name="GluePoint9X" fmla="*/ 21 w 80"/>
                    <a:gd name="GluePoint9Y" fmla="*/ 68 h 96"/>
                    <a:gd name="GluePoint10X" fmla="*/ 22 w 80"/>
                    <a:gd name="GluePoint10Y" fmla="*/ 62 h 96"/>
                    <a:gd name="GluePoint11X" fmla="*/ 30 w 80"/>
                    <a:gd name="GluePoint11Y" fmla="*/ 72 h 96"/>
                    <a:gd name="GluePoint12X" fmla="*/ 40 w 80"/>
                    <a:gd name="GluePoint12Y" fmla="*/ 70 h 96"/>
                    <a:gd name="GluePoint13X" fmla="*/ 43 w 80"/>
                    <a:gd name="GluePoint13Y" fmla="*/ 46 h 96"/>
                    <a:gd name="GluePoint14X" fmla="*/ 24 w 80"/>
                    <a:gd name="GluePoint14Y" fmla="*/ 52 h 96"/>
                    <a:gd name="GluePoint15X" fmla="*/ 19 w 80"/>
                    <a:gd name="GluePoint15Y" fmla="*/ 54 h 96"/>
                    <a:gd name="GluePoint16X" fmla="*/ 6 w 80"/>
                    <a:gd name="GluePoint16Y" fmla="*/ 54 h 96"/>
                    <a:gd name="GluePoint17X" fmla="*/ 2 w 80"/>
                    <a:gd name="GluePoint17Y" fmla="*/ 40 h 96"/>
                    <a:gd name="GluePoint18X" fmla="*/ 6 w 80"/>
                    <a:gd name="GluePoint18Y" fmla="*/ 37 h 96"/>
                    <a:gd name="GluePoint19X" fmla="*/ 28 w 80"/>
                    <a:gd name="GluePoint19Y" fmla="*/ 33 h 96"/>
                    <a:gd name="GluePoint20X" fmla="*/ 33 w 80"/>
                    <a:gd name="GluePoint20Y" fmla="*/ 32 h 96"/>
                    <a:gd name="GluePoint21X" fmla="*/ 36 w 80"/>
                    <a:gd name="GluePoint21Y" fmla="*/ 22 h 96"/>
                    <a:gd name="GluePoint22X" fmla="*/ 46 w 80"/>
                    <a:gd name="GluePoint22Y" fmla="*/ 12 h 96"/>
                    <a:gd name="GluePoint23X" fmla="*/ 45 w 80"/>
                    <a:gd name="GluePoint23Y" fmla="*/ 10 h 96"/>
                    <a:gd name="GluePoint24X" fmla="*/ 26 w 80"/>
                    <a:gd name="GluePoint24Y" fmla="*/ 17 h 96"/>
                    <a:gd name="GluePoint25X" fmla="*/ 15 w 80"/>
                    <a:gd name="GluePoint25Y" fmla="*/ 24 h 96"/>
                    <a:gd name="GluePoint26X" fmla="*/ 5 w 80"/>
                    <a:gd name="GluePoint26Y" fmla="*/ 22 h 96"/>
                    <a:gd name="GluePoint27X" fmla="*/ 1 w 80"/>
                    <a:gd name="GluePoint27Y" fmla="*/ 17 h 96"/>
                    <a:gd name="GluePoint28X" fmla="*/ 36 w 80"/>
                    <a:gd name="GluePoint28Y" fmla="*/ 2 h 96"/>
                    <a:gd name="GluePoint29X" fmla="*/ 55 w 80"/>
                    <a:gd name="GluePoint29Y" fmla="*/ 0 h 96"/>
                    <a:gd name="GluePoint30X" fmla="*/ 61 w 80"/>
                    <a:gd name="GluePoint30Y" fmla="*/ 6 h 96"/>
                    <a:gd name="GluePoint31X" fmla="*/ 59 w 80"/>
                    <a:gd name="GluePoint31Y" fmla="*/ 13 h 96"/>
                    <a:gd name="GluePoint32X" fmla="*/ 46 w 80"/>
                    <a:gd name="GluePoint32Y" fmla="*/ 29 h 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</a:cxnLst>
                  <a:rect l="textAreaLeft" t="textAreaTop" r="textAreaRight" b="textAreaBottom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844" name="组合 57"/>
              <p:cNvGrpSpPr/>
              <p:nvPr/>
            </p:nvGrpSpPr>
            <p:grpSpPr>
              <a:xfrm>
                <a:off x="2349720" y="6467040"/>
                <a:ext cx="145440" cy="155520"/>
                <a:chOff x="2349720" y="6467040"/>
                <a:chExt cx="145440" cy="155520"/>
              </a:xfrm>
            </p:grpSpPr>
            <p:sp>
              <p:nvSpPr>
                <p:cNvPr id="845" name="Freeform 15"/>
                <p:cNvSpPr/>
                <p:nvPr/>
              </p:nvSpPr>
              <p:spPr>
                <a:xfrm>
                  <a:off x="2349720" y="6501600"/>
                  <a:ext cx="66960" cy="10764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107640"/>
                    <a:gd name="textAreaBottom" fmla="*/ 108000 h 107640"/>
                    <a:gd name="GluePoint1X" fmla="*/ 16 w 39"/>
                    <a:gd name="GluePoint1Y" fmla="*/ 29 h 58"/>
                    <a:gd name="GluePoint2X" fmla="*/ 27 w 39"/>
                    <a:gd name="GluePoint2Y" fmla="*/ 7 h 58"/>
                    <a:gd name="GluePoint3X" fmla="*/ 31 w 39"/>
                    <a:gd name="GluePoint3Y" fmla="*/ 1 h 58"/>
                    <a:gd name="GluePoint4X" fmla="*/ 34 w 39"/>
                    <a:gd name="GluePoint4Y" fmla="*/ 6 h 58"/>
                    <a:gd name="GluePoint5X" fmla="*/ 35 w 39"/>
                    <a:gd name="GluePoint5Y" fmla="*/ 26 h 58"/>
                    <a:gd name="GluePoint6X" fmla="*/ 20 w 39"/>
                    <a:gd name="GluePoint6Y" fmla="*/ 52 h 58"/>
                    <a:gd name="GluePoint7X" fmla="*/ 9 w 39"/>
                    <a:gd name="GluePoint7Y" fmla="*/ 57 h 58"/>
                    <a:gd name="GluePoint8X" fmla="*/ 1 w 39"/>
                    <a:gd name="GluePoint8Y" fmla="*/ 43 h 58"/>
                    <a:gd name="GluePoint9X" fmla="*/ 4 w 39"/>
                    <a:gd name="GluePoint9Y" fmla="*/ 6 h 58"/>
                    <a:gd name="GluePoint10X" fmla="*/ 8 w 39"/>
                    <a:gd name="GluePoint10Y" fmla="*/ 0 h 58"/>
                    <a:gd name="GluePoint11X" fmla="*/ 15 w 39"/>
                    <a:gd name="GluePoint11Y" fmla="*/ 6 h 58"/>
                    <a:gd name="GluePoint12X" fmla="*/ 14 w 39"/>
                    <a:gd name="GluePoint12Y" fmla="*/ 20 h 58"/>
                    <a:gd name="GluePoint13X" fmla="*/ 14 w 39"/>
                    <a:gd name="GluePoint13Y" fmla="*/ 28 h 58"/>
                    <a:gd name="GluePoint14X" fmla="*/ 16 w 39"/>
                    <a:gd name="GluePoint14Y" fmla="*/ 29 h 5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76320" rIns="7632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846" name="Freeform 16"/>
                <p:cNvSpPr/>
                <p:nvPr/>
              </p:nvSpPr>
              <p:spPr>
                <a:xfrm>
                  <a:off x="2422080" y="6470640"/>
                  <a:ext cx="73080" cy="151920"/>
                </a:xfrm>
                <a:custGeom>
                  <a:avLst/>
                  <a:gdLst>
                    <a:gd name="textAreaLeft" fmla="*/ 0 w 73080"/>
                    <a:gd name="textAreaRight" fmla="*/ 73440 w 73080"/>
                    <a:gd name="textAreaTop" fmla="*/ 0 h 151920"/>
                    <a:gd name="textAreaBottom" fmla="*/ 152280 h 151920"/>
                    <a:gd name="GluePoint1X" fmla="*/ 9 w 47"/>
                    <a:gd name="GluePoint1Y" fmla="*/ 73 h 88"/>
                    <a:gd name="GluePoint2X" fmla="*/ 3 w 47"/>
                    <a:gd name="GluePoint2Y" fmla="*/ 67 h 88"/>
                    <a:gd name="GluePoint3X" fmla="*/ 3 w 47"/>
                    <a:gd name="GluePoint3Y" fmla="*/ 57 h 88"/>
                    <a:gd name="GluePoint4X" fmla="*/ 20 w 47"/>
                    <a:gd name="GluePoint4Y" fmla="*/ 38 h 88"/>
                    <a:gd name="GluePoint5X" fmla="*/ 33 w 47"/>
                    <a:gd name="GluePoint5Y" fmla="*/ 20 h 88"/>
                    <a:gd name="GluePoint6X" fmla="*/ 33 w 47"/>
                    <a:gd name="GluePoint6Y" fmla="*/ 4 h 88"/>
                    <a:gd name="GluePoint7X" fmla="*/ 32 w 47"/>
                    <a:gd name="GluePoint7Y" fmla="*/ 1 h 88"/>
                    <a:gd name="GluePoint8X" fmla="*/ 33 w 47"/>
                    <a:gd name="GluePoint8Y" fmla="*/ 0 h 88"/>
                    <a:gd name="GluePoint9X" fmla="*/ 41 w 47"/>
                    <a:gd name="GluePoint9Y" fmla="*/ 6 h 88"/>
                    <a:gd name="GluePoint10X" fmla="*/ 43 w 47"/>
                    <a:gd name="GluePoint10Y" fmla="*/ 26 h 88"/>
                    <a:gd name="GluePoint11X" fmla="*/ 29 w 47"/>
                    <a:gd name="GluePoint11Y" fmla="*/ 48 h 88"/>
                    <a:gd name="GluePoint12X" fmla="*/ 30 w 47"/>
                    <a:gd name="GluePoint12Y" fmla="*/ 52 h 88"/>
                    <a:gd name="GluePoint13X" fmla="*/ 40 w 47"/>
                    <a:gd name="GluePoint13Y" fmla="*/ 73 h 88"/>
                    <a:gd name="GluePoint14X" fmla="*/ 41 w 47"/>
                    <a:gd name="GluePoint14Y" fmla="*/ 84 h 88"/>
                    <a:gd name="GluePoint15X" fmla="*/ 37 w 47"/>
                    <a:gd name="GluePoint15Y" fmla="*/ 86 h 88"/>
                    <a:gd name="GluePoint16X" fmla="*/ 31 w 47"/>
                    <a:gd name="GluePoint16Y" fmla="*/ 75 h 88"/>
                    <a:gd name="GluePoint17X" fmla="*/ 28 w 47"/>
                    <a:gd name="GluePoint17Y" fmla="*/ 60 h 88"/>
                    <a:gd name="GluePoint18X" fmla="*/ 22 w 47"/>
                    <a:gd name="GluePoint18Y" fmla="*/ 59 h 88"/>
                    <a:gd name="GluePoint19X" fmla="*/ 9 w 47"/>
                    <a:gd name="GluePoint19Y" fmla="*/ 73 h 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</a:cxnLst>
                  <a:rect l="textAreaLeft" t="textAreaTop" r="textAreaRight" b="textAreaBottom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83160" rIns="8316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847" name="Freeform 17"/>
                <p:cNvSpPr/>
                <p:nvPr/>
              </p:nvSpPr>
              <p:spPr>
                <a:xfrm>
                  <a:off x="2387880" y="6467040"/>
                  <a:ext cx="47880" cy="27720"/>
                </a:xfrm>
                <a:custGeom>
                  <a:avLst/>
                  <a:gdLst>
                    <a:gd name="textAreaLeft" fmla="*/ 0 w 47880"/>
                    <a:gd name="textAreaRight" fmla="*/ 48240 w 47880"/>
                    <a:gd name="textAreaTop" fmla="*/ 0 h 27720"/>
                    <a:gd name="textAreaBottom" fmla="*/ 28080 h 27720"/>
                    <a:gd name="GluePoint1X" fmla="*/ 0 w 26"/>
                    <a:gd name="GluePoint1Y" fmla="*/ 0 h 19"/>
                    <a:gd name="GluePoint2X" fmla="*/ 20 w 26"/>
                    <a:gd name="GluePoint2Y" fmla="*/ 1 h 19"/>
                    <a:gd name="GluePoint3X" fmla="*/ 23 w 26"/>
                    <a:gd name="GluePoint3Y" fmla="*/ 12 h 19"/>
                    <a:gd name="GluePoint4X" fmla="*/ 12 w 26"/>
                    <a:gd name="GluePoint4Y" fmla="*/ 18 h 19"/>
                    <a:gd name="GluePoint5X" fmla="*/ 3 w 26"/>
                    <a:gd name="GluePoint5Y" fmla="*/ 11 h 19"/>
                    <a:gd name="GluePoint6X" fmla="*/ 0 w 26"/>
                    <a:gd name="GluePoint6Y" fmla="*/ 0 h 1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4720" tIns="14040" rIns="54720" bIns="140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  <p:grpSp>
          <p:nvGrpSpPr>
            <p:cNvPr id="848" name="组合 35"/>
            <p:cNvGrpSpPr/>
            <p:nvPr/>
          </p:nvGrpSpPr>
          <p:grpSpPr>
            <a:xfrm>
              <a:off x="587160" y="6381720"/>
              <a:ext cx="1100160" cy="304560"/>
              <a:chOff x="587160" y="6381720"/>
              <a:chExt cx="1100160" cy="304560"/>
            </a:xfrm>
          </p:grpSpPr>
          <p:grpSp>
            <p:nvGrpSpPr>
              <p:cNvPr id="849" name="组合 36"/>
              <p:cNvGrpSpPr/>
              <p:nvPr/>
            </p:nvGrpSpPr>
            <p:grpSpPr>
              <a:xfrm>
                <a:off x="1171800" y="6431400"/>
                <a:ext cx="212760" cy="223560"/>
                <a:chOff x="1171800" y="6431400"/>
                <a:chExt cx="212760" cy="223560"/>
              </a:xfrm>
            </p:grpSpPr>
            <p:sp>
              <p:nvSpPr>
                <p:cNvPr id="850" name="Freeform 9"/>
                <p:cNvSpPr/>
                <p:nvPr/>
              </p:nvSpPr>
              <p:spPr>
                <a:xfrm>
                  <a:off x="1171800" y="6447960"/>
                  <a:ext cx="110520" cy="187920"/>
                </a:xfrm>
                <a:custGeom>
                  <a:avLst/>
                  <a:gdLst>
                    <a:gd name="textAreaLeft" fmla="*/ 0 w 110520"/>
                    <a:gd name="textAreaRight" fmla="*/ 110880 w 110520"/>
                    <a:gd name="textAreaTop" fmla="*/ 0 h 187920"/>
                    <a:gd name="textAreaBottom" fmla="*/ 188280 h 187920"/>
                    <a:gd name="GluePoint1X" fmla="*/ 39 w 59"/>
                    <a:gd name="GluePoint1Y" fmla="*/ 78 h 101"/>
                    <a:gd name="GluePoint2X" fmla="*/ 17 w 59"/>
                    <a:gd name="GluePoint2Y" fmla="*/ 94 h 101"/>
                    <a:gd name="GluePoint3X" fmla="*/ 8 w 59"/>
                    <a:gd name="GluePoint3Y" fmla="*/ 94 h 101"/>
                    <a:gd name="GluePoint4X" fmla="*/ 0 w 59"/>
                    <a:gd name="GluePoint4Y" fmla="*/ 79 h 101"/>
                    <a:gd name="GluePoint5X" fmla="*/ 17 w 59"/>
                    <a:gd name="GluePoint5Y" fmla="*/ 73 h 101"/>
                    <a:gd name="GluePoint6X" fmla="*/ 10 w 59"/>
                    <a:gd name="GluePoint6Y" fmla="*/ 68 h 101"/>
                    <a:gd name="GluePoint7X" fmla="*/ 8 w 59"/>
                    <a:gd name="GluePoint7Y" fmla="*/ 60 h 101"/>
                    <a:gd name="GluePoint8X" fmla="*/ 18 w 59"/>
                    <a:gd name="GluePoint8Y" fmla="*/ 23 h 101"/>
                    <a:gd name="GluePoint9X" fmla="*/ 26 w 59"/>
                    <a:gd name="GluePoint9Y" fmla="*/ 17 h 101"/>
                    <a:gd name="GluePoint10X" fmla="*/ 36 w 59"/>
                    <a:gd name="GluePoint10Y" fmla="*/ 26 h 101"/>
                    <a:gd name="GluePoint11X" fmla="*/ 36 w 59"/>
                    <a:gd name="GluePoint11Y" fmla="*/ 27 h 101"/>
                    <a:gd name="GluePoint12X" fmla="*/ 43 w 59"/>
                    <a:gd name="GluePoint12Y" fmla="*/ 40 h 101"/>
                    <a:gd name="GluePoint13X" fmla="*/ 42 w 59"/>
                    <a:gd name="GluePoint13Y" fmla="*/ 12 h 101"/>
                    <a:gd name="GluePoint14X" fmla="*/ 21 w 59"/>
                    <a:gd name="GluePoint14Y" fmla="*/ 5 h 101"/>
                    <a:gd name="GluePoint15X" fmla="*/ 44 w 59"/>
                    <a:gd name="GluePoint15Y" fmla="*/ 1 h 101"/>
                    <a:gd name="GluePoint16X" fmla="*/ 57 w 59"/>
                    <a:gd name="GluePoint16Y" fmla="*/ 17 h 101"/>
                    <a:gd name="GluePoint17X" fmla="*/ 56 w 59"/>
                    <a:gd name="GluePoint17Y" fmla="*/ 48 h 101"/>
                    <a:gd name="GluePoint18X" fmla="*/ 57 w 59"/>
                    <a:gd name="GluePoint18Y" fmla="*/ 55 h 101"/>
                    <a:gd name="GluePoint19X" fmla="*/ 55 w 59"/>
                    <a:gd name="GluePoint19Y" fmla="*/ 64 h 101"/>
                    <a:gd name="GluePoint20X" fmla="*/ 54 w 59"/>
                    <a:gd name="GluePoint20Y" fmla="*/ 71 h 101"/>
                    <a:gd name="GluePoint21X" fmla="*/ 52 w 59"/>
                    <a:gd name="GluePoint21Y" fmla="*/ 95 h 101"/>
                    <a:gd name="GluePoint22X" fmla="*/ 49 w 59"/>
                    <a:gd name="GluePoint22Y" fmla="*/ 101 h 101"/>
                    <a:gd name="GluePoint23X" fmla="*/ 43 w 59"/>
                    <a:gd name="GluePoint23Y" fmla="*/ 98 h 101"/>
                    <a:gd name="GluePoint24X" fmla="*/ 38 w 59"/>
                    <a:gd name="GluePoint24Y" fmla="*/ 86 h 101"/>
                    <a:gd name="GluePoint25X" fmla="*/ 39 w 59"/>
                    <a:gd name="GluePoint25Y" fmla="*/ 78 h 101"/>
                    <a:gd name="GluePoint26X" fmla="*/ 42 w 59"/>
                    <a:gd name="GluePoint26Y" fmla="*/ 47 h 101"/>
                    <a:gd name="GluePoint27X" fmla="*/ 32 w 59"/>
                    <a:gd name="GluePoint27Y" fmla="*/ 44 h 101"/>
                    <a:gd name="GluePoint28X" fmla="*/ 29 w 59"/>
                    <a:gd name="GluePoint28Y" fmla="*/ 64 h 101"/>
                    <a:gd name="GluePoint29X" fmla="*/ 42 w 59"/>
                    <a:gd name="GluePoint29Y" fmla="*/ 47 h 10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</a:cxnLst>
                  <a:rect l="textAreaLeft" t="textAreaTop" r="textAreaRight" b="textAreaBottom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851" name="Freeform 10"/>
                <p:cNvSpPr/>
                <p:nvPr/>
              </p:nvSpPr>
              <p:spPr>
                <a:xfrm>
                  <a:off x="1280880" y="6431400"/>
                  <a:ext cx="103680" cy="223560"/>
                </a:xfrm>
                <a:custGeom>
                  <a:avLst/>
                  <a:gdLst>
                    <a:gd name="textAreaLeft" fmla="*/ 0 w 103680"/>
                    <a:gd name="textAreaRight" fmla="*/ 104040 w 103680"/>
                    <a:gd name="textAreaTop" fmla="*/ 0 h 223560"/>
                    <a:gd name="textAreaBottom" fmla="*/ 223920 h 223560"/>
                    <a:gd name="GluePoint1X" fmla="*/ 11 w 55"/>
                    <a:gd name="GluePoint1Y" fmla="*/ 89 h 120"/>
                    <a:gd name="GluePoint2X" fmla="*/ 10 w 55"/>
                    <a:gd name="GluePoint2Y" fmla="*/ 100 h 120"/>
                    <a:gd name="GluePoint3X" fmla="*/ 6 w 55"/>
                    <a:gd name="GluePoint3Y" fmla="*/ 104 h 120"/>
                    <a:gd name="GluePoint4X" fmla="*/ 1 w 55"/>
                    <a:gd name="GluePoint4Y" fmla="*/ 99 h 120"/>
                    <a:gd name="GluePoint5X" fmla="*/ 3 w 55"/>
                    <a:gd name="GluePoint5Y" fmla="*/ 84 h 120"/>
                    <a:gd name="GluePoint6X" fmla="*/ 14 w 55"/>
                    <a:gd name="GluePoint6Y" fmla="*/ 37 h 120"/>
                    <a:gd name="GluePoint7X" fmla="*/ 22 w 55"/>
                    <a:gd name="GluePoint7Y" fmla="*/ 11 h 120"/>
                    <a:gd name="GluePoint8X" fmla="*/ 26 w 55"/>
                    <a:gd name="GluePoint8Y" fmla="*/ 19 h 120"/>
                    <a:gd name="GluePoint9X" fmla="*/ 20 w 55"/>
                    <a:gd name="GluePoint9Y" fmla="*/ 40 h 120"/>
                    <a:gd name="GluePoint10X" fmla="*/ 27 w 55"/>
                    <a:gd name="GluePoint10Y" fmla="*/ 35 h 120"/>
                    <a:gd name="GluePoint11X" fmla="*/ 35 w 55"/>
                    <a:gd name="GluePoint11Y" fmla="*/ 30 h 120"/>
                    <a:gd name="GluePoint12X" fmla="*/ 33 w 55"/>
                    <a:gd name="GluePoint12Y" fmla="*/ 9 h 120"/>
                    <a:gd name="GluePoint13X" fmla="*/ 28 w 55"/>
                    <a:gd name="GluePoint13Y" fmla="*/ 8 h 120"/>
                    <a:gd name="GluePoint14X" fmla="*/ 19 w 55"/>
                    <a:gd name="GluePoint14Y" fmla="*/ 12 h 120"/>
                    <a:gd name="GluePoint15X" fmla="*/ 12 w 55"/>
                    <a:gd name="GluePoint15Y" fmla="*/ 15 h 120"/>
                    <a:gd name="GluePoint16X" fmla="*/ 9 w 55"/>
                    <a:gd name="GluePoint16Y" fmla="*/ 11 h 120"/>
                    <a:gd name="GluePoint17X" fmla="*/ 11 w 55"/>
                    <a:gd name="GluePoint17Y" fmla="*/ 8 h 120"/>
                    <a:gd name="GluePoint18X" fmla="*/ 31 w 55"/>
                    <a:gd name="GluePoint18Y" fmla="*/ 0 h 120"/>
                    <a:gd name="GluePoint19X" fmla="*/ 45 w 55"/>
                    <a:gd name="GluePoint19Y" fmla="*/ 15 h 120"/>
                    <a:gd name="GluePoint20X" fmla="*/ 44 w 55"/>
                    <a:gd name="GluePoint20Y" fmla="*/ 46 h 120"/>
                    <a:gd name="GluePoint21X" fmla="*/ 48 w 55"/>
                    <a:gd name="GluePoint21Y" fmla="*/ 54 h 120"/>
                    <a:gd name="GluePoint22X" fmla="*/ 48 w 55"/>
                    <a:gd name="GluePoint22Y" fmla="*/ 71 h 120"/>
                    <a:gd name="GluePoint23X" fmla="*/ 44 w 55"/>
                    <a:gd name="GluePoint23Y" fmla="*/ 77 h 120"/>
                    <a:gd name="GluePoint24X" fmla="*/ 44 w 55"/>
                    <a:gd name="GluePoint24Y" fmla="*/ 110 h 120"/>
                    <a:gd name="GluePoint25X" fmla="*/ 44 w 55"/>
                    <a:gd name="GluePoint25Y" fmla="*/ 114 h 120"/>
                    <a:gd name="GluePoint26X" fmla="*/ 41 w 55"/>
                    <a:gd name="GluePoint26Y" fmla="*/ 120 h 120"/>
                    <a:gd name="GluePoint27X" fmla="*/ 32 w 55"/>
                    <a:gd name="GluePoint27Y" fmla="*/ 118 h 120"/>
                    <a:gd name="GluePoint28X" fmla="*/ 13 w 55"/>
                    <a:gd name="GluePoint28Y" fmla="*/ 91 h 120"/>
                    <a:gd name="GluePoint29X" fmla="*/ 12 w 55"/>
                    <a:gd name="GluePoint29Y" fmla="*/ 89 h 120"/>
                    <a:gd name="GluePoint30X" fmla="*/ 11 w 55"/>
                    <a:gd name="GluePoint30Y" fmla="*/ 89 h 120"/>
                    <a:gd name="GluePoint31X" fmla="*/ 24 w 55"/>
                    <a:gd name="GluePoint31Y" fmla="*/ 76 h 120"/>
                    <a:gd name="GluePoint32X" fmla="*/ 23 w 55"/>
                    <a:gd name="GluePoint32Y" fmla="*/ 74 h 120"/>
                    <a:gd name="GluePoint33X" fmla="*/ 27 w 55"/>
                    <a:gd name="GluePoint33Y" fmla="*/ 71 h 120"/>
                    <a:gd name="GluePoint34X" fmla="*/ 33 w 55"/>
                    <a:gd name="GluePoint34Y" fmla="*/ 67 h 120"/>
                    <a:gd name="GluePoint35X" fmla="*/ 32 w 55"/>
                    <a:gd name="GluePoint35Y" fmla="*/ 63 h 120"/>
                    <a:gd name="GluePoint36X" fmla="*/ 22 w 55"/>
                    <a:gd name="GluePoint36Y" fmla="*/ 52 h 120"/>
                    <a:gd name="GluePoint37X" fmla="*/ 18 w 55"/>
                    <a:gd name="GluePoint37Y" fmla="*/ 89 h 120"/>
                    <a:gd name="GluePoint38X" fmla="*/ 33 w 55"/>
                    <a:gd name="GluePoint38Y" fmla="*/ 107 h 120"/>
                    <a:gd name="GluePoint39X" fmla="*/ 35 w 55"/>
                    <a:gd name="GluePoint39Y" fmla="*/ 77 h 120"/>
                    <a:gd name="GluePoint40X" fmla="*/ 31 w 55"/>
                    <a:gd name="GluePoint40Y" fmla="*/ 75 h 120"/>
                    <a:gd name="GluePoint41X" fmla="*/ 24 w 55"/>
                    <a:gd name="GluePoint41Y" fmla="*/ 76 h 12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</a:cxnLst>
                  <a:rect l="textAreaLeft" t="textAreaTop" r="textAreaRight" b="textAreaBottom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852" name="组合 38"/>
              <p:cNvGrpSpPr/>
              <p:nvPr/>
            </p:nvGrpSpPr>
            <p:grpSpPr>
              <a:xfrm>
                <a:off x="587160" y="6381720"/>
                <a:ext cx="241200" cy="304560"/>
                <a:chOff x="587160" y="6381720"/>
                <a:chExt cx="241200" cy="304560"/>
              </a:xfrm>
            </p:grpSpPr>
            <p:sp>
              <p:nvSpPr>
                <p:cNvPr id="853" name="Freeform 13"/>
                <p:cNvSpPr/>
                <p:nvPr/>
              </p:nvSpPr>
              <p:spPr>
                <a:xfrm>
                  <a:off x="587160" y="6381720"/>
                  <a:ext cx="241200" cy="288000"/>
                </a:xfrm>
                <a:custGeom>
                  <a:avLst/>
                  <a:gdLst>
                    <a:gd name="textAreaLeft" fmla="*/ 0 w 241200"/>
                    <a:gd name="textAreaRight" fmla="*/ 241560 w 241200"/>
                    <a:gd name="textAreaTop" fmla="*/ 0 h 288000"/>
                    <a:gd name="textAreaBottom" fmla="*/ 288360 h 288000"/>
                    <a:gd name="GluePoint1X" fmla="*/ 54 w 128"/>
                    <a:gd name="GluePoint1Y" fmla="*/ 76 h 154"/>
                    <a:gd name="GluePoint2X" fmla="*/ 66 w 128"/>
                    <a:gd name="GluePoint2Y" fmla="*/ 53 h 154"/>
                    <a:gd name="GluePoint3X" fmla="*/ 49 w 128"/>
                    <a:gd name="GluePoint3Y" fmla="*/ 47 h 154"/>
                    <a:gd name="GluePoint4X" fmla="*/ 64 w 128"/>
                    <a:gd name="GluePoint4Y" fmla="*/ 44 h 154"/>
                    <a:gd name="GluePoint5X" fmla="*/ 83 w 128"/>
                    <a:gd name="GluePoint5Y" fmla="*/ 6 h 154"/>
                    <a:gd name="GluePoint6X" fmla="*/ 91 w 128"/>
                    <a:gd name="GluePoint6Y" fmla="*/ 11 h 154"/>
                    <a:gd name="GluePoint7X" fmla="*/ 96 w 128"/>
                    <a:gd name="GluePoint7Y" fmla="*/ 36 h 154"/>
                    <a:gd name="GluePoint8X" fmla="*/ 106 w 128"/>
                    <a:gd name="GluePoint8Y" fmla="*/ 41 h 154"/>
                    <a:gd name="GluePoint9X" fmla="*/ 82 w 128"/>
                    <a:gd name="GluePoint9Y" fmla="*/ 50 h 154"/>
                    <a:gd name="GluePoint10X" fmla="*/ 71 w 128"/>
                    <a:gd name="GluePoint10Y" fmla="*/ 65 h 154"/>
                    <a:gd name="GluePoint11X" fmla="*/ 110 w 128"/>
                    <a:gd name="GluePoint11Y" fmla="*/ 74 h 154"/>
                    <a:gd name="GluePoint12X" fmla="*/ 101 w 128"/>
                    <a:gd name="GluePoint12Y" fmla="*/ 87 h 154"/>
                    <a:gd name="GluePoint13X" fmla="*/ 111 w 128"/>
                    <a:gd name="GluePoint13Y" fmla="*/ 98 h 154"/>
                    <a:gd name="GluePoint14X" fmla="*/ 92 w 128"/>
                    <a:gd name="GluePoint14Y" fmla="*/ 104 h 154"/>
                    <a:gd name="GluePoint15X" fmla="*/ 86 w 128"/>
                    <a:gd name="GluePoint15Y" fmla="*/ 116 h 154"/>
                    <a:gd name="GluePoint16X" fmla="*/ 124 w 128"/>
                    <a:gd name="GluePoint16Y" fmla="*/ 112 h 154"/>
                    <a:gd name="GluePoint17X" fmla="*/ 120 w 128"/>
                    <a:gd name="GluePoint17Y" fmla="*/ 122 h 154"/>
                    <a:gd name="GluePoint18X" fmla="*/ 111 w 128"/>
                    <a:gd name="GluePoint18Y" fmla="*/ 144 h 154"/>
                    <a:gd name="GluePoint19X" fmla="*/ 105 w 128"/>
                    <a:gd name="GluePoint19Y" fmla="*/ 153 h 154"/>
                    <a:gd name="GluePoint20X" fmla="*/ 55 w 128"/>
                    <a:gd name="GluePoint20Y" fmla="*/ 129 h 154"/>
                    <a:gd name="GluePoint21X" fmla="*/ 53 w 128"/>
                    <a:gd name="GluePoint21Y" fmla="*/ 121 h 154"/>
                    <a:gd name="GluePoint22X" fmla="*/ 61 w 128"/>
                    <a:gd name="GluePoint22Y" fmla="*/ 125 h 154"/>
                    <a:gd name="GluePoint23X" fmla="*/ 94 w 128"/>
                    <a:gd name="GluePoint23Y" fmla="*/ 140 h 154"/>
                    <a:gd name="GluePoint24X" fmla="*/ 85 w 128"/>
                    <a:gd name="GluePoint24Y" fmla="*/ 127 h 154"/>
                    <a:gd name="GluePoint25X" fmla="*/ 71 w 128"/>
                    <a:gd name="GluePoint25Y" fmla="*/ 108 h 154"/>
                    <a:gd name="GluePoint26X" fmla="*/ 52 w 128"/>
                    <a:gd name="GluePoint26Y" fmla="*/ 113 h 154"/>
                    <a:gd name="GluePoint27X" fmla="*/ 38 w 128"/>
                    <a:gd name="GluePoint27Y" fmla="*/ 97 h 154"/>
                    <a:gd name="GluePoint28X" fmla="*/ 51 w 128"/>
                    <a:gd name="GluePoint28Y" fmla="*/ 97 h 154"/>
                    <a:gd name="GluePoint29X" fmla="*/ 34 w 128"/>
                    <a:gd name="GluePoint29Y" fmla="*/ 93 h 154"/>
                    <a:gd name="GluePoint30X" fmla="*/ 35 w 128"/>
                    <a:gd name="GluePoint30Y" fmla="*/ 105 h 154"/>
                    <a:gd name="GluePoint31X" fmla="*/ 26 w 128"/>
                    <a:gd name="GluePoint31Y" fmla="*/ 154 h 154"/>
                    <a:gd name="GluePoint32X" fmla="*/ 20 w 128"/>
                    <a:gd name="GluePoint32Y" fmla="*/ 118 h 154"/>
                    <a:gd name="GluePoint33X" fmla="*/ 0 w 128"/>
                    <a:gd name="GluePoint33Y" fmla="*/ 103 h 154"/>
                    <a:gd name="GluePoint34X" fmla="*/ 19 w 128"/>
                    <a:gd name="GluePoint34Y" fmla="*/ 72 h 154"/>
                    <a:gd name="GluePoint35X" fmla="*/ 25 w 128"/>
                    <a:gd name="GluePoint35Y" fmla="*/ 51 h 154"/>
                    <a:gd name="GluePoint36X" fmla="*/ 39 w 128"/>
                    <a:gd name="GluePoint36Y" fmla="*/ 14 h 154"/>
                    <a:gd name="GluePoint37X" fmla="*/ 51 w 128"/>
                    <a:gd name="GluePoint37Y" fmla="*/ 24 h 154"/>
                    <a:gd name="GluePoint38X" fmla="*/ 39 w 128"/>
                    <a:gd name="GluePoint38Y" fmla="*/ 44 h 154"/>
                    <a:gd name="GluePoint39X" fmla="*/ 48 w 128"/>
                    <a:gd name="GluePoint39Y" fmla="*/ 73 h 154"/>
                    <a:gd name="GluePoint40X" fmla="*/ 81 w 128"/>
                    <a:gd name="GluePoint40Y" fmla="*/ 90 h 154"/>
                    <a:gd name="GluePoint41X" fmla="*/ 92 w 128"/>
                    <a:gd name="GluePoint41Y" fmla="*/ 71 h 154"/>
                    <a:gd name="GluePoint42X" fmla="*/ 81 w 128"/>
                    <a:gd name="GluePoint42Y" fmla="*/ 80 h 154"/>
                    <a:gd name="GluePoint43X" fmla="*/ 76 w 128"/>
                    <a:gd name="GluePoint43Y" fmla="*/ 73 h 154"/>
                    <a:gd name="GluePoint44X" fmla="*/ 67 w 128"/>
                    <a:gd name="GluePoint44Y" fmla="*/ 79 h 154"/>
                    <a:gd name="GluePoint45X" fmla="*/ 76 w 128"/>
                    <a:gd name="GluePoint45Y" fmla="*/ 73 h 154"/>
                    <a:gd name="GluePoint46X" fmla="*/ 56 w 128"/>
                    <a:gd name="GluePoint46Y" fmla="*/ 88 h 154"/>
                    <a:gd name="GluePoint47X" fmla="*/ 63 w 128"/>
                    <a:gd name="GluePoint47Y" fmla="*/ 81 h 154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</a:cxnLst>
                  <a:rect l="textAreaLeft" t="textAreaTop" r="textAreaRight" b="textAreaBottom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854" name="Freeform 14"/>
                <p:cNvSpPr/>
                <p:nvPr/>
              </p:nvSpPr>
              <p:spPr>
                <a:xfrm>
                  <a:off x="653760" y="6606360"/>
                  <a:ext cx="29520" cy="79920"/>
                </a:xfrm>
                <a:custGeom>
                  <a:avLst/>
                  <a:gdLst>
                    <a:gd name="textAreaLeft" fmla="*/ 0 w 29520"/>
                    <a:gd name="textAreaRight" fmla="*/ 29880 w 29520"/>
                    <a:gd name="textAreaTop" fmla="*/ 0 h 79920"/>
                    <a:gd name="textAreaBottom" fmla="*/ 80280 h 79920"/>
                    <a:gd name="GluePoint1X" fmla="*/ 9 w 16"/>
                    <a:gd name="GluePoint1Y" fmla="*/ 0 h 43"/>
                    <a:gd name="GluePoint2X" fmla="*/ 15 w 16"/>
                    <a:gd name="GluePoint2Y" fmla="*/ 11 h 43"/>
                    <a:gd name="GluePoint3X" fmla="*/ 9 w 16"/>
                    <a:gd name="GluePoint3Y" fmla="*/ 43 h 43"/>
                    <a:gd name="GluePoint4X" fmla="*/ 2 w 16"/>
                    <a:gd name="GluePoint4Y" fmla="*/ 39 h 43"/>
                    <a:gd name="GluePoint5X" fmla="*/ 0 w 16"/>
                    <a:gd name="GluePoint5Y" fmla="*/ 35 h 43"/>
                    <a:gd name="GluePoint6X" fmla="*/ 9 w 16"/>
                    <a:gd name="GluePoint6Y" fmla="*/ 0 h 4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34200" tIns="39960" rIns="34200" bIns="3996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855" name="组合 39"/>
              <p:cNvGrpSpPr/>
              <p:nvPr/>
            </p:nvGrpSpPr>
            <p:grpSpPr>
              <a:xfrm>
                <a:off x="914400" y="6468840"/>
                <a:ext cx="161640" cy="139320"/>
                <a:chOff x="914400" y="6468840"/>
                <a:chExt cx="161640" cy="139320"/>
              </a:xfrm>
            </p:grpSpPr>
            <p:sp>
              <p:nvSpPr>
                <p:cNvPr id="856" name="Freeform 18"/>
                <p:cNvSpPr/>
                <p:nvPr/>
              </p:nvSpPr>
              <p:spPr>
                <a:xfrm>
                  <a:off x="968760" y="6468840"/>
                  <a:ext cx="107280" cy="139320"/>
                </a:xfrm>
                <a:custGeom>
                  <a:avLst/>
                  <a:gdLst>
                    <a:gd name="textAreaLeft" fmla="*/ 0 w 107280"/>
                    <a:gd name="textAreaRight" fmla="*/ 107640 w 107280"/>
                    <a:gd name="textAreaTop" fmla="*/ 0 h 139320"/>
                    <a:gd name="textAreaBottom" fmla="*/ 139680 h 139320"/>
                    <a:gd name="GluePoint1X" fmla="*/ 49 w 57"/>
                    <a:gd name="GluePoint1Y" fmla="*/ 74 h 75"/>
                    <a:gd name="GluePoint2X" fmla="*/ 40 w 57"/>
                    <a:gd name="GluePoint2Y" fmla="*/ 67 h 75"/>
                    <a:gd name="GluePoint3X" fmla="*/ 33 w 57"/>
                    <a:gd name="GluePoint3Y" fmla="*/ 48 h 75"/>
                    <a:gd name="GluePoint4X" fmla="*/ 27 w 57"/>
                    <a:gd name="GluePoint4Y" fmla="*/ 46 h 75"/>
                    <a:gd name="GluePoint5X" fmla="*/ 11 w 57"/>
                    <a:gd name="GluePoint5Y" fmla="*/ 60 h 75"/>
                    <a:gd name="GluePoint6X" fmla="*/ 5 w 57"/>
                    <a:gd name="GluePoint6Y" fmla="*/ 60 h 75"/>
                    <a:gd name="GluePoint7X" fmla="*/ 6 w 57"/>
                    <a:gd name="GluePoint7Y" fmla="*/ 46 h 75"/>
                    <a:gd name="GluePoint8X" fmla="*/ 27 w 57"/>
                    <a:gd name="GluePoint8Y" fmla="*/ 26 h 75"/>
                    <a:gd name="GluePoint9X" fmla="*/ 40 w 57"/>
                    <a:gd name="GluePoint9Y" fmla="*/ 10 h 75"/>
                    <a:gd name="GluePoint10X" fmla="*/ 41 w 57"/>
                    <a:gd name="GluePoint10Y" fmla="*/ 6 h 75"/>
                    <a:gd name="GluePoint11X" fmla="*/ 45 w 57"/>
                    <a:gd name="GluePoint11Y" fmla="*/ 0 h 75"/>
                    <a:gd name="GluePoint12X" fmla="*/ 53 w 57"/>
                    <a:gd name="GluePoint12Y" fmla="*/ 3 h 75"/>
                    <a:gd name="GluePoint13X" fmla="*/ 53 w 57"/>
                    <a:gd name="GluePoint13Y" fmla="*/ 20 h 75"/>
                    <a:gd name="GluePoint14X" fmla="*/ 37 w 57"/>
                    <a:gd name="GluePoint14Y" fmla="*/ 38 h 75"/>
                    <a:gd name="GluePoint15X" fmla="*/ 49 w 57"/>
                    <a:gd name="GluePoint15Y" fmla="*/ 74 h 7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857" name="Freeform 19"/>
                <p:cNvSpPr/>
                <p:nvPr/>
              </p:nvSpPr>
              <p:spPr>
                <a:xfrm>
                  <a:off x="914400" y="6503760"/>
                  <a:ext cx="54000" cy="102960"/>
                </a:xfrm>
                <a:custGeom>
                  <a:avLst/>
                  <a:gdLst>
                    <a:gd name="textAreaLeft" fmla="*/ 0 w 54000"/>
                    <a:gd name="textAreaRight" fmla="*/ 54360 w 54000"/>
                    <a:gd name="textAreaTop" fmla="*/ 0 h 102960"/>
                    <a:gd name="textAreaBottom" fmla="*/ 103320 h 102960"/>
                    <a:gd name="GluePoint1X" fmla="*/ 12 w 29"/>
                    <a:gd name="GluePoint1Y" fmla="*/ 30 h 55"/>
                    <a:gd name="GluePoint2X" fmla="*/ 20 w 29"/>
                    <a:gd name="GluePoint2Y" fmla="*/ 7 h 55"/>
                    <a:gd name="GluePoint3X" fmla="*/ 25 w 29"/>
                    <a:gd name="GluePoint3Y" fmla="*/ 1 h 55"/>
                    <a:gd name="GluePoint4X" fmla="*/ 26 w 29"/>
                    <a:gd name="GluePoint4Y" fmla="*/ 9 h 55"/>
                    <a:gd name="GluePoint5X" fmla="*/ 16 w 29"/>
                    <a:gd name="GluePoint5Y" fmla="*/ 39 h 55"/>
                    <a:gd name="GluePoint6X" fmla="*/ 13 w 29"/>
                    <a:gd name="GluePoint6Y" fmla="*/ 52 h 55"/>
                    <a:gd name="GluePoint7X" fmla="*/ 7 w 29"/>
                    <a:gd name="GluePoint7Y" fmla="*/ 54 h 55"/>
                    <a:gd name="GluePoint8X" fmla="*/ 2 w 29"/>
                    <a:gd name="GluePoint8Y" fmla="*/ 41 h 55"/>
                    <a:gd name="GluePoint9X" fmla="*/ 3 w 29"/>
                    <a:gd name="GluePoint9Y" fmla="*/ 32 h 55"/>
                    <a:gd name="GluePoint10X" fmla="*/ 2 w 29"/>
                    <a:gd name="GluePoint10Y" fmla="*/ 6 h 55"/>
                    <a:gd name="GluePoint11X" fmla="*/ 6 w 29"/>
                    <a:gd name="GluePoint11Y" fmla="*/ 5 h 55"/>
                    <a:gd name="GluePoint12X" fmla="*/ 10 w 29"/>
                    <a:gd name="GluePoint12Y" fmla="*/ 14 h 55"/>
                    <a:gd name="GluePoint13X" fmla="*/ 11 w 29"/>
                    <a:gd name="GluePoint13Y" fmla="*/ 30 h 55"/>
                    <a:gd name="GluePoint14X" fmla="*/ 12 w 29"/>
                    <a:gd name="GluePoint14Y" fmla="*/ 30 h 5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61920" rIns="6192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858" name="Freeform 20"/>
                <p:cNvSpPr/>
                <p:nvPr/>
              </p:nvSpPr>
              <p:spPr>
                <a:xfrm>
                  <a:off x="946440" y="6470280"/>
                  <a:ext cx="50040" cy="31680"/>
                </a:xfrm>
                <a:custGeom>
                  <a:avLst/>
                  <a:gdLst>
                    <a:gd name="textAreaLeft" fmla="*/ 0 w 50040"/>
                    <a:gd name="textAreaRight" fmla="*/ 50400 w 50040"/>
                    <a:gd name="textAreaTop" fmla="*/ 0 h 31680"/>
                    <a:gd name="textAreaBottom" fmla="*/ 32040 h 31680"/>
                    <a:gd name="GluePoint1X" fmla="*/ 27 w 27"/>
                    <a:gd name="GluePoint1Y" fmla="*/ 1 h 17"/>
                    <a:gd name="GluePoint2X" fmla="*/ 16 w 27"/>
                    <a:gd name="GluePoint2Y" fmla="*/ 14 h 17"/>
                    <a:gd name="GluePoint3X" fmla="*/ 5 w 27"/>
                    <a:gd name="GluePoint3Y" fmla="*/ 13 h 17"/>
                    <a:gd name="GluePoint4X" fmla="*/ 0 w 27"/>
                    <a:gd name="GluePoint4Y" fmla="*/ 4 h 17"/>
                    <a:gd name="GluePoint5X" fmla="*/ 9 w 27"/>
                    <a:gd name="GluePoint5Y" fmla="*/ 2 h 17"/>
                    <a:gd name="GluePoint6X" fmla="*/ 27 w 27"/>
                    <a:gd name="GluePoint6Y" fmla="*/ 0 h 17"/>
                    <a:gd name="GluePoint7X" fmla="*/ 27 w 27"/>
                    <a:gd name="GluePoint7Y" fmla="*/ 1 h 1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</a:cxnLst>
                  <a:rect l="textAreaLeft" t="textAreaTop" r="textAreaRight" b="textAreaBottom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7240" tIns="15840" rIns="57240" bIns="158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859" name="组合 43"/>
              <p:cNvGrpSpPr/>
              <p:nvPr/>
            </p:nvGrpSpPr>
            <p:grpSpPr>
              <a:xfrm>
                <a:off x="1501920" y="6443640"/>
                <a:ext cx="185400" cy="184680"/>
                <a:chOff x="1501920" y="6443640"/>
                <a:chExt cx="185400" cy="184680"/>
              </a:xfrm>
            </p:grpSpPr>
            <p:sp>
              <p:nvSpPr>
                <p:cNvPr id="860" name="Freeform 11"/>
                <p:cNvSpPr/>
                <p:nvPr/>
              </p:nvSpPr>
              <p:spPr>
                <a:xfrm>
                  <a:off x="1557720" y="6443640"/>
                  <a:ext cx="129600" cy="181440"/>
                </a:xfrm>
                <a:custGeom>
                  <a:avLst/>
                  <a:gdLst>
                    <a:gd name="textAreaLeft" fmla="*/ 0 w 129600"/>
                    <a:gd name="textAreaRight" fmla="*/ 129960 w 129600"/>
                    <a:gd name="textAreaTop" fmla="*/ 0 h 181440"/>
                    <a:gd name="textAreaBottom" fmla="*/ 181800 h 181440"/>
                    <a:gd name="GluePoint1X" fmla="*/ 29 w 72"/>
                    <a:gd name="GluePoint1Y" fmla="*/ 49 h 102"/>
                    <a:gd name="GluePoint2X" fmla="*/ 15 w 72"/>
                    <a:gd name="GluePoint2Y" fmla="*/ 43 h 102"/>
                    <a:gd name="GluePoint3X" fmla="*/ 10 w 72"/>
                    <a:gd name="GluePoint3Y" fmla="*/ 21 h 102"/>
                    <a:gd name="GluePoint4X" fmla="*/ 13 w 72"/>
                    <a:gd name="GluePoint4Y" fmla="*/ 15 h 102"/>
                    <a:gd name="GluePoint5X" fmla="*/ 19 w 72"/>
                    <a:gd name="GluePoint5Y" fmla="*/ 18 h 102"/>
                    <a:gd name="GluePoint6X" fmla="*/ 20 w 72"/>
                    <a:gd name="GluePoint6Y" fmla="*/ 26 h 102"/>
                    <a:gd name="GluePoint7X" fmla="*/ 35 w 72"/>
                    <a:gd name="GluePoint7Y" fmla="*/ 22 h 102"/>
                    <a:gd name="GluePoint8X" fmla="*/ 40 w 72"/>
                    <a:gd name="GluePoint8Y" fmla="*/ 16 h 102"/>
                    <a:gd name="GluePoint9X" fmla="*/ 43 w 72"/>
                    <a:gd name="GluePoint9Y" fmla="*/ 14 h 102"/>
                    <a:gd name="GluePoint10X" fmla="*/ 44 w 72"/>
                    <a:gd name="GluePoint10Y" fmla="*/ 19 h 102"/>
                    <a:gd name="GluePoint11X" fmla="*/ 43 w 72"/>
                    <a:gd name="GluePoint11Y" fmla="*/ 28 h 102"/>
                    <a:gd name="GluePoint12X" fmla="*/ 36 w 72"/>
                    <a:gd name="GluePoint12Y" fmla="*/ 40 h 102"/>
                    <a:gd name="GluePoint13X" fmla="*/ 37 w 72"/>
                    <a:gd name="GluePoint13Y" fmla="*/ 42 h 102"/>
                    <a:gd name="GluePoint14X" fmla="*/ 44 w 72"/>
                    <a:gd name="GluePoint14Y" fmla="*/ 38 h 102"/>
                    <a:gd name="GluePoint15X" fmla="*/ 56 w 72"/>
                    <a:gd name="GluePoint15Y" fmla="*/ 20 h 102"/>
                    <a:gd name="GluePoint16X" fmla="*/ 49 w 72"/>
                    <a:gd name="GluePoint16Y" fmla="*/ 9 h 102"/>
                    <a:gd name="GluePoint17X" fmla="*/ 28 w 72"/>
                    <a:gd name="GluePoint17Y" fmla="*/ 14 h 102"/>
                    <a:gd name="GluePoint18X" fmla="*/ 20 w 72"/>
                    <a:gd name="GluePoint18Y" fmla="*/ 13 h 102"/>
                    <a:gd name="GluePoint19X" fmla="*/ 22 w 72"/>
                    <a:gd name="GluePoint19Y" fmla="*/ 6 h 102"/>
                    <a:gd name="GluePoint20X" fmla="*/ 50 w 72"/>
                    <a:gd name="GluePoint20Y" fmla="*/ 1 h 102"/>
                    <a:gd name="GluePoint21X" fmla="*/ 68 w 72"/>
                    <a:gd name="GluePoint21Y" fmla="*/ 12 h 102"/>
                    <a:gd name="GluePoint22X" fmla="*/ 67 w 72"/>
                    <a:gd name="GluePoint22Y" fmla="*/ 24 h 102"/>
                    <a:gd name="GluePoint23X" fmla="*/ 49 w 72"/>
                    <a:gd name="GluePoint23Y" fmla="*/ 48 h 102"/>
                    <a:gd name="GluePoint24X" fmla="*/ 42 w 72"/>
                    <a:gd name="GluePoint24Y" fmla="*/ 49 h 102"/>
                    <a:gd name="GluePoint25X" fmla="*/ 37 w 72"/>
                    <a:gd name="GluePoint25Y" fmla="*/ 47 h 102"/>
                    <a:gd name="GluePoint26X" fmla="*/ 35 w 72"/>
                    <a:gd name="GluePoint26Y" fmla="*/ 52 h 102"/>
                    <a:gd name="GluePoint27X" fmla="*/ 41 w 72"/>
                    <a:gd name="GluePoint27Y" fmla="*/ 58 h 102"/>
                    <a:gd name="GluePoint28X" fmla="*/ 48 w 72"/>
                    <a:gd name="GluePoint28Y" fmla="*/ 57 h 102"/>
                    <a:gd name="GluePoint29X" fmla="*/ 53 w 72"/>
                    <a:gd name="GluePoint29Y" fmla="*/ 59 h 102"/>
                    <a:gd name="GluePoint30X" fmla="*/ 53 w 72"/>
                    <a:gd name="GluePoint30Y" fmla="*/ 66 h 102"/>
                    <a:gd name="GluePoint31X" fmla="*/ 48 w 72"/>
                    <a:gd name="GluePoint31Y" fmla="*/ 70 h 102"/>
                    <a:gd name="GluePoint32X" fmla="*/ 37 w 72"/>
                    <a:gd name="GluePoint32Y" fmla="*/ 81 h 102"/>
                    <a:gd name="GluePoint33X" fmla="*/ 45 w 72"/>
                    <a:gd name="GluePoint33Y" fmla="*/ 81 h 102"/>
                    <a:gd name="GluePoint34X" fmla="*/ 57 w 72"/>
                    <a:gd name="GluePoint34Y" fmla="*/ 89 h 102"/>
                    <a:gd name="GluePoint35X" fmla="*/ 51 w 72"/>
                    <a:gd name="GluePoint35Y" fmla="*/ 98 h 102"/>
                    <a:gd name="GluePoint36X" fmla="*/ 26 w 72"/>
                    <a:gd name="GluePoint36Y" fmla="*/ 101 h 102"/>
                    <a:gd name="GluePoint37X" fmla="*/ 17 w 72"/>
                    <a:gd name="GluePoint37Y" fmla="*/ 96 h 102"/>
                    <a:gd name="GluePoint38X" fmla="*/ 15 w 72"/>
                    <a:gd name="GluePoint38Y" fmla="*/ 94 h 102"/>
                    <a:gd name="GluePoint39X" fmla="*/ 19 w 72"/>
                    <a:gd name="GluePoint39Y" fmla="*/ 77 h 102"/>
                    <a:gd name="GluePoint40X" fmla="*/ 27 w 72"/>
                    <a:gd name="GluePoint40Y" fmla="*/ 70 h 102"/>
                    <a:gd name="GluePoint41X" fmla="*/ 27 w 72"/>
                    <a:gd name="GluePoint41Y" fmla="*/ 69 h 102"/>
                    <a:gd name="GluePoint42X" fmla="*/ 21 w 72"/>
                    <a:gd name="GluePoint42Y" fmla="*/ 71 h 102"/>
                    <a:gd name="GluePoint43X" fmla="*/ 9 w 72"/>
                    <a:gd name="GluePoint43Y" fmla="*/ 76 h 102"/>
                    <a:gd name="GluePoint44X" fmla="*/ 3 w 72"/>
                    <a:gd name="GluePoint44Y" fmla="*/ 75 h 102"/>
                    <a:gd name="GluePoint45X" fmla="*/ 4 w 72"/>
                    <a:gd name="GluePoint45Y" fmla="*/ 69 h 102"/>
                    <a:gd name="GluePoint46X" fmla="*/ 26 w 72"/>
                    <a:gd name="GluePoint46Y" fmla="*/ 60 h 102"/>
                    <a:gd name="GluePoint47X" fmla="*/ 28 w 72"/>
                    <a:gd name="GluePoint47Y" fmla="*/ 57 h 102"/>
                    <a:gd name="GluePoint48X" fmla="*/ 29 w 72"/>
                    <a:gd name="GluePoint48Y" fmla="*/ 49 h 102"/>
                    <a:gd name="GluePoint49X" fmla="*/ 34 w 72"/>
                    <a:gd name="GluePoint49Y" fmla="*/ 29 h 102"/>
                    <a:gd name="GluePoint50X" fmla="*/ 33 w 72"/>
                    <a:gd name="GluePoint50Y" fmla="*/ 28 h 102"/>
                    <a:gd name="GluePoint51X" fmla="*/ 26 w 72"/>
                    <a:gd name="GluePoint51Y" fmla="*/ 32 h 102"/>
                    <a:gd name="GluePoint52X" fmla="*/ 23 w 72"/>
                    <a:gd name="GluePoint52Y" fmla="*/ 36 h 102"/>
                    <a:gd name="GluePoint53X" fmla="*/ 26 w 72"/>
                    <a:gd name="GluePoint53Y" fmla="*/ 42 h 102"/>
                    <a:gd name="GluePoint54X" fmla="*/ 31 w 72"/>
                    <a:gd name="GluePoint54Y" fmla="*/ 40 h 102"/>
                    <a:gd name="GluePoint55X" fmla="*/ 34 w 72"/>
                    <a:gd name="GluePoint55Y" fmla="*/ 29 h 10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  <a:cxn ang="0">
                      <a:pos x="GluePoint50X" y="GluePoint50Y"/>
                    </a:cxn>
                    <a:cxn ang="0">
                      <a:pos x="GluePoint51X" y="GluePoint51Y"/>
                    </a:cxn>
                    <a:cxn ang="0">
                      <a:pos x="GluePoint52X" y="GluePoint52Y"/>
                    </a:cxn>
                    <a:cxn ang="0">
                      <a:pos x="GluePoint53X" y="GluePoint53Y"/>
                    </a:cxn>
                    <a:cxn ang="0">
                      <a:pos x="GluePoint54X" y="GluePoint54Y"/>
                    </a:cxn>
                    <a:cxn ang="0">
                      <a:pos x="GluePoint55X" y="GluePoint55Y"/>
                    </a:cxn>
                  </a:cxnLst>
                  <a:rect l="textAreaLeft" t="textAreaTop" r="textAreaRight" b="textAreaBottom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861" name="Freeform 12"/>
                <p:cNvSpPr/>
                <p:nvPr/>
              </p:nvSpPr>
              <p:spPr>
                <a:xfrm>
                  <a:off x="1501920" y="6453360"/>
                  <a:ext cx="69480" cy="174960"/>
                </a:xfrm>
                <a:custGeom>
                  <a:avLst/>
                  <a:gdLst>
                    <a:gd name="textAreaLeft" fmla="*/ 0 w 69480"/>
                    <a:gd name="textAreaRight" fmla="*/ 69840 w 69480"/>
                    <a:gd name="textAreaTop" fmla="*/ 0 h 174960"/>
                    <a:gd name="textAreaBottom" fmla="*/ 175320 h 174960"/>
                    <a:gd name="GluePoint1X" fmla="*/ 30 w 39"/>
                    <a:gd name="GluePoint1Y" fmla="*/ 44 h 98"/>
                    <a:gd name="GluePoint2X" fmla="*/ 36 w 39"/>
                    <a:gd name="GluePoint2Y" fmla="*/ 34 h 98"/>
                    <a:gd name="GluePoint3X" fmla="*/ 37 w 39"/>
                    <a:gd name="GluePoint3Y" fmla="*/ 51 h 98"/>
                    <a:gd name="GluePoint4X" fmla="*/ 25 w 39"/>
                    <a:gd name="GluePoint4Y" fmla="*/ 82 h 98"/>
                    <a:gd name="GluePoint5X" fmla="*/ 21 w 39"/>
                    <a:gd name="GluePoint5Y" fmla="*/ 98 h 98"/>
                    <a:gd name="GluePoint6X" fmla="*/ 13 w 39"/>
                    <a:gd name="GluePoint6Y" fmla="*/ 96 h 98"/>
                    <a:gd name="GluePoint7X" fmla="*/ 5 w 39"/>
                    <a:gd name="GluePoint7Y" fmla="*/ 83 h 98"/>
                    <a:gd name="GluePoint8X" fmla="*/ 11 w 39"/>
                    <a:gd name="GluePoint8Y" fmla="*/ 62 h 98"/>
                    <a:gd name="GluePoint9X" fmla="*/ 9 w 39"/>
                    <a:gd name="GluePoint9Y" fmla="*/ 43 h 98"/>
                    <a:gd name="GluePoint10X" fmla="*/ 12 w 39"/>
                    <a:gd name="GluePoint10Y" fmla="*/ 38 h 98"/>
                    <a:gd name="GluePoint11X" fmla="*/ 18 w 39"/>
                    <a:gd name="GluePoint11Y" fmla="*/ 33 h 98"/>
                    <a:gd name="GluePoint12X" fmla="*/ 23 w 39"/>
                    <a:gd name="GluePoint12Y" fmla="*/ 12 h 98"/>
                    <a:gd name="GluePoint13X" fmla="*/ 11 w 39"/>
                    <a:gd name="GluePoint13Y" fmla="*/ 16 h 98"/>
                    <a:gd name="GluePoint14X" fmla="*/ 2 w 39"/>
                    <a:gd name="GluePoint14Y" fmla="*/ 16 h 98"/>
                    <a:gd name="GluePoint15X" fmla="*/ 0 w 39"/>
                    <a:gd name="GluePoint15Y" fmla="*/ 12 h 98"/>
                    <a:gd name="GluePoint16X" fmla="*/ 3 w 39"/>
                    <a:gd name="GluePoint16Y" fmla="*/ 10 h 98"/>
                    <a:gd name="GluePoint17X" fmla="*/ 16 w 39"/>
                    <a:gd name="GluePoint17Y" fmla="*/ 7 h 98"/>
                    <a:gd name="GluePoint18X" fmla="*/ 26 w 39"/>
                    <a:gd name="GluePoint18Y" fmla="*/ 2 h 98"/>
                    <a:gd name="GluePoint19X" fmla="*/ 32 w 39"/>
                    <a:gd name="GluePoint19Y" fmla="*/ 1 h 98"/>
                    <a:gd name="GluePoint20X" fmla="*/ 35 w 39"/>
                    <a:gd name="GluePoint20Y" fmla="*/ 9 h 98"/>
                    <a:gd name="GluePoint21X" fmla="*/ 34 w 39"/>
                    <a:gd name="GluePoint21Y" fmla="*/ 11 h 98"/>
                    <a:gd name="GluePoint22X" fmla="*/ 27 w 39"/>
                    <a:gd name="GluePoint22Y" fmla="*/ 38 h 98"/>
                    <a:gd name="GluePoint23X" fmla="*/ 28 w 39"/>
                    <a:gd name="GluePoint23Y" fmla="*/ 44 h 98"/>
                    <a:gd name="GluePoint24X" fmla="*/ 30 w 39"/>
                    <a:gd name="GluePoint24Y" fmla="*/ 44 h 9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</a:cxnLst>
                  <a:rect l="textAreaLeft" t="textAreaTop" r="textAreaRight" b="textAreaBottom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1840" rIns="518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</p:grpSp>
      <p:sp>
        <p:nvSpPr>
          <p:cNvPr id="862" name="PlaceHolder 1"/>
          <p:cNvSpPr>
            <a:spLocks noGrp="1"/>
          </p:cNvSpPr>
          <p:nvPr>
            <p:ph type="title"/>
          </p:nvPr>
        </p:nvSpPr>
        <p:spPr>
          <a:xfrm>
            <a:off x="1767600" y="3019680"/>
            <a:ext cx="8643600" cy="69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spAutoFit/>
          </a:bodyPr>
          <a:lstStyle>
            <a:lvl1pPr indent="0" algn="ctr">
              <a:lnSpc>
                <a:spcPct val="90000"/>
              </a:lnSpc>
              <a:buNone/>
              <a:defRPr lang="zh-CN" sz="4400" b="1" u="none" strike="noStrike">
                <a:solidFill>
                  <a:srgbClr val="006C39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ctr">
              <a:lnSpc>
                <a:spcPct val="90000"/>
              </a:lnSpc>
              <a:buNone/>
            </a:pPr>
            <a:r>
              <a:rPr lang="zh-CN" sz="4400" b="1" u="none" strike="noStrike">
                <a:solidFill>
                  <a:srgbClr val="006C39"/>
                </a:solidFill>
                <a:effectLst/>
                <a:uFillTx/>
                <a:latin typeface="微软雅黑"/>
                <a:ea typeface="微软雅黑"/>
              </a:rPr>
              <a:t>单击此处编辑母版标题样式</a:t>
            </a:r>
            <a:endParaRPr lang="en-US" sz="4400" b="1" u="none" strike="noStrike">
              <a:solidFill>
                <a:srgbClr val="006C39"/>
              </a:solidFill>
              <a:effectLst/>
              <a:uFillTx/>
              <a:latin typeface="微软雅黑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页样式7-一段一图-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文本框 33"/>
          <p:cNvSpPr/>
          <p:nvPr/>
        </p:nvSpPr>
        <p:spPr>
          <a:xfrm>
            <a:off x="11233080" y="6353280"/>
            <a:ext cx="55044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>
              <a:lnSpc>
                <a:spcPct val="100000"/>
              </a:lnSpc>
            </a:pPr>
            <a:fld id="{DA04E447-EA77-433B-BF68-E8C318479B8E}" type="slidenum">
              <a:rPr lang="en-US" sz="1600" b="0" u="none" strike="noStrike">
                <a:solidFill>
                  <a:schemeClr val="accent3"/>
                </a:solidFill>
                <a:effectLst/>
                <a:uFillTx/>
                <a:latin typeface="微软雅黑"/>
                <a:ea typeface="微软雅黑"/>
              </a:rPr>
              <a:t>1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矩形 6"/>
          <p:cNvSpPr/>
          <p:nvPr/>
        </p:nvSpPr>
        <p:spPr>
          <a:xfrm>
            <a:off x="9385200" y="-82440"/>
            <a:ext cx="2363400" cy="8449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t" blurRad="139680" dir="5400000" dist="38160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895" name="矩形 7"/>
          <p:cNvSpPr/>
          <p:nvPr/>
        </p:nvSpPr>
        <p:spPr>
          <a:xfrm>
            <a:off x="9385200" y="0"/>
            <a:ext cx="2363400" cy="762120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pic>
        <p:nvPicPr>
          <p:cNvPr id="896" name="图片 9"/>
          <p:cNvPicPr/>
          <p:nvPr/>
        </p:nvPicPr>
        <p:blipFill>
          <a:blip r:embed="rId2"/>
          <a:stretch/>
        </p:blipFill>
        <p:spPr>
          <a:xfrm>
            <a:off x="9590040" y="188640"/>
            <a:ext cx="1968840" cy="432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页样式8-一段一图-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矩形 6"/>
          <p:cNvSpPr/>
          <p:nvPr/>
        </p:nvSpPr>
        <p:spPr>
          <a:xfrm>
            <a:off x="11144880" y="6188040"/>
            <a:ext cx="723600" cy="6696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80" dir="16200000" dist="38160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956" name="矩形 7"/>
          <p:cNvSpPr/>
          <p:nvPr/>
        </p:nvSpPr>
        <p:spPr>
          <a:xfrm>
            <a:off x="9488160" y="0"/>
            <a:ext cx="2379960" cy="872640"/>
          </a:xfrm>
          <a:prstGeom prst="rect">
            <a:avLst/>
          </a:prstGeom>
          <a:solidFill>
            <a:schemeClr val="accent1"/>
          </a:solidFill>
          <a:ln>
            <a:solidFill>
              <a:srgbClr val="006C39"/>
            </a:solidFill>
          </a:ln>
          <a:effectLst>
            <a:outerShdw algn="t" blurRad="127080" dir="5400000" dist="38160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957" name="文本框 10"/>
          <p:cNvSpPr/>
          <p:nvPr/>
        </p:nvSpPr>
        <p:spPr>
          <a:xfrm>
            <a:off x="11233080" y="6353280"/>
            <a:ext cx="55044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>
              <a:lnSpc>
                <a:spcPct val="100000"/>
              </a:lnSpc>
            </a:pPr>
            <a:fld id="{34A92D85-6914-444E-A945-C63872218676}" type="slidenum">
              <a:rPr lang="en-US" sz="1600" b="0" u="none" strike="noStrike">
                <a:solidFill>
                  <a:srgbClr val="F2F2F2"/>
                </a:solidFill>
                <a:effectLst/>
                <a:uFillTx/>
                <a:latin typeface="微软雅黑"/>
                <a:ea typeface="微软雅黑"/>
              </a:rPr>
              <a:t>1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8" name="图片 39"/>
          <p:cNvPicPr/>
          <p:nvPr/>
        </p:nvPicPr>
        <p:blipFill>
          <a:blip r:embed="rId2"/>
          <a:stretch/>
        </p:blipFill>
        <p:spPr>
          <a:xfrm>
            <a:off x="9564120" y="131400"/>
            <a:ext cx="2242800" cy="6274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空白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页样式1-一段一图-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矩形 23"/>
          <p:cNvSpPr/>
          <p:nvPr/>
        </p:nvSpPr>
        <p:spPr>
          <a:xfrm>
            <a:off x="11155320" y="6188040"/>
            <a:ext cx="712800" cy="66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960" name="文本框 5"/>
          <p:cNvSpPr/>
          <p:nvPr/>
        </p:nvSpPr>
        <p:spPr>
          <a:xfrm>
            <a:off x="11233080" y="6353280"/>
            <a:ext cx="55044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>
              <a:lnSpc>
                <a:spcPct val="100000"/>
              </a:lnSpc>
            </a:pPr>
            <a:fld id="{484C0FEF-7739-4FAB-A373-82666801063C}" type="slidenum">
              <a:rPr lang="en-US" sz="1600" b="0" u="none" strike="noStrike">
                <a:solidFill>
                  <a:srgbClr val="F2F2F2"/>
                </a:solidFill>
                <a:effectLst/>
                <a:uFillTx/>
                <a:latin typeface="微软雅黑"/>
                <a:ea typeface="微软雅黑"/>
              </a:rPr>
              <a:t>1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1" name="图片 56"/>
          <p:cNvPicPr/>
          <p:nvPr/>
        </p:nvPicPr>
        <p:blipFill>
          <a:blip r:embed="rId2"/>
          <a:stretch/>
        </p:blipFill>
        <p:spPr>
          <a:xfrm>
            <a:off x="9837720" y="347400"/>
            <a:ext cx="1968840" cy="4327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962" name="直接连接符 4"/>
          <p:cNvCxnSpPr/>
          <p:nvPr/>
        </p:nvCxnSpPr>
        <p:spPr>
          <a:xfrm>
            <a:off x="11155320" y="6132960"/>
            <a:ext cx="360" cy="756720"/>
          </a:xfrm>
          <a:prstGeom prst="straightConnector1">
            <a:avLst/>
          </a:prstGeom>
          <a:ln w="12700">
            <a:solidFill>
              <a:srgbClr val="FFFFFF"/>
            </a:solidFill>
          </a:ln>
        </p:spPr>
      </p:cxn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页样式2-常规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PlaceHolder 1"/>
          <p:cNvSpPr>
            <a:spLocks noGrp="1"/>
          </p:cNvSpPr>
          <p:nvPr>
            <p:ph type="title"/>
          </p:nvPr>
        </p:nvSpPr>
        <p:spPr>
          <a:xfrm>
            <a:off x="577800" y="250920"/>
            <a:ext cx="864360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spAutoFit/>
          </a:bodyPr>
          <a:lstStyle>
            <a:lvl1pPr indent="0" algn="l">
              <a:lnSpc>
                <a:spcPct val="90000"/>
              </a:lnSpc>
              <a:buNone/>
              <a:defRPr lang="zh-CN" sz="2800" b="1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zh-CN" sz="2800" b="1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单击此处编辑母版标题样式</a:t>
            </a:r>
            <a:endParaRPr lang="en-US" sz="2800" b="1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  <p:sp>
        <p:nvSpPr>
          <p:cNvPr id="964" name="文本框 5"/>
          <p:cNvSpPr/>
          <p:nvPr/>
        </p:nvSpPr>
        <p:spPr>
          <a:xfrm>
            <a:off x="11233080" y="6353280"/>
            <a:ext cx="55044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>
              <a:lnSpc>
                <a:spcPct val="100000"/>
              </a:lnSpc>
            </a:pPr>
            <a:fld id="{6CA4974C-2393-441E-B8AF-EB4BE025641F}" type="slidenum">
              <a:rPr lang="en-US" sz="1600" b="0" u="none" strike="noStrike">
                <a:solidFill>
                  <a:schemeClr val="accent3"/>
                </a:solidFill>
                <a:effectLst/>
                <a:uFillTx/>
                <a:latin typeface="微软雅黑"/>
                <a:ea typeface="微软雅黑"/>
              </a:rPr>
              <a:t>1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5" name="图片 56"/>
          <p:cNvPicPr/>
          <p:nvPr/>
        </p:nvPicPr>
        <p:blipFill>
          <a:blip r:embed="rId2"/>
          <a:stretch/>
        </p:blipFill>
        <p:spPr>
          <a:xfrm>
            <a:off x="9790200" y="252000"/>
            <a:ext cx="1968840" cy="432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66" name="组合 1"/>
          <p:cNvGrpSpPr/>
          <p:nvPr/>
        </p:nvGrpSpPr>
        <p:grpSpPr>
          <a:xfrm>
            <a:off x="-9360" y="122400"/>
            <a:ext cx="559440" cy="699120"/>
            <a:chOff x="-9360" y="122400"/>
            <a:chExt cx="559440" cy="699120"/>
          </a:xfrm>
        </p:grpSpPr>
        <p:sp>
          <p:nvSpPr>
            <p:cNvPr id="967" name="任意多边形: 形状 56"/>
            <p:cNvSpPr/>
            <p:nvPr/>
          </p:nvSpPr>
          <p:spPr>
            <a:xfrm>
              <a:off x="-9360" y="122400"/>
              <a:ext cx="559440" cy="699120"/>
            </a:xfrm>
            <a:custGeom>
              <a:avLst/>
              <a:gdLst>
                <a:gd name="textAreaLeft" fmla="*/ 0 w 559440"/>
                <a:gd name="textAreaRight" fmla="*/ 559800 w 559440"/>
                <a:gd name="textAreaTop" fmla="*/ 0 h 699120"/>
                <a:gd name="textAreaBottom" fmla="*/ 699480 h 699120"/>
                <a:gd name="GluePoint1X" fmla="*/ 0 w 436410"/>
                <a:gd name="GluePoint1Y" fmla="*/ 0 h 895350"/>
                <a:gd name="GluePoint2X" fmla="*/ 436410 w 436410"/>
                <a:gd name="GluePoint2Y" fmla="*/ 0 h 895350"/>
                <a:gd name="GluePoint3X" fmla="*/ 250915 w 436410"/>
                <a:gd name="GluePoint3Y" fmla="*/ 895350 h 895350"/>
                <a:gd name="GluePoint4X" fmla="*/ 0 w 436410"/>
                <a:gd name="GluePoint4Y" fmla="*/ 895350 h 89535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968" name="任意多边形: 形状 57"/>
            <p:cNvSpPr/>
            <p:nvPr/>
          </p:nvSpPr>
          <p:spPr>
            <a:xfrm>
              <a:off x="417240" y="379080"/>
              <a:ext cx="96120" cy="221400"/>
            </a:xfrm>
            <a:custGeom>
              <a:avLst/>
              <a:gdLst>
                <a:gd name="textAreaLeft" fmla="*/ 0 w 96120"/>
                <a:gd name="textAreaRight" fmla="*/ 96480 w 96120"/>
                <a:gd name="textAreaTop" fmla="*/ 0 h 221400"/>
                <a:gd name="textAreaBottom" fmla="*/ 221760 h 221400"/>
                <a:gd name="GluePoint1X" fmla="*/ 144879 w 185359"/>
                <a:gd name="GluePoint1Y" fmla="*/ 0 h 699303"/>
                <a:gd name="GluePoint2X" fmla="*/ 185359 w 185359"/>
                <a:gd name="GluePoint2Y" fmla="*/ 0 h 699303"/>
                <a:gd name="GluePoint3X" fmla="*/ 40480 w 185359"/>
                <a:gd name="GluePoint3Y" fmla="*/ 699303 h 699303"/>
                <a:gd name="GluePoint4X" fmla="*/ 0 w 185359"/>
                <a:gd name="GluePoint4Y" fmla="*/ 699303 h 69930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rgbClr val="A13F0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微软雅黑"/>
              </a:endParaRPr>
            </a:p>
          </p:txBody>
        </p:sp>
      </p:grpSp>
      <p:cxnSp>
        <p:nvCxnSpPr>
          <p:cNvPr id="969" name="直接连接符 86"/>
          <p:cNvCxnSpPr/>
          <p:nvPr/>
        </p:nvCxnSpPr>
        <p:spPr>
          <a:xfrm>
            <a:off x="442800" y="821520"/>
            <a:ext cx="11306520" cy="36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</a:ln>
        </p:spPr>
      </p:cxnSp>
      <p:sp>
        <p:nvSpPr>
          <p:cNvPr id="970" name="矩形 87"/>
          <p:cNvSpPr/>
          <p:nvPr/>
        </p:nvSpPr>
        <p:spPr>
          <a:xfrm>
            <a:off x="12146400" y="336600"/>
            <a:ext cx="45360" cy="2656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cxnSp>
        <p:nvCxnSpPr>
          <p:cNvPr id="971" name="直接连接符 89"/>
          <p:cNvCxnSpPr/>
          <p:nvPr/>
        </p:nvCxnSpPr>
        <p:spPr>
          <a:xfrm>
            <a:off x="442800" y="6264000"/>
            <a:ext cx="11306520" cy="36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</a:ln>
        </p:spPr>
      </p:cxnSp>
      <p:grpSp>
        <p:nvGrpSpPr>
          <p:cNvPr id="972" name="组合 82"/>
          <p:cNvGrpSpPr/>
          <p:nvPr/>
        </p:nvGrpSpPr>
        <p:grpSpPr>
          <a:xfrm>
            <a:off x="587160" y="6381720"/>
            <a:ext cx="2479320" cy="304560"/>
            <a:chOff x="587160" y="6381720"/>
            <a:chExt cx="2479320" cy="304560"/>
          </a:xfrm>
        </p:grpSpPr>
        <p:grpSp>
          <p:nvGrpSpPr>
            <p:cNvPr id="973" name="组合 83"/>
            <p:cNvGrpSpPr/>
            <p:nvPr/>
          </p:nvGrpSpPr>
          <p:grpSpPr>
            <a:xfrm>
              <a:off x="2014200" y="6385320"/>
              <a:ext cx="1052280" cy="298080"/>
              <a:chOff x="2014200" y="6385320"/>
              <a:chExt cx="1052280" cy="298080"/>
            </a:xfrm>
          </p:grpSpPr>
          <p:sp>
            <p:nvSpPr>
              <p:cNvPr id="974" name="Freeform 5"/>
              <p:cNvSpPr/>
              <p:nvPr/>
            </p:nvSpPr>
            <p:spPr>
              <a:xfrm>
                <a:off x="2595600" y="6404040"/>
                <a:ext cx="234720" cy="264960"/>
              </a:xfrm>
              <a:custGeom>
                <a:avLst/>
                <a:gdLst>
                  <a:gd name="textAreaLeft" fmla="*/ 0 w 234720"/>
                  <a:gd name="textAreaRight" fmla="*/ 235080 w 234720"/>
                  <a:gd name="textAreaTop" fmla="*/ 0 h 264960"/>
                  <a:gd name="textAreaBottom" fmla="*/ 265320 h 264960"/>
                  <a:gd name="GluePoint1X" fmla="*/ 41 w 125"/>
                  <a:gd name="GluePoint1Y" fmla="*/ 16 h 142"/>
                  <a:gd name="GluePoint2X" fmla="*/ 49 w 125"/>
                  <a:gd name="GluePoint2Y" fmla="*/ 3 h 142"/>
                  <a:gd name="GluePoint3X" fmla="*/ 62 w 125"/>
                  <a:gd name="GluePoint3Y" fmla="*/ 20 h 142"/>
                  <a:gd name="GluePoint4X" fmla="*/ 64 w 125"/>
                  <a:gd name="GluePoint4Y" fmla="*/ 33 h 142"/>
                  <a:gd name="GluePoint5X" fmla="*/ 50 w 125"/>
                  <a:gd name="GluePoint5Y" fmla="*/ 34 h 142"/>
                  <a:gd name="GluePoint6X" fmla="*/ 58 w 125"/>
                  <a:gd name="GluePoint6Y" fmla="*/ 58 h 142"/>
                  <a:gd name="GluePoint7X" fmla="*/ 75 w 125"/>
                  <a:gd name="GluePoint7Y" fmla="*/ 59 h 142"/>
                  <a:gd name="GluePoint8X" fmla="*/ 71 w 125"/>
                  <a:gd name="GluePoint8Y" fmla="*/ 50 h 142"/>
                  <a:gd name="GluePoint9X" fmla="*/ 81 w 125"/>
                  <a:gd name="GluePoint9Y" fmla="*/ 47 h 142"/>
                  <a:gd name="GluePoint10X" fmla="*/ 65 w 125"/>
                  <a:gd name="GluePoint10Y" fmla="*/ 42 h 142"/>
                  <a:gd name="GluePoint11X" fmla="*/ 63 w 125"/>
                  <a:gd name="GluePoint11Y" fmla="*/ 37 h 142"/>
                  <a:gd name="GluePoint12X" fmla="*/ 85 w 125"/>
                  <a:gd name="GluePoint12Y" fmla="*/ 27 h 142"/>
                  <a:gd name="GluePoint13X" fmla="*/ 93 w 125"/>
                  <a:gd name="GluePoint13Y" fmla="*/ 2 h 142"/>
                  <a:gd name="GluePoint14X" fmla="*/ 99 w 125"/>
                  <a:gd name="GluePoint14Y" fmla="*/ 5 h 142"/>
                  <a:gd name="GluePoint15X" fmla="*/ 111 w 125"/>
                  <a:gd name="GluePoint15Y" fmla="*/ 30 h 142"/>
                  <a:gd name="GluePoint16X" fmla="*/ 102 w 125"/>
                  <a:gd name="GluePoint16Y" fmla="*/ 34 h 142"/>
                  <a:gd name="GluePoint17X" fmla="*/ 95 w 125"/>
                  <a:gd name="GluePoint17Y" fmla="*/ 59 h 142"/>
                  <a:gd name="GluePoint18X" fmla="*/ 123 w 125"/>
                  <a:gd name="GluePoint18Y" fmla="*/ 61 h 142"/>
                  <a:gd name="GluePoint19X" fmla="*/ 110 w 125"/>
                  <a:gd name="GluePoint19Y" fmla="*/ 71 h 142"/>
                  <a:gd name="GluePoint20X" fmla="*/ 104 w 125"/>
                  <a:gd name="GluePoint20Y" fmla="*/ 82 h 142"/>
                  <a:gd name="GluePoint21X" fmla="*/ 112 w 125"/>
                  <a:gd name="GluePoint21Y" fmla="*/ 134 h 142"/>
                  <a:gd name="GluePoint22X" fmla="*/ 102 w 125"/>
                  <a:gd name="GluePoint22Y" fmla="*/ 140 h 142"/>
                  <a:gd name="GluePoint23X" fmla="*/ 89 w 125"/>
                  <a:gd name="GluePoint23Y" fmla="*/ 123 h 142"/>
                  <a:gd name="GluePoint24X" fmla="*/ 101 w 125"/>
                  <a:gd name="GluePoint24Y" fmla="*/ 128 h 142"/>
                  <a:gd name="GluePoint25X" fmla="*/ 101 w 125"/>
                  <a:gd name="GluePoint25Y" fmla="*/ 92 h 142"/>
                  <a:gd name="GluePoint26X" fmla="*/ 97 w 125"/>
                  <a:gd name="GluePoint26Y" fmla="*/ 99 h 142"/>
                  <a:gd name="GluePoint27X" fmla="*/ 90 w 125"/>
                  <a:gd name="GluePoint27Y" fmla="*/ 103 h 142"/>
                  <a:gd name="GluePoint28X" fmla="*/ 86 w 125"/>
                  <a:gd name="GluePoint28Y" fmla="*/ 110 h 142"/>
                  <a:gd name="GluePoint29X" fmla="*/ 81 w 125"/>
                  <a:gd name="GluePoint29Y" fmla="*/ 120 h 142"/>
                  <a:gd name="GluePoint30X" fmla="*/ 88 w 125"/>
                  <a:gd name="GluePoint30Y" fmla="*/ 71 h 142"/>
                  <a:gd name="GluePoint31X" fmla="*/ 60 w 125"/>
                  <a:gd name="GluePoint31Y" fmla="*/ 87 h 142"/>
                  <a:gd name="GluePoint32X" fmla="*/ 53 w 125"/>
                  <a:gd name="GluePoint32Y" fmla="*/ 89 h 142"/>
                  <a:gd name="GluePoint33X" fmla="*/ 51 w 125"/>
                  <a:gd name="GluePoint33Y" fmla="*/ 128 h 142"/>
                  <a:gd name="GluePoint34X" fmla="*/ 43 w 125"/>
                  <a:gd name="GluePoint34Y" fmla="*/ 134 h 142"/>
                  <a:gd name="GluePoint35X" fmla="*/ 39 w 125"/>
                  <a:gd name="GluePoint35Y" fmla="*/ 107 h 142"/>
                  <a:gd name="GluePoint36X" fmla="*/ 33 w 125"/>
                  <a:gd name="GluePoint36Y" fmla="*/ 114 h 142"/>
                  <a:gd name="GluePoint37X" fmla="*/ 17 w 125"/>
                  <a:gd name="GluePoint37Y" fmla="*/ 108 h 142"/>
                  <a:gd name="GluePoint38X" fmla="*/ 5 w 125"/>
                  <a:gd name="GluePoint38Y" fmla="*/ 81 h 142"/>
                  <a:gd name="GluePoint39X" fmla="*/ 34 w 125"/>
                  <a:gd name="GluePoint39Y" fmla="*/ 56 h 142"/>
                  <a:gd name="GluePoint40X" fmla="*/ 38 w 125"/>
                  <a:gd name="GluePoint40Y" fmla="*/ 33 h 142"/>
                  <a:gd name="GluePoint41X" fmla="*/ 22 w 125"/>
                  <a:gd name="GluePoint41Y" fmla="*/ 55 h 142"/>
                  <a:gd name="GluePoint42X" fmla="*/ 14 w 125"/>
                  <a:gd name="GluePoint42Y" fmla="*/ 55 h 142"/>
                  <a:gd name="GluePoint43X" fmla="*/ 11 w 125"/>
                  <a:gd name="GluePoint43Y" fmla="*/ 36 h 142"/>
                  <a:gd name="GluePoint44X" fmla="*/ 32 w 125"/>
                  <a:gd name="GluePoint44Y" fmla="*/ 22 h 142"/>
                  <a:gd name="GluePoint45X" fmla="*/ 28 w 125"/>
                  <a:gd name="GluePoint45Y" fmla="*/ 33 h 1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</a:cxnLst>
                <a:rect l="textAreaLeft" t="textAreaTop" r="textAreaRight" b="textAreaBottom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entury Gothic"/>
                </a:endParaRPr>
              </a:p>
            </p:txBody>
          </p:sp>
          <p:sp>
            <p:nvSpPr>
              <p:cNvPr id="975" name="Freeform 6"/>
              <p:cNvSpPr/>
              <p:nvPr/>
            </p:nvSpPr>
            <p:spPr>
              <a:xfrm>
                <a:off x="2931480" y="6444720"/>
                <a:ext cx="135000" cy="2034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203400"/>
                  <a:gd name="textAreaBottom" fmla="*/ 203760 h 203400"/>
                  <a:gd name="GluePoint1X" fmla="*/ 33 w 72"/>
                  <a:gd name="GluePoint1Y" fmla="*/ 76 h 109"/>
                  <a:gd name="GluePoint2X" fmla="*/ 44 w 72"/>
                  <a:gd name="GluePoint2Y" fmla="*/ 73 h 109"/>
                  <a:gd name="GluePoint3X" fmla="*/ 59 w 72"/>
                  <a:gd name="GluePoint3Y" fmla="*/ 71 h 109"/>
                  <a:gd name="GluePoint4X" fmla="*/ 69 w 72"/>
                  <a:gd name="GluePoint4Y" fmla="*/ 92 h 109"/>
                  <a:gd name="GluePoint5X" fmla="*/ 66 w 72"/>
                  <a:gd name="GluePoint5Y" fmla="*/ 94 h 109"/>
                  <a:gd name="GluePoint6X" fmla="*/ 49 w 72"/>
                  <a:gd name="GluePoint6Y" fmla="*/ 96 h 109"/>
                  <a:gd name="GluePoint7X" fmla="*/ 28 w 72"/>
                  <a:gd name="GluePoint7Y" fmla="*/ 106 h 109"/>
                  <a:gd name="GluePoint8X" fmla="*/ 16 w 72"/>
                  <a:gd name="GluePoint8Y" fmla="*/ 106 h 109"/>
                  <a:gd name="GluePoint9X" fmla="*/ 1 w 72"/>
                  <a:gd name="GluePoint9Y" fmla="*/ 80 h 109"/>
                  <a:gd name="GluePoint10X" fmla="*/ 2 w 72"/>
                  <a:gd name="GluePoint10Y" fmla="*/ 74 h 109"/>
                  <a:gd name="GluePoint11X" fmla="*/ 23 w 72"/>
                  <a:gd name="GluePoint11Y" fmla="*/ 31 h 109"/>
                  <a:gd name="GluePoint12X" fmla="*/ 22 w 72"/>
                  <a:gd name="GluePoint12Y" fmla="*/ 26 h 109"/>
                  <a:gd name="GluePoint13X" fmla="*/ 12 w 72"/>
                  <a:gd name="GluePoint13Y" fmla="*/ 16 h 109"/>
                  <a:gd name="GluePoint14X" fmla="*/ 15 w 72"/>
                  <a:gd name="GluePoint14Y" fmla="*/ 10 h 109"/>
                  <a:gd name="GluePoint15X" fmla="*/ 32 w 72"/>
                  <a:gd name="GluePoint15Y" fmla="*/ 5 h 109"/>
                  <a:gd name="GluePoint16X" fmla="*/ 60 w 72"/>
                  <a:gd name="GluePoint16Y" fmla="*/ 18 h 109"/>
                  <a:gd name="GluePoint17X" fmla="*/ 59 w 72"/>
                  <a:gd name="GluePoint17Y" fmla="*/ 26 h 109"/>
                  <a:gd name="GluePoint18X" fmla="*/ 52 w 72"/>
                  <a:gd name="GluePoint18Y" fmla="*/ 36 h 109"/>
                  <a:gd name="GluePoint19X" fmla="*/ 34 w 72"/>
                  <a:gd name="GluePoint19Y" fmla="*/ 72 h 109"/>
                  <a:gd name="GluePoint20X" fmla="*/ 33 w 72"/>
                  <a:gd name="GluePoint20Y" fmla="*/ 76 h 10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</a:cxnLst>
                <a:rect l="textAreaLeft" t="textAreaTop" r="textAreaRight" b="textAreaBottom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entury Gothic"/>
                </a:endParaRPr>
              </a:p>
            </p:txBody>
          </p:sp>
          <p:grpSp>
            <p:nvGrpSpPr>
              <p:cNvPr id="976" name="组合 105"/>
              <p:cNvGrpSpPr/>
              <p:nvPr/>
            </p:nvGrpSpPr>
            <p:grpSpPr>
              <a:xfrm>
                <a:off x="2014200" y="6385320"/>
                <a:ext cx="240480" cy="298080"/>
                <a:chOff x="2014200" y="6385320"/>
                <a:chExt cx="240480" cy="298080"/>
              </a:xfrm>
            </p:grpSpPr>
            <p:sp>
              <p:nvSpPr>
                <p:cNvPr id="977" name="Freeform 7"/>
                <p:cNvSpPr/>
                <p:nvPr/>
              </p:nvSpPr>
              <p:spPr>
                <a:xfrm>
                  <a:off x="2014200" y="6385320"/>
                  <a:ext cx="240480" cy="195840"/>
                </a:xfrm>
                <a:custGeom>
                  <a:avLst/>
                  <a:gdLst>
                    <a:gd name="textAreaLeft" fmla="*/ 0 w 240480"/>
                    <a:gd name="textAreaRight" fmla="*/ 240840 w 240480"/>
                    <a:gd name="textAreaTop" fmla="*/ 0 h 195840"/>
                    <a:gd name="textAreaBottom" fmla="*/ 196200 h 195840"/>
                    <a:gd name="GluePoint1X" fmla="*/ 101 w 128"/>
                    <a:gd name="GluePoint1Y" fmla="*/ 58 h 105"/>
                    <a:gd name="GluePoint2X" fmla="*/ 74 w 128"/>
                    <a:gd name="GluePoint2Y" fmla="*/ 56 h 105"/>
                    <a:gd name="GluePoint3X" fmla="*/ 68 w 128"/>
                    <a:gd name="GluePoint3Y" fmla="*/ 57 h 105"/>
                    <a:gd name="GluePoint4X" fmla="*/ 51 w 128"/>
                    <a:gd name="GluePoint4Y" fmla="*/ 59 h 105"/>
                    <a:gd name="GluePoint5X" fmla="*/ 36 w 128"/>
                    <a:gd name="GluePoint5Y" fmla="*/ 65 h 105"/>
                    <a:gd name="GluePoint6X" fmla="*/ 28 w 128"/>
                    <a:gd name="GluePoint6Y" fmla="*/ 73 h 105"/>
                    <a:gd name="GluePoint7X" fmla="*/ 16 w 128"/>
                    <a:gd name="GluePoint7Y" fmla="*/ 102 h 105"/>
                    <a:gd name="GluePoint8X" fmla="*/ 13 w 128"/>
                    <a:gd name="GluePoint8Y" fmla="*/ 104 h 105"/>
                    <a:gd name="GluePoint9X" fmla="*/ 1 w 128"/>
                    <a:gd name="GluePoint9Y" fmla="*/ 98 h 105"/>
                    <a:gd name="GluePoint10X" fmla="*/ 0 w 128"/>
                    <a:gd name="GluePoint10Y" fmla="*/ 93 h 105"/>
                    <a:gd name="GluePoint11X" fmla="*/ 15 w 128"/>
                    <a:gd name="GluePoint11Y" fmla="*/ 60 h 105"/>
                    <a:gd name="GluePoint12X" fmla="*/ 16 w 128"/>
                    <a:gd name="GluePoint12Y" fmla="*/ 58 h 105"/>
                    <a:gd name="GluePoint13X" fmla="*/ 20 w 128"/>
                    <a:gd name="GluePoint13Y" fmla="*/ 52 h 105"/>
                    <a:gd name="GluePoint14X" fmla="*/ 32 w 128"/>
                    <a:gd name="GluePoint14Y" fmla="*/ 54 h 105"/>
                    <a:gd name="GluePoint15X" fmla="*/ 39 w 128"/>
                    <a:gd name="GluePoint15Y" fmla="*/ 55 h 105"/>
                    <a:gd name="GluePoint16X" fmla="*/ 72 w 128"/>
                    <a:gd name="GluePoint16Y" fmla="*/ 21 h 105"/>
                    <a:gd name="GluePoint17X" fmla="*/ 74 w 128"/>
                    <a:gd name="GluePoint17Y" fmla="*/ 16 h 105"/>
                    <a:gd name="GluePoint18X" fmla="*/ 74 w 128"/>
                    <a:gd name="GluePoint18Y" fmla="*/ 11 h 105"/>
                    <a:gd name="GluePoint19X" fmla="*/ 71 w 128"/>
                    <a:gd name="GluePoint19Y" fmla="*/ 11 h 105"/>
                    <a:gd name="GluePoint20X" fmla="*/ 68 w 128"/>
                    <a:gd name="GluePoint20Y" fmla="*/ 15 h 105"/>
                    <a:gd name="GluePoint21X" fmla="*/ 68 w 128"/>
                    <a:gd name="GluePoint21Y" fmla="*/ 21 h 105"/>
                    <a:gd name="GluePoint22X" fmla="*/ 59 w 128"/>
                    <a:gd name="GluePoint22Y" fmla="*/ 29 h 105"/>
                    <a:gd name="GluePoint23X" fmla="*/ 53 w 128"/>
                    <a:gd name="GluePoint23Y" fmla="*/ 27 h 105"/>
                    <a:gd name="GluePoint24X" fmla="*/ 47 w 128"/>
                    <a:gd name="GluePoint24Y" fmla="*/ 24 h 105"/>
                    <a:gd name="GluePoint25X" fmla="*/ 47 w 128"/>
                    <a:gd name="GluePoint25Y" fmla="*/ 32 h 105"/>
                    <a:gd name="GluePoint26X" fmla="*/ 47 w 128"/>
                    <a:gd name="GluePoint26Y" fmla="*/ 34 h 105"/>
                    <a:gd name="GluePoint27X" fmla="*/ 43 w 128"/>
                    <a:gd name="GluePoint27Y" fmla="*/ 45 h 105"/>
                    <a:gd name="GluePoint28X" fmla="*/ 31 w 128"/>
                    <a:gd name="GluePoint28Y" fmla="*/ 39 h 105"/>
                    <a:gd name="GluePoint29X" fmla="*/ 29 w 128"/>
                    <a:gd name="GluePoint29Y" fmla="*/ 23 h 105"/>
                    <a:gd name="GluePoint30X" fmla="*/ 33 w 128"/>
                    <a:gd name="GluePoint30Y" fmla="*/ 14 h 105"/>
                    <a:gd name="GluePoint31X" fmla="*/ 36 w 128"/>
                    <a:gd name="GluePoint31Y" fmla="*/ 9 h 105"/>
                    <a:gd name="GluePoint32X" fmla="*/ 42 w 128"/>
                    <a:gd name="GluePoint32Y" fmla="*/ 13 h 105"/>
                    <a:gd name="GluePoint33X" fmla="*/ 44 w 128"/>
                    <a:gd name="GluePoint33Y" fmla="*/ 16 h 105"/>
                    <a:gd name="GluePoint34X" fmla="*/ 57 w 128"/>
                    <a:gd name="GluePoint34Y" fmla="*/ 14 h 105"/>
                    <a:gd name="GluePoint35X" fmla="*/ 62 w 128"/>
                    <a:gd name="GluePoint35Y" fmla="*/ 11 h 105"/>
                    <a:gd name="GluePoint36X" fmla="*/ 84 w 128"/>
                    <a:gd name="GluePoint36Y" fmla="*/ 0 h 105"/>
                    <a:gd name="GluePoint37X" fmla="*/ 96 w 128"/>
                    <a:gd name="GluePoint37Y" fmla="*/ 7 h 105"/>
                    <a:gd name="GluePoint38X" fmla="*/ 96 w 128"/>
                    <a:gd name="GluePoint38Y" fmla="*/ 20 h 105"/>
                    <a:gd name="GluePoint39X" fmla="*/ 83 w 128"/>
                    <a:gd name="GluePoint39Y" fmla="*/ 43 h 105"/>
                    <a:gd name="GluePoint40X" fmla="*/ 94 w 128"/>
                    <a:gd name="GluePoint40Y" fmla="*/ 44 h 105"/>
                    <a:gd name="GluePoint41X" fmla="*/ 122 w 128"/>
                    <a:gd name="GluePoint41Y" fmla="*/ 59 h 105"/>
                    <a:gd name="GluePoint42X" fmla="*/ 120 w 128"/>
                    <a:gd name="GluePoint42Y" fmla="*/ 73 h 105"/>
                    <a:gd name="GluePoint43X" fmla="*/ 98 w 128"/>
                    <a:gd name="GluePoint43Y" fmla="*/ 73 h 105"/>
                    <a:gd name="GluePoint44X" fmla="*/ 97 w 128"/>
                    <a:gd name="GluePoint44Y" fmla="*/ 66 h 105"/>
                    <a:gd name="GluePoint45X" fmla="*/ 101 w 128"/>
                    <a:gd name="GluePoint45Y" fmla="*/ 58 h 10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</a:cxnLst>
                  <a:rect l="textAreaLeft" t="textAreaTop" r="textAreaRight" b="textAreaBottom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978" name="Freeform 8"/>
                <p:cNvSpPr/>
                <p:nvPr/>
              </p:nvSpPr>
              <p:spPr>
                <a:xfrm>
                  <a:off x="2065320" y="6504480"/>
                  <a:ext cx="149760" cy="178920"/>
                </a:xfrm>
                <a:custGeom>
                  <a:avLst/>
                  <a:gdLst>
                    <a:gd name="textAreaLeft" fmla="*/ 0 w 149760"/>
                    <a:gd name="textAreaRight" fmla="*/ 150120 w 149760"/>
                    <a:gd name="textAreaTop" fmla="*/ 0 h 178920"/>
                    <a:gd name="textAreaBottom" fmla="*/ 179280 h 178920"/>
                    <a:gd name="GluePoint1X" fmla="*/ 46 w 80"/>
                    <a:gd name="GluePoint1Y" fmla="*/ 29 h 96"/>
                    <a:gd name="GluePoint2X" fmla="*/ 65 w 80"/>
                    <a:gd name="GluePoint2Y" fmla="*/ 29 h 96"/>
                    <a:gd name="GluePoint3X" fmla="*/ 79 w 80"/>
                    <a:gd name="GluePoint3Y" fmla="*/ 41 h 96"/>
                    <a:gd name="GluePoint4X" fmla="*/ 74 w 80"/>
                    <a:gd name="GluePoint4Y" fmla="*/ 43 h 96"/>
                    <a:gd name="GluePoint5X" fmla="*/ 60 w 80"/>
                    <a:gd name="GluePoint5Y" fmla="*/ 43 h 96"/>
                    <a:gd name="GluePoint6X" fmla="*/ 52 w 80"/>
                    <a:gd name="GluePoint6Y" fmla="*/ 50 h 96"/>
                    <a:gd name="GluePoint7X" fmla="*/ 49 w 80"/>
                    <a:gd name="GluePoint7Y" fmla="*/ 87 h 96"/>
                    <a:gd name="GluePoint8X" fmla="*/ 37 w 80"/>
                    <a:gd name="GluePoint8Y" fmla="*/ 95 h 96"/>
                    <a:gd name="GluePoint9X" fmla="*/ 21 w 80"/>
                    <a:gd name="GluePoint9Y" fmla="*/ 68 h 96"/>
                    <a:gd name="GluePoint10X" fmla="*/ 22 w 80"/>
                    <a:gd name="GluePoint10Y" fmla="*/ 62 h 96"/>
                    <a:gd name="GluePoint11X" fmla="*/ 30 w 80"/>
                    <a:gd name="GluePoint11Y" fmla="*/ 72 h 96"/>
                    <a:gd name="GluePoint12X" fmla="*/ 40 w 80"/>
                    <a:gd name="GluePoint12Y" fmla="*/ 70 h 96"/>
                    <a:gd name="GluePoint13X" fmla="*/ 43 w 80"/>
                    <a:gd name="GluePoint13Y" fmla="*/ 46 h 96"/>
                    <a:gd name="GluePoint14X" fmla="*/ 24 w 80"/>
                    <a:gd name="GluePoint14Y" fmla="*/ 52 h 96"/>
                    <a:gd name="GluePoint15X" fmla="*/ 19 w 80"/>
                    <a:gd name="GluePoint15Y" fmla="*/ 54 h 96"/>
                    <a:gd name="GluePoint16X" fmla="*/ 6 w 80"/>
                    <a:gd name="GluePoint16Y" fmla="*/ 54 h 96"/>
                    <a:gd name="GluePoint17X" fmla="*/ 2 w 80"/>
                    <a:gd name="GluePoint17Y" fmla="*/ 40 h 96"/>
                    <a:gd name="GluePoint18X" fmla="*/ 6 w 80"/>
                    <a:gd name="GluePoint18Y" fmla="*/ 37 h 96"/>
                    <a:gd name="GluePoint19X" fmla="*/ 28 w 80"/>
                    <a:gd name="GluePoint19Y" fmla="*/ 33 h 96"/>
                    <a:gd name="GluePoint20X" fmla="*/ 33 w 80"/>
                    <a:gd name="GluePoint20Y" fmla="*/ 32 h 96"/>
                    <a:gd name="GluePoint21X" fmla="*/ 36 w 80"/>
                    <a:gd name="GluePoint21Y" fmla="*/ 22 h 96"/>
                    <a:gd name="GluePoint22X" fmla="*/ 46 w 80"/>
                    <a:gd name="GluePoint22Y" fmla="*/ 12 h 96"/>
                    <a:gd name="GluePoint23X" fmla="*/ 45 w 80"/>
                    <a:gd name="GluePoint23Y" fmla="*/ 10 h 96"/>
                    <a:gd name="GluePoint24X" fmla="*/ 26 w 80"/>
                    <a:gd name="GluePoint24Y" fmla="*/ 17 h 96"/>
                    <a:gd name="GluePoint25X" fmla="*/ 15 w 80"/>
                    <a:gd name="GluePoint25Y" fmla="*/ 24 h 96"/>
                    <a:gd name="GluePoint26X" fmla="*/ 5 w 80"/>
                    <a:gd name="GluePoint26Y" fmla="*/ 22 h 96"/>
                    <a:gd name="GluePoint27X" fmla="*/ 1 w 80"/>
                    <a:gd name="GluePoint27Y" fmla="*/ 17 h 96"/>
                    <a:gd name="GluePoint28X" fmla="*/ 36 w 80"/>
                    <a:gd name="GluePoint28Y" fmla="*/ 2 h 96"/>
                    <a:gd name="GluePoint29X" fmla="*/ 55 w 80"/>
                    <a:gd name="GluePoint29Y" fmla="*/ 0 h 96"/>
                    <a:gd name="GluePoint30X" fmla="*/ 61 w 80"/>
                    <a:gd name="GluePoint30Y" fmla="*/ 6 h 96"/>
                    <a:gd name="GluePoint31X" fmla="*/ 59 w 80"/>
                    <a:gd name="GluePoint31Y" fmla="*/ 13 h 96"/>
                    <a:gd name="GluePoint32X" fmla="*/ 46 w 80"/>
                    <a:gd name="GluePoint32Y" fmla="*/ 29 h 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</a:cxnLst>
                  <a:rect l="textAreaLeft" t="textAreaTop" r="textAreaRight" b="textAreaBottom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979" name="组合 106"/>
              <p:cNvGrpSpPr/>
              <p:nvPr/>
            </p:nvGrpSpPr>
            <p:grpSpPr>
              <a:xfrm>
                <a:off x="2349720" y="6467040"/>
                <a:ext cx="145440" cy="155520"/>
                <a:chOff x="2349720" y="6467040"/>
                <a:chExt cx="145440" cy="155520"/>
              </a:xfrm>
            </p:grpSpPr>
            <p:sp>
              <p:nvSpPr>
                <p:cNvPr id="980" name="Freeform 15"/>
                <p:cNvSpPr/>
                <p:nvPr/>
              </p:nvSpPr>
              <p:spPr>
                <a:xfrm>
                  <a:off x="2349720" y="6501600"/>
                  <a:ext cx="66960" cy="10764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107640"/>
                    <a:gd name="textAreaBottom" fmla="*/ 108000 h 107640"/>
                    <a:gd name="GluePoint1X" fmla="*/ 16 w 39"/>
                    <a:gd name="GluePoint1Y" fmla="*/ 29 h 58"/>
                    <a:gd name="GluePoint2X" fmla="*/ 27 w 39"/>
                    <a:gd name="GluePoint2Y" fmla="*/ 7 h 58"/>
                    <a:gd name="GluePoint3X" fmla="*/ 31 w 39"/>
                    <a:gd name="GluePoint3Y" fmla="*/ 1 h 58"/>
                    <a:gd name="GluePoint4X" fmla="*/ 34 w 39"/>
                    <a:gd name="GluePoint4Y" fmla="*/ 6 h 58"/>
                    <a:gd name="GluePoint5X" fmla="*/ 35 w 39"/>
                    <a:gd name="GluePoint5Y" fmla="*/ 26 h 58"/>
                    <a:gd name="GluePoint6X" fmla="*/ 20 w 39"/>
                    <a:gd name="GluePoint6Y" fmla="*/ 52 h 58"/>
                    <a:gd name="GluePoint7X" fmla="*/ 9 w 39"/>
                    <a:gd name="GluePoint7Y" fmla="*/ 57 h 58"/>
                    <a:gd name="GluePoint8X" fmla="*/ 1 w 39"/>
                    <a:gd name="GluePoint8Y" fmla="*/ 43 h 58"/>
                    <a:gd name="GluePoint9X" fmla="*/ 4 w 39"/>
                    <a:gd name="GluePoint9Y" fmla="*/ 6 h 58"/>
                    <a:gd name="GluePoint10X" fmla="*/ 8 w 39"/>
                    <a:gd name="GluePoint10Y" fmla="*/ 0 h 58"/>
                    <a:gd name="GluePoint11X" fmla="*/ 15 w 39"/>
                    <a:gd name="GluePoint11Y" fmla="*/ 6 h 58"/>
                    <a:gd name="GluePoint12X" fmla="*/ 14 w 39"/>
                    <a:gd name="GluePoint12Y" fmla="*/ 20 h 58"/>
                    <a:gd name="GluePoint13X" fmla="*/ 14 w 39"/>
                    <a:gd name="GluePoint13Y" fmla="*/ 28 h 58"/>
                    <a:gd name="GluePoint14X" fmla="*/ 16 w 39"/>
                    <a:gd name="GluePoint14Y" fmla="*/ 29 h 5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76320" rIns="7632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981" name="Freeform 16"/>
                <p:cNvSpPr/>
                <p:nvPr/>
              </p:nvSpPr>
              <p:spPr>
                <a:xfrm>
                  <a:off x="2422080" y="6470640"/>
                  <a:ext cx="73080" cy="151920"/>
                </a:xfrm>
                <a:custGeom>
                  <a:avLst/>
                  <a:gdLst>
                    <a:gd name="textAreaLeft" fmla="*/ 0 w 73080"/>
                    <a:gd name="textAreaRight" fmla="*/ 73440 w 73080"/>
                    <a:gd name="textAreaTop" fmla="*/ 0 h 151920"/>
                    <a:gd name="textAreaBottom" fmla="*/ 152280 h 151920"/>
                    <a:gd name="GluePoint1X" fmla="*/ 9 w 47"/>
                    <a:gd name="GluePoint1Y" fmla="*/ 73 h 88"/>
                    <a:gd name="GluePoint2X" fmla="*/ 3 w 47"/>
                    <a:gd name="GluePoint2Y" fmla="*/ 67 h 88"/>
                    <a:gd name="GluePoint3X" fmla="*/ 3 w 47"/>
                    <a:gd name="GluePoint3Y" fmla="*/ 57 h 88"/>
                    <a:gd name="GluePoint4X" fmla="*/ 20 w 47"/>
                    <a:gd name="GluePoint4Y" fmla="*/ 38 h 88"/>
                    <a:gd name="GluePoint5X" fmla="*/ 33 w 47"/>
                    <a:gd name="GluePoint5Y" fmla="*/ 20 h 88"/>
                    <a:gd name="GluePoint6X" fmla="*/ 33 w 47"/>
                    <a:gd name="GluePoint6Y" fmla="*/ 4 h 88"/>
                    <a:gd name="GluePoint7X" fmla="*/ 32 w 47"/>
                    <a:gd name="GluePoint7Y" fmla="*/ 1 h 88"/>
                    <a:gd name="GluePoint8X" fmla="*/ 33 w 47"/>
                    <a:gd name="GluePoint8Y" fmla="*/ 0 h 88"/>
                    <a:gd name="GluePoint9X" fmla="*/ 41 w 47"/>
                    <a:gd name="GluePoint9Y" fmla="*/ 6 h 88"/>
                    <a:gd name="GluePoint10X" fmla="*/ 43 w 47"/>
                    <a:gd name="GluePoint10Y" fmla="*/ 26 h 88"/>
                    <a:gd name="GluePoint11X" fmla="*/ 29 w 47"/>
                    <a:gd name="GluePoint11Y" fmla="*/ 48 h 88"/>
                    <a:gd name="GluePoint12X" fmla="*/ 30 w 47"/>
                    <a:gd name="GluePoint12Y" fmla="*/ 52 h 88"/>
                    <a:gd name="GluePoint13X" fmla="*/ 40 w 47"/>
                    <a:gd name="GluePoint13Y" fmla="*/ 73 h 88"/>
                    <a:gd name="GluePoint14X" fmla="*/ 41 w 47"/>
                    <a:gd name="GluePoint14Y" fmla="*/ 84 h 88"/>
                    <a:gd name="GluePoint15X" fmla="*/ 37 w 47"/>
                    <a:gd name="GluePoint15Y" fmla="*/ 86 h 88"/>
                    <a:gd name="GluePoint16X" fmla="*/ 31 w 47"/>
                    <a:gd name="GluePoint16Y" fmla="*/ 75 h 88"/>
                    <a:gd name="GluePoint17X" fmla="*/ 28 w 47"/>
                    <a:gd name="GluePoint17Y" fmla="*/ 60 h 88"/>
                    <a:gd name="GluePoint18X" fmla="*/ 22 w 47"/>
                    <a:gd name="GluePoint18Y" fmla="*/ 59 h 88"/>
                    <a:gd name="GluePoint19X" fmla="*/ 9 w 47"/>
                    <a:gd name="GluePoint19Y" fmla="*/ 73 h 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</a:cxnLst>
                  <a:rect l="textAreaLeft" t="textAreaTop" r="textAreaRight" b="textAreaBottom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83160" rIns="8316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982" name="Freeform 17"/>
                <p:cNvSpPr/>
                <p:nvPr/>
              </p:nvSpPr>
              <p:spPr>
                <a:xfrm>
                  <a:off x="2387880" y="6467040"/>
                  <a:ext cx="47880" cy="27720"/>
                </a:xfrm>
                <a:custGeom>
                  <a:avLst/>
                  <a:gdLst>
                    <a:gd name="textAreaLeft" fmla="*/ 0 w 47880"/>
                    <a:gd name="textAreaRight" fmla="*/ 48240 w 47880"/>
                    <a:gd name="textAreaTop" fmla="*/ 0 h 27720"/>
                    <a:gd name="textAreaBottom" fmla="*/ 28080 h 27720"/>
                    <a:gd name="GluePoint1X" fmla="*/ 0 w 26"/>
                    <a:gd name="GluePoint1Y" fmla="*/ 0 h 19"/>
                    <a:gd name="GluePoint2X" fmla="*/ 20 w 26"/>
                    <a:gd name="GluePoint2Y" fmla="*/ 1 h 19"/>
                    <a:gd name="GluePoint3X" fmla="*/ 23 w 26"/>
                    <a:gd name="GluePoint3Y" fmla="*/ 12 h 19"/>
                    <a:gd name="GluePoint4X" fmla="*/ 12 w 26"/>
                    <a:gd name="GluePoint4Y" fmla="*/ 18 h 19"/>
                    <a:gd name="GluePoint5X" fmla="*/ 3 w 26"/>
                    <a:gd name="GluePoint5Y" fmla="*/ 11 h 19"/>
                    <a:gd name="GluePoint6X" fmla="*/ 0 w 26"/>
                    <a:gd name="GluePoint6Y" fmla="*/ 0 h 1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4720" tIns="14040" rIns="54720" bIns="140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  <p:grpSp>
          <p:nvGrpSpPr>
            <p:cNvPr id="983" name="组合 88"/>
            <p:cNvGrpSpPr/>
            <p:nvPr/>
          </p:nvGrpSpPr>
          <p:grpSpPr>
            <a:xfrm>
              <a:off x="587160" y="6381720"/>
              <a:ext cx="1100160" cy="304560"/>
              <a:chOff x="587160" y="6381720"/>
              <a:chExt cx="1100160" cy="304560"/>
            </a:xfrm>
          </p:grpSpPr>
          <p:grpSp>
            <p:nvGrpSpPr>
              <p:cNvPr id="984" name="组合 90"/>
              <p:cNvGrpSpPr/>
              <p:nvPr/>
            </p:nvGrpSpPr>
            <p:grpSpPr>
              <a:xfrm>
                <a:off x="1171800" y="6431400"/>
                <a:ext cx="212760" cy="223560"/>
                <a:chOff x="1171800" y="6431400"/>
                <a:chExt cx="212760" cy="223560"/>
              </a:xfrm>
            </p:grpSpPr>
            <p:sp>
              <p:nvSpPr>
                <p:cNvPr id="985" name="Freeform 9"/>
                <p:cNvSpPr/>
                <p:nvPr/>
              </p:nvSpPr>
              <p:spPr>
                <a:xfrm>
                  <a:off x="1171800" y="6447960"/>
                  <a:ext cx="110520" cy="187920"/>
                </a:xfrm>
                <a:custGeom>
                  <a:avLst/>
                  <a:gdLst>
                    <a:gd name="textAreaLeft" fmla="*/ 0 w 110520"/>
                    <a:gd name="textAreaRight" fmla="*/ 110880 w 110520"/>
                    <a:gd name="textAreaTop" fmla="*/ 0 h 187920"/>
                    <a:gd name="textAreaBottom" fmla="*/ 188280 h 187920"/>
                    <a:gd name="GluePoint1X" fmla="*/ 39 w 59"/>
                    <a:gd name="GluePoint1Y" fmla="*/ 78 h 101"/>
                    <a:gd name="GluePoint2X" fmla="*/ 17 w 59"/>
                    <a:gd name="GluePoint2Y" fmla="*/ 94 h 101"/>
                    <a:gd name="GluePoint3X" fmla="*/ 8 w 59"/>
                    <a:gd name="GluePoint3Y" fmla="*/ 94 h 101"/>
                    <a:gd name="GluePoint4X" fmla="*/ 0 w 59"/>
                    <a:gd name="GluePoint4Y" fmla="*/ 79 h 101"/>
                    <a:gd name="GluePoint5X" fmla="*/ 17 w 59"/>
                    <a:gd name="GluePoint5Y" fmla="*/ 73 h 101"/>
                    <a:gd name="GluePoint6X" fmla="*/ 10 w 59"/>
                    <a:gd name="GluePoint6Y" fmla="*/ 68 h 101"/>
                    <a:gd name="GluePoint7X" fmla="*/ 8 w 59"/>
                    <a:gd name="GluePoint7Y" fmla="*/ 60 h 101"/>
                    <a:gd name="GluePoint8X" fmla="*/ 18 w 59"/>
                    <a:gd name="GluePoint8Y" fmla="*/ 23 h 101"/>
                    <a:gd name="GluePoint9X" fmla="*/ 26 w 59"/>
                    <a:gd name="GluePoint9Y" fmla="*/ 17 h 101"/>
                    <a:gd name="GluePoint10X" fmla="*/ 36 w 59"/>
                    <a:gd name="GluePoint10Y" fmla="*/ 26 h 101"/>
                    <a:gd name="GluePoint11X" fmla="*/ 36 w 59"/>
                    <a:gd name="GluePoint11Y" fmla="*/ 27 h 101"/>
                    <a:gd name="GluePoint12X" fmla="*/ 43 w 59"/>
                    <a:gd name="GluePoint12Y" fmla="*/ 40 h 101"/>
                    <a:gd name="GluePoint13X" fmla="*/ 42 w 59"/>
                    <a:gd name="GluePoint13Y" fmla="*/ 12 h 101"/>
                    <a:gd name="GluePoint14X" fmla="*/ 21 w 59"/>
                    <a:gd name="GluePoint14Y" fmla="*/ 5 h 101"/>
                    <a:gd name="GluePoint15X" fmla="*/ 44 w 59"/>
                    <a:gd name="GluePoint15Y" fmla="*/ 1 h 101"/>
                    <a:gd name="GluePoint16X" fmla="*/ 57 w 59"/>
                    <a:gd name="GluePoint16Y" fmla="*/ 17 h 101"/>
                    <a:gd name="GluePoint17X" fmla="*/ 56 w 59"/>
                    <a:gd name="GluePoint17Y" fmla="*/ 48 h 101"/>
                    <a:gd name="GluePoint18X" fmla="*/ 57 w 59"/>
                    <a:gd name="GluePoint18Y" fmla="*/ 55 h 101"/>
                    <a:gd name="GluePoint19X" fmla="*/ 55 w 59"/>
                    <a:gd name="GluePoint19Y" fmla="*/ 64 h 101"/>
                    <a:gd name="GluePoint20X" fmla="*/ 54 w 59"/>
                    <a:gd name="GluePoint20Y" fmla="*/ 71 h 101"/>
                    <a:gd name="GluePoint21X" fmla="*/ 52 w 59"/>
                    <a:gd name="GluePoint21Y" fmla="*/ 95 h 101"/>
                    <a:gd name="GluePoint22X" fmla="*/ 49 w 59"/>
                    <a:gd name="GluePoint22Y" fmla="*/ 101 h 101"/>
                    <a:gd name="GluePoint23X" fmla="*/ 43 w 59"/>
                    <a:gd name="GluePoint23Y" fmla="*/ 98 h 101"/>
                    <a:gd name="GluePoint24X" fmla="*/ 38 w 59"/>
                    <a:gd name="GluePoint24Y" fmla="*/ 86 h 101"/>
                    <a:gd name="GluePoint25X" fmla="*/ 39 w 59"/>
                    <a:gd name="GluePoint25Y" fmla="*/ 78 h 101"/>
                    <a:gd name="GluePoint26X" fmla="*/ 42 w 59"/>
                    <a:gd name="GluePoint26Y" fmla="*/ 47 h 101"/>
                    <a:gd name="GluePoint27X" fmla="*/ 32 w 59"/>
                    <a:gd name="GluePoint27Y" fmla="*/ 44 h 101"/>
                    <a:gd name="GluePoint28X" fmla="*/ 29 w 59"/>
                    <a:gd name="GluePoint28Y" fmla="*/ 64 h 101"/>
                    <a:gd name="GluePoint29X" fmla="*/ 42 w 59"/>
                    <a:gd name="GluePoint29Y" fmla="*/ 47 h 10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</a:cxnLst>
                  <a:rect l="textAreaLeft" t="textAreaTop" r="textAreaRight" b="textAreaBottom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986" name="Freeform 10"/>
                <p:cNvSpPr/>
                <p:nvPr/>
              </p:nvSpPr>
              <p:spPr>
                <a:xfrm>
                  <a:off x="1280880" y="6431400"/>
                  <a:ext cx="103680" cy="223560"/>
                </a:xfrm>
                <a:custGeom>
                  <a:avLst/>
                  <a:gdLst>
                    <a:gd name="textAreaLeft" fmla="*/ 0 w 103680"/>
                    <a:gd name="textAreaRight" fmla="*/ 104040 w 103680"/>
                    <a:gd name="textAreaTop" fmla="*/ 0 h 223560"/>
                    <a:gd name="textAreaBottom" fmla="*/ 223920 h 223560"/>
                    <a:gd name="GluePoint1X" fmla="*/ 11 w 55"/>
                    <a:gd name="GluePoint1Y" fmla="*/ 89 h 120"/>
                    <a:gd name="GluePoint2X" fmla="*/ 10 w 55"/>
                    <a:gd name="GluePoint2Y" fmla="*/ 100 h 120"/>
                    <a:gd name="GluePoint3X" fmla="*/ 6 w 55"/>
                    <a:gd name="GluePoint3Y" fmla="*/ 104 h 120"/>
                    <a:gd name="GluePoint4X" fmla="*/ 1 w 55"/>
                    <a:gd name="GluePoint4Y" fmla="*/ 99 h 120"/>
                    <a:gd name="GluePoint5X" fmla="*/ 3 w 55"/>
                    <a:gd name="GluePoint5Y" fmla="*/ 84 h 120"/>
                    <a:gd name="GluePoint6X" fmla="*/ 14 w 55"/>
                    <a:gd name="GluePoint6Y" fmla="*/ 37 h 120"/>
                    <a:gd name="GluePoint7X" fmla="*/ 22 w 55"/>
                    <a:gd name="GluePoint7Y" fmla="*/ 11 h 120"/>
                    <a:gd name="GluePoint8X" fmla="*/ 26 w 55"/>
                    <a:gd name="GluePoint8Y" fmla="*/ 19 h 120"/>
                    <a:gd name="GluePoint9X" fmla="*/ 20 w 55"/>
                    <a:gd name="GluePoint9Y" fmla="*/ 40 h 120"/>
                    <a:gd name="GluePoint10X" fmla="*/ 27 w 55"/>
                    <a:gd name="GluePoint10Y" fmla="*/ 35 h 120"/>
                    <a:gd name="GluePoint11X" fmla="*/ 35 w 55"/>
                    <a:gd name="GluePoint11Y" fmla="*/ 30 h 120"/>
                    <a:gd name="GluePoint12X" fmla="*/ 33 w 55"/>
                    <a:gd name="GluePoint12Y" fmla="*/ 9 h 120"/>
                    <a:gd name="GluePoint13X" fmla="*/ 28 w 55"/>
                    <a:gd name="GluePoint13Y" fmla="*/ 8 h 120"/>
                    <a:gd name="GluePoint14X" fmla="*/ 19 w 55"/>
                    <a:gd name="GluePoint14Y" fmla="*/ 12 h 120"/>
                    <a:gd name="GluePoint15X" fmla="*/ 12 w 55"/>
                    <a:gd name="GluePoint15Y" fmla="*/ 15 h 120"/>
                    <a:gd name="GluePoint16X" fmla="*/ 9 w 55"/>
                    <a:gd name="GluePoint16Y" fmla="*/ 11 h 120"/>
                    <a:gd name="GluePoint17X" fmla="*/ 11 w 55"/>
                    <a:gd name="GluePoint17Y" fmla="*/ 8 h 120"/>
                    <a:gd name="GluePoint18X" fmla="*/ 31 w 55"/>
                    <a:gd name="GluePoint18Y" fmla="*/ 0 h 120"/>
                    <a:gd name="GluePoint19X" fmla="*/ 45 w 55"/>
                    <a:gd name="GluePoint19Y" fmla="*/ 15 h 120"/>
                    <a:gd name="GluePoint20X" fmla="*/ 44 w 55"/>
                    <a:gd name="GluePoint20Y" fmla="*/ 46 h 120"/>
                    <a:gd name="GluePoint21X" fmla="*/ 48 w 55"/>
                    <a:gd name="GluePoint21Y" fmla="*/ 54 h 120"/>
                    <a:gd name="GluePoint22X" fmla="*/ 48 w 55"/>
                    <a:gd name="GluePoint22Y" fmla="*/ 71 h 120"/>
                    <a:gd name="GluePoint23X" fmla="*/ 44 w 55"/>
                    <a:gd name="GluePoint23Y" fmla="*/ 77 h 120"/>
                    <a:gd name="GluePoint24X" fmla="*/ 44 w 55"/>
                    <a:gd name="GluePoint24Y" fmla="*/ 110 h 120"/>
                    <a:gd name="GluePoint25X" fmla="*/ 44 w 55"/>
                    <a:gd name="GluePoint25Y" fmla="*/ 114 h 120"/>
                    <a:gd name="GluePoint26X" fmla="*/ 41 w 55"/>
                    <a:gd name="GluePoint26Y" fmla="*/ 120 h 120"/>
                    <a:gd name="GluePoint27X" fmla="*/ 32 w 55"/>
                    <a:gd name="GluePoint27Y" fmla="*/ 118 h 120"/>
                    <a:gd name="GluePoint28X" fmla="*/ 13 w 55"/>
                    <a:gd name="GluePoint28Y" fmla="*/ 91 h 120"/>
                    <a:gd name="GluePoint29X" fmla="*/ 12 w 55"/>
                    <a:gd name="GluePoint29Y" fmla="*/ 89 h 120"/>
                    <a:gd name="GluePoint30X" fmla="*/ 11 w 55"/>
                    <a:gd name="GluePoint30Y" fmla="*/ 89 h 120"/>
                    <a:gd name="GluePoint31X" fmla="*/ 24 w 55"/>
                    <a:gd name="GluePoint31Y" fmla="*/ 76 h 120"/>
                    <a:gd name="GluePoint32X" fmla="*/ 23 w 55"/>
                    <a:gd name="GluePoint32Y" fmla="*/ 74 h 120"/>
                    <a:gd name="GluePoint33X" fmla="*/ 27 w 55"/>
                    <a:gd name="GluePoint33Y" fmla="*/ 71 h 120"/>
                    <a:gd name="GluePoint34X" fmla="*/ 33 w 55"/>
                    <a:gd name="GluePoint34Y" fmla="*/ 67 h 120"/>
                    <a:gd name="GluePoint35X" fmla="*/ 32 w 55"/>
                    <a:gd name="GluePoint35Y" fmla="*/ 63 h 120"/>
                    <a:gd name="GluePoint36X" fmla="*/ 22 w 55"/>
                    <a:gd name="GluePoint36Y" fmla="*/ 52 h 120"/>
                    <a:gd name="GluePoint37X" fmla="*/ 18 w 55"/>
                    <a:gd name="GluePoint37Y" fmla="*/ 89 h 120"/>
                    <a:gd name="GluePoint38X" fmla="*/ 33 w 55"/>
                    <a:gd name="GluePoint38Y" fmla="*/ 107 h 120"/>
                    <a:gd name="GluePoint39X" fmla="*/ 35 w 55"/>
                    <a:gd name="GluePoint39Y" fmla="*/ 77 h 120"/>
                    <a:gd name="GluePoint40X" fmla="*/ 31 w 55"/>
                    <a:gd name="GluePoint40Y" fmla="*/ 75 h 120"/>
                    <a:gd name="GluePoint41X" fmla="*/ 24 w 55"/>
                    <a:gd name="GluePoint41Y" fmla="*/ 76 h 12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</a:cxnLst>
                  <a:rect l="textAreaLeft" t="textAreaTop" r="textAreaRight" b="textAreaBottom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987" name="组合 91"/>
              <p:cNvGrpSpPr/>
              <p:nvPr/>
            </p:nvGrpSpPr>
            <p:grpSpPr>
              <a:xfrm>
                <a:off x="587160" y="6381720"/>
                <a:ext cx="241200" cy="304560"/>
                <a:chOff x="587160" y="6381720"/>
                <a:chExt cx="241200" cy="304560"/>
              </a:xfrm>
            </p:grpSpPr>
            <p:sp>
              <p:nvSpPr>
                <p:cNvPr id="988" name="Freeform 13"/>
                <p:cNvSpPr/>
                <p:nvPr/>
              </p:nvSpPr>
              <p:spPr>
                <a:xfrm>
                  <a:off x="587160" y="6381720"/>
                  <a:ext cx="241200" cy="288000"/>
                </a:xfrm>
                <a:custGeom>
                  <a:avLst/>
                  <a:gdLst>
                    <a:gd name="textAreaLeft" fmla="*/ 0 w 241200"/>
                    <a:gd name="textAreaRight" fmla="*/ 241560 w 241200"/>
                    <a:gd name="textAreaTop" fmla="*/ 0 h 288000"/>
                    <a:gd name="textAreaBottom" fmla="*/ 288360 h 288000"/>
                    <a:gd name="GluePoint1X" fmla="*/ 54 w 128"/>
                    <a:gd name="GluePoint1Y" fmla="*/ 76 h 154"/>
                    <a:gd name="GluePoint2X" fmla="*/ 66 w 128"/>
                    <a:gd name="GluePoint2Y" fmla="*/ 53 h 154"/>
                    <a:gd name="GluePoint3X" fmla="*/ 49 w 128"/>
                    <a:gd name="GluePoint3Y" fmla="*/ 47 h 154"/>
                    <a:gd name="GluePoint4X" fmla="*/ 64 w 128"/>
                    <a:gd name="GluePoint4Y" fmla="*/ 44 h 154"/>
                    <a:gd name="GluePoint5X" fmla="*/ 83 w 128"/>
                    <a:gd name="GluePoint5Y" fmla="*/ 6 h 154"/>
                    <a:gd name="GluePoint6X" fmla="*/ 91 w 128"/>
                    <a:gd name="GluePoint6Y" fmla="*/ 11 h 154"/>
                    <a:gd name="GluePoint7X" fmla="*/ 96 w 128"/>
                    <a:gd name="GluePoint7Y" fmla="*/ 36 h 154"/>
                    <a:gd name="GluePoint8X" fmla="*/ 106 w 128"/>
                    <a:gd name="GluePoint8Y" fmla="*/ 41 h 154"/>
                    <a:gd name="GluePoint9X" fmla="*/ 82 w 128"/>
                    <a:gd name="GluePoint9Y" fmla="*/ 50 h 154"/>
                    <a:gd name="GluePoint10X" fmla="*/ 71 w 128"/>
                    <a:gd name="GluePoint10Y" fmla="*/ 65 h 154"/>
                    <a:gd name="GluePoint11X" fmla="*/ 110 w 128"/>
                    <a:gd name="GluePoint11Y" fmla="*/ 74 h 154"/>
                    <a:gd name="GluePoint12X" fmla="*/ 101 w 128"/>
                    <a:gd name="GluePoint12Y" fmla="*/ 87 h 154"/>
                    <a:gd name="GluePoint13X" fmla="*/ 111 w 128"/>
                    <a:gd name="GluePoint13Y" fmla="*/ 98 h 154"/>
                    <a:gd name="GluePoint14X" fmla="*/ 92 w 128"/>
                    <a:gd name="GluePoint14Y" fmla="*/ 104 h 154"/>
                    <a:gd name="GluePoint15X" fmla="*/ 86 w 128"/>
                    <a:gd name="GluePoint15Y" fmla="*/ 116 h 154"/>
                    <a:gd name="GluePoint16X" fmla="*/ 124 w 128"/>
                    <a:gd name="GluePoint16Y" fmla="*/ 112 h 154"/>
                    <a:gd name="GluePoint17X" fmla="*/ 120 w 128"/>
                    <a:gd name="GluePoint17Y" fmla="*/ 122 h 154"/>
                    <a:gd name="GluePoint18X" fmla="*/ 111 w 128"/>
                    <a:gd name="GluePoint18Y" fmla="*/ 144 h 154"/>
                    <a:gd name="GluePoint19X" fmla="*/ 105 w 128"/>
                    <a:gd name="GluePoint19Y" fmla="*/ 153 h 154"/>
                    <a:gd name="GluePoint20X" fmla="*/ 55 w 128"/>
                    <a:gd name="GluePoint20Y" fmla="*/ 129 h 154"/>
                    <a:gd name="GluePoint21X" fmla="*/ 53 w 128"/>
                    <a:gd name="GluePoint21Y" fmla="*/ 121 h 154"/>
                    <a:gd name="GluePoint22X" fmla="*/ 61 w 128"/>
                    <a:gd name="GluePoint22Y" fmla="*/ 125 h 154"/>
                    <a:gd name="GluePoint23X" fmla="*/ 94 w 128"/>
                    <a:gd name="GluePoint23Y" fmla="*/ 140 h 154"/>
                    <a:gd name="GluePoint24X" fmla="*/ 85 w 128"/>
                    <a:gd name="GluePoint24Y" fmla="*/ 127 h 154"/>
                    <a:gd name="GluePoint25X" fmla="*/ 71 w 128"/>
                    <a:gd name="GluePoint25Y" fmla="*/ 108 h 154"/>
                    <a:gd name="GluePoint26X" fmla="*/ 52 w 128"/>
                    <a:gd name="GluePoint26Y" fmla="*/ 113 h 154"/>
                    <a:gd name="GluePoint27X" fmla="*/ 38 w 128"/>
                    <a:gd name="GluePoint27Y" fmla="*/ 97 h 154"/>
                    <a:gd name="GluePoint28X" fmla="*/ 51 w 128"/>
                    <a:gd name="GluePoint28Y" fmla="*/ 97 h 154"/>
                    <a:gd name="GluePoint29X" fmla="*/ 34 w 128"/>
                    <a:gd name="GluePoint29Y" fmla="*/ 93 h 154"/>
                    <a:gd name="GluePoint30X" fmla="*/ 35 w 128"/>
                    <a:gd name="GluePoint30Y" fmla="*/ 105 h 154"/>
                    <a:gd name="GluePoint31X" fmla="*/ 26 w 128"/>
                    <a:gd name="GluePoint31Y" fmla="*/ 154 h 154"/>
                    <a:gd name="GluePoint32X" fmla="*/ 20 w 128"/>
                    <a:gd name="GluePoint32Y" fmla="*/ 118 h 154"/>
                    <a:gd name="GluePoint33X" fmla="*/ 0 w 128"/>
                    <a:gd name="GluePoint33Y" fmla="*/ 103 h 154"/>
                    <a:gd name="GluePoint34X" fmla="*/ 19 w 128"/>
                    <a:gd name="GluePoint34Y" fmla="*/ 72 h 154"/>
                    <a:gd name="GluePoint35X" fmla="*/ 25 w 128"/>
                    <a:gd name="GluePoint35Y" fmla="*/ 51 h 154"/>
                    <a:gd name="GluePoint36X" fmla="*/ 39 w 128"/>
                    <a:gd name="GluePoint36Y" fmla="*/ 14 h 154"/>
                    <a:gd name="GluePoint37X" fmla="*/ 51 w 128"/>
                    <a:gd name="GluePoint37Y" fmla="*/ 24 h 154"/>
                    <a:gd name="GluePoint38X" fmla="*/ 39 w 128"/>
                    <a:gd name="GluePoint38Y" fmla="*/ 44 h 154"/>
                    <a:gd name="GluePoint39X" fmla="*/ 48 w 128"/>
                    <a:gd name="GluePoint39Y" fmla="*/ 73 h 154"/>
                    <a:gd name="GluePoint40X" fmla="*/ 81 w 128"/>
                    <a:gd name="GluePoint40Y" fmla="*/ 90 h 154"/>
                    <a:gd name="GluePoint41X" fmla="*/ 92 w 128"/>
                    <a:gd name="GluePoint41Y" fmla="*/ 71 h 154"/>
                    <a:gd name="GluePoint42X" fmla="*/ 81 w 128"/>
                    <a:gd name="GluePoint42Y" fmla="*/ 80 h 154"/>
                    <a:gd name="GluePoint43X" fmla="*/ 76 w 128"/>
                    <a:gd name="GluePoint43Y" fmla="*/ 73 h 154"/>
                    <a:gd name="GluePoint44X" fmla="*/ 67 w 128"/>
                    <a:gd name="GluePoint44Y" fmla="*/ 79 h 154"/>
                    <a:gd name="GluePoint45X" fmla="*/ 76 w 128"/>
                    <a:gd name="GluePoint45Y" fmla="*/ 73 h 154"/>
                    <a:gd name="GluePoint46X" fmla="*/ 56 w 128"/>
                    <a:gd name="GluePoint46Y" fmla="*/ 88 h 154"/>
                    <a:gd name="GluePoint47X" fmla="*/ 63 w 128"/>
                    <a:gd name="GluePoint47Y" fmla="*/ 81 h 154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</a:cxnLst>
                  <a:rect l="textAreaLeft" t="textAreaTop" r="textAreaRight" b="textAreaBottom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989" name="Freeform 14"/>
                <p:cNvSpPr/>
                <p:nvPr/>
              </p:nvSpPr>
              <p:spPr>
                <a:xfrm>
                  <a:off x="653760" y="6606360"/>
                  <a:ext cx="29520" cy="79920"/>
                </a:xfrm>
                <a:custGeom>
                  <a:avLst/>
                  <a:gdLst>
                    <a:gd name="textAreaLeft" fmla="*/ 0 w 29520"/>
                    <a:gd name="textAreaRight" fmla="*/ 29880 w 29520"/>
                    <a:gd name="textAreaTop" fmla="*/ 0 h 79920"/>
                    <a:gd name="textAreaBottom" fmla="*/ 80280 h 79920"/>
                    <a:gd name="GluePoint1X" fmla="*/ 9 w 16"/>
                    <a:gd name="GluePoint1Y" fmla="*/ 0 h 43"/>
                    <a:gd name="GluePoint2X" fmla="*/ 15 w 16"/>
                    <a:gd name="GluePoint2Y" fmla="*/ 11 h 43"/>
                    <a:gd name="GluePoint3X" fmla="*/ 9 w 16"/>
                    <a:gd name="GluePoint3Y" fmla="*/ 43 h 43"/>
                    <a:gd name="GluePoint4X" fmla="*/ 2 w 16"/>
                    <a:gd name="GluePoint4Y" fmla="*/ 39 h 43"/>
                    <a:gd name="GluePoint5X" fmla="*/ 0 w 16"/>
                    <a:gd name="GluePoint5Y" fmla="*/ 35 h 43"/>
                    <a:gd name="GluePoint6X" fmla="*/ 9 w 16"/>
                    <a:gd name="GluePoint6Y" fmla="*/ 0 h 4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34200" tIns="39960" rIns="34200" bIns="3996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990" name="组合 92"/>
              <p:cNvGrpSpPr/>
              <p:nvPr/>
            </p:nvGrpSpPr>
            <p:grpSpPr>
              <a:xfrm>
                <a:off x="914400" y="6468840"/>
                <a:ext cx="161640" cy="139320"/>
                <a:chOff x="914400" y="6468840"/>
                <a:chExt cx="161640" cy="139320"/>
              </a:xfrm>
            </p:grpSpPr>
            <p:sp>
              <p:nvSpPr>
                <p:cNvPr id="991" name="Freeform 18"/>
                <p:cNvSpPr/>
                <p:nvPr/>
              </p:nvSpPr>
              <p:spPr>
                <a:xfrm>
                  <a:off x="968760" y="6468840"/>
                  <a:ext cx="107280" cy="139320"/>
                </a:xfrm>
                <a:custGeom>
                  <a:avLst/>
                  <a:gdLst>
                    <a:gd name="textAreaLeft" fmla="*/ 0 w 107280"/>
                    <a:gd name="textAreaRight" fmla="*/ 107640 w 107280"/>
                    <a:gd name="textAreaTop" fmla="*/ 0 h 139320"/>
                    <a:gd name="textAreaBottom" fmla="*/ 139680 h 139320"/>
                    <a:gd name="GluePoint1X" fmla="*/ 49 w 57"/>
                    <a:gd name="GluePoint1Y" fmla="*/ 74 h 75"/>
                    <a:gd name="GluePoint2X" fmla="*/ 40 w 57"/>
                    <a:gd name="GluePoint2Y" fmla="*/ 67 h 75"/>
                    <a:gd name="GluePoint3X" fmla="*/ 33 w 57"/>
                    <a:gd name="GluePoint3Y" fmla="*/ 48 h 75"/>
                    <a:gd name="GluePoint4X" fmla="*/ 27 w 57"/>
                    <a:gd name="GluePoint4Y" fmla="*/ 46 h 75"/>
                    <a:gd name="GluePoint5X" fmla="*/ 11 w 57"/>
                    <a:gd name="GluePoint5Y" fmla="*/ 60 h 75"/>
                    <a:gd name="GluePoint6X" fmla="*/ 5 w 57"/>
                    <a:gd name="GluePoint6Y" fmla="*/ 60 h 75"/>
                    <a:gd name="GluePoint7X" fmla="*/ 6 w 57"/>
                    <a:gd name="GluePoint7Y" fmla="*/ 46 h 75"/>
                    <a:gd name="GluePoint8X" fmla="*/ 27 w 57"/>
                    <a:gd name="GluePoint8Y" fmla="*/ 26 h 75"/>
                    <a:gd name="GluePoint9X" fmla="*/ 40 w 57"/>
                    <a:gd name="GluePoint9Y" fmla="*/ 10 h 75"/>
                    <a:gd name="GluePoint10X" fmla="*/ 41 w 57"/>
                    <a:gd name="GluePoint10Y" fmla="*/ 6 h 75"/>
                    <a:gd name="GluePoint11X" fmla="*/ 45 w 57"/>
                    <a:gd name="GluePoint11Y" fmla="*/ 0 h 75"/>
                    <a:gd name="GluePoint12X" fmla="*/ 53 w 57"/>
                    <a:gd name="GluePoint12Y" fmla="*/ 3 h 75"/>
                    <a:gd name="GluePoint13X" fmla="*/ 53 w 57"/>
                    <a:gd name="GluePoint13Y" fmla="*/ 20 h 75"/>
                    <a:gd name="GluePoint14X" fmla="*/ 37 w 57"/>
                    <a:gd name="GluePoint14Y" fmla="*/ 38 h 75"/>
                    <a:gd name="GluePoint15X" fmla="*/ 49 w 57"/>
                    <a:gd name="GluePoint15Y" fmla="*/ 74 h 7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992" name="Freeform 19"/>
                <p:cNvSpPr/>
                <p:nvPr/>
              </p:nvSpPr>
              <p:spPr>
                <a:xfrm>
                  <a:off x="914400" y="6503760"/>
                  <a:ext cx="54000" cy="102960"/>
                </a:xfrm>
                <a:custGeom>
                  <a:avLst/>
                  <a:gdLst>
                    <a:gd name="textAreaLeft" fmla="*/ 0 w 54000"/>
                    <a:gd name="textAreaRight" fmla="*/ 54360 w 54000"/>
                    <a:gd name="textAreaTop" fmla="*/ 0 h 102960"/>
                    <a:gd name="textAreaBottom" fmla="*/ 103320 h 102960"/>
                    <a:gd name="GluePoint1X" fmla="*/ 12 w 29"/>
                    <a:gd name="GluePoint1Y" fmla="*/ 30 h 55"/>
                    <a:gd name="GluePoint2X" fmla="*/ 20 w 29"/>
                    <a:gd name="GluePoint2Y" fmla="*/ 7 h 55"/>
                    <a:gd name="GluePoint3X" fmla="*/ 25 w 29"/>
                    <a:gd name="GluePoint3Y" fmla="*/ 1 h 55"/>
                    <a:gd name="GluePoint4X" fmla="*/ 26 w 29"/>
                    <a:gd name="GluePoint4Y" fmla="*/ 9 h 55"/>
                    <a:gd name="GluePoint5X" fmla="*/ 16 w 29"/>
                    <a:gd name="GluePoint5Y" fmla="*/ 39 h 55"/>
                    <a:gd name="GluePoint6X" fmla="*/ 13 w 29"/>
                    <a:gd name="GluePoint6Y" fmla="*/ 52 h 55"/>
                    <a:gd name="GluePoint7X" fmla="*/ 7 w 29"/>
                    <a:gd name="GluePoint7Y" fmla="*/ 54 h 55"/>
                    <a:gd name="GluePoint8X" fmla="*/ 2 w 29"/>
                    <a:gd name="GluePoint8Y" fmla="*/ 41 h 55"/>
                    <a:gd name="GluePoint9X" fmla="*/ 3 w 29"/>
                    <a:gd name="GluePoint9Y" fmla="*/ 32 h 55"/>
                    <a:gd name="GluePoint10X" fmla="*/ 2 w 29"/>
                    <a:gd name="GluePoint10Y" fmla="*/ 6 h 55"/>
                    <a:gd name="GluePoint11X" fmla="*/ 6 w 29"/>
                    <a:gd name="GluePoint11Y" fmla="*/ 5 h 55"/>
                    <a:gd name="GluePoint12X" fmla="*/ 10 w 29"/>
                    <a:gd name="GluePoint12Y" fmla="*/ 14 h 55"/>
                    <a:gd name="GluePoint13X" fmla="*/ 11 w 29"/>
                    <a:gd name="GluePoint13Y" fmla="*/ 30 h 55"/>
                    <a:gd name="GluePoint14X" fmla="*/ 12 w 29"/>
                    <a:gd name="GluePoint14Y" fmla="*/ 30 h 5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61920" rIns="6192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993" name="Freeform 20"/>
                <p:cNvSpPr/>
                <p:nvPr/>
              </p:nvSpPr>
              <p:spPr>
                <a:xfrm>
                  <a:off x="946440" y="6470280"/>
                  <a:ext cx="50040" cy="31680"/>
                </a:xfrm>
                <a:custGeom>
                  <a:avLst/>
                  <a:gdLst>
                    <a:gd name="textAreaLeft" fmla="*/ 0 w 50040"/>
                    <a:gd name="textAreaRight" fmla="*/ 50400 w 50040"/>
                    <a:gd name="textAreaTop" fmla="*/ 0 h 31680"/>
                    <a:gd name="textAreaBottom" fmla="*/ 32040 h 31680"/>
                    <a:gd name="GluePoint1X" fmla="*/ 27 w 27"/>
                    <a:gd name="GluePoint1Y" fmla="*/ 1 h 17"/>
                    <a:gd name="GluePoint2X" fmla="*/ 16 w 27"/>
                    <a:gd name="GluePoint2Y" fmla="*/ 14 h 17"/>
                    <a:gd name="GluePoint3X" fmla="*/ 5 w 27"/>
                    <a:gd name="GluePoint3Y" fmla="*/ 13 h 17"/>
                    <a:gd name="GluePoint4X" fmla="*/ 0 w 27"/>
                    <a:gd name="GluePoint4Y" fmla="*/ 4 h 17"/>
                    <a:gd name="GluePoint5X" fmla="*/ 9 w 27"/>
                    <a:gd name="GluePoint5Y" fmla="*/ 2 h 17"/>
                    <a:gd name="GluePoint6X" fmla="*/ 27 w 27"/>
                    <a:gd name="GluePoint6Y" fmla="*/ 0 h 17"/>
                    <a:gd name="GluePoint7X" fmla="*/ 27 w 27"/>
                    <a:gd name="GluePoint7Y" fmla="*/ 1 h 1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</a:cxnLst>
                  <a:rect l="textAreaLeft" t="textAreaTop" r="textAreaRight" b="textAreaBottom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7240" tIns="15840" rIns="57240" bIns="158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994" name="组合 93"/>
              <p:cNvGrpSpPr/>
              <p:nvPr/>
            </p:nvGrpSpPr>
            <p:grpSpPr>
              <a:xfrm>
                <a:off x="1501920" y="6443640"/>
                <a:ext cx="185400" cy="184680"/>
                <a:chOff x="1501920" y="6443640"/>
                <a:chExt cx="185400" cy="184680"/>
              </a:xfrm>
            </p:grpSpPr>
            <p:sp>
              <p:nvSpPr>
                <p:cNvPr id="995" name="Freeform 11"/>
                <p:cNvSpPr/>
                <p:nvPr/>
              </p:nvSpPr>
              <p:spPr>
                <a:xfrm>
                  <a:off x="1557720" y="6443640"/>
                  <a:ext cx="129600" cy="181440"/>
                </a:xfrm>
                <a:custGeom>
                  <a:avLst/>
                  <a:gdLst>
                    <a:gd name="textAreaLeft" fmla="*/ 0 w 129600"/>
                    <a:gd name="textAreaRight" fmla="*/ 129960 w 129600"/>
                    <a:gd name="textAreaTop" fmla="*/ 0 h 181440"/>
                    <a:gd name="textAreaBottom" fmla="*/ 181800 h 181440"/>
                    <a:gd name="GluePoint1X" fmla="*/ 29 w 72"/>
                    <a:gd name="GluePoint1Y" fmla="*/ 49 h 102"/>
                    <a:gd name="GluePoint2X" fmla="*/ 15 w 72"/>
                    <a:gd name="GluePoint2Y" fmla="*/ 43 h 102"/>
                    <a:gd name="GluePoint3X" fmla="*/ 10 w 72"/>
                    <a:gd name="GluePoint3Y" fmla="*/ 21 h 102"/>
                    <a:gd name="GluePoint4X" fmla="*/ 13 w 72"/>
                    <a:gd name="GluePoint4Y" fmla="*/ 15 h 102"/>
                    <a:gd name="GluePoint5X" fmla="*/ 19 w 72"/>
                    <a:gd name="GluePoint5Y" fmla="*/ 18 h 102"/>
                    <a:gd name="GluePoint6X" fmla="*/ 20 w 72"/>
                    <a:gd name="GluePoint6Y" fmla="*/ 26 h 102"/>
                    <a:gd name="GluePoint7X" fmla="*/ 35 w 72"/>
                    <a:gd name="GluePoint7Y" fmla="*/ 22 h 102"/>
                    <a:gd name="GluePoint8X" fmla="*/ 40 w 72"/>
                    <a:gd name="GluePoint8Y" fmla="*/ 16 h 102"/>
                    <a:gd name="GluePoint9X" fmla="*/ 43 w 72"/>
                    <a:gd name="GluePoint9Y" fmla="*/ 14 h 102"/>
                    <a:gd name="GluePoint10X" fmla="*/ 44 w 72"/>
                    <a:gd name="GluePoint10Y" fmla="*/ 19 h 102"/>
                    <a:gd name="GluePoint11X" fmla="*/ 43 w 72"/>
                    <a:gd name="GluePoint11Y" fmla="*/ 28 h 102"/>
                    <a:gd name="GluePoint12X" fmla="*/ 36 w 72"/>
                    <a:gd name="GluePoint12Y" fmla="*/ 40 h 102"/>
                    <a:gd name="GluePoint13X" fmla="*/ 37 w 72"/>
                    <a:gd name="GluePoint13Y" fmla="*/ 42 h 102"/>
                    <a:gd name="GluePoint14X" fmla="*/ 44 w 72"/>
                    <a:gd name="GluePoint14Y" fmla="*/ 38 h 102"/>
                    <a:gd name="GluePoint15X" fmla="*/ 56 w 72"/>
                    <a:gd name="GluePoint15Y" fmla="*/ 20 h 102"/>
                    <a:gd name="GluePoint16X" fmla="*/ 49 w 72"/>
                    <a:gd name="GluePoint16Y" fmla="*/ 9 h 102"/>
                    <a:gd name="GluePoint17X" fmla="*/ 28 w 72"/>
                    <a:gd name="GluePoint17Y" fmla="*/ 14 h 102"/>
                    <a:gd name="GluePoint18X" fmla="*/ 20 w 72"/>
                    <a:gd name="GluePoint18Y" fmla="*/ 13 h 102"/>
                    <a:gd name="GluePoint19X" fmla="*/ 22 w 72"/>
                    <a:gd name="GluePoint19Y" fmla="*/ 6 h 102"/>
                    <a:gd name="GluePoint20X" fmla="*/ 50 w 72"/>
                    <a:gd name="GluePoint20Y" fmla="*/ 1 h 102"/>
                    <a:gd name="GluePoint21X" fmla="*/ 68 w 72"/>
                    <a:gd name="GluePoint21Y" fmla="*/ 12 h 102"/>
                    <a:gd name="GluePoint22X" fmla="*/ 67 w 72"/>
                    <a:gd name="GluePoint22Y" fmla="*/ 24 h 102"/>
                    <a:gd name="GluePoint23X" fmla="*/ 49 w 72"/>
                    <a:gd name="GluePoint23Y" fmla="*/ 48 h 102"/>
                    <a:gd name="GluePoint24X" fmla="*/ 42 w 72"/>
                    <a:gd name="GluePoint24Y" fmla="*/ 49 h 102"/>
                    <a:gd name="GluePoint25X" fmla="*/ 37 w 72"/>
                    <a:gd name="GluePoint25Y" fmla="*/ 47 h 102"/>
                    <a:gd name="GluePoint26X" fmla="*/ 35 w 72"/>
                    <a:gd name="GluePoint26Y" fmla="*/ 52 h 102"/>
                    <a:gd name="GluePoint27X" fmla="*/ 41 w 72"/>
                    <a:gd name="GluePoint27Y" fmla="*/ 58 h 102"/>
                    <a:gd name="GluePoint28X" fmla="*/ 48 w 72"/>
                    <a:gd name="GluePoint28Y" fmla="*/ 57 h 102"/>
                    <a:gd name="GluePoint29X" fmla="*/ 53 w 72"/>
                    <a:gd name="GluePoint29Y" fmla="*/ 59 h 102"/>
                    <a:gd name="GluePoint30X" fmla="*/ 53 w 72"/>
                    <a:gd name="GluePoint30Y" fmla="*/ 66 h 102"/>
                    <a:gd name="GluePoint31X" fmla="*/ 48 w 72"/>
                    <a:gd name="GluePoint31Y" fmla="*/ 70 h 102"/>
                    <a:gd name="GluePoint32X" fmla="*/ 37 w 72"/>
                    <a:gd name="GluePoint32Y" fmla="*/ 81 h 102"/>
                    <a:gd name="GluePoint33X" fmla="*/ 45 w 72"/>
                    <a:gd name="GluePoint33Y" fmla="*/ 81 h 102"/>
                    <a:gd name="GluePoint34X" fmla="*/ 57 w 72"/>
                    <a:gd name="GluePoint34Y" fmla="*/ 89 h 102"/>
                    <a:gd name="GluePoint35X" fmla="*/ 51 w 72"/>
                    <a:gd name="GluePoint35Y" fmla="*/ 98 h 102"/>
                    <a:gd name="GluePoint36X" fmla="*/ 26 w 72"/>
                    <a:gd name="GluePoint36Y" fmla="*/ 101 h 102"/>
                    <a:gd name="GluePoint37X" fmla="*/ 17 w 72"/>
                    <a:gd name="GluePoint37Y" fmla="*/ 96 h 102"/>
                    <a:gd name="GluePoint38X" fmla="*/ 15 w 72"/>
                    <a:gd name="GluePoint38Y" fmla="*/ 94 h 102"/>
                    <a:gd name="GluePoint39X" fmla="*/ 19 w 72"/>
                    <a:gd name="GluePoint39Y" fmla="*/ 77 h 102"/>
                    <a:gd name="GluePoint40X" fmla="*/ 27 w 72"/>
                    <a:gd name="GluePoint40Y" fmla="*/ 70 h 102"/>
                    <a:gd name="GluePoint41X" fmla="*/ 27 w 72"/>
                    <a:gd name="GluePoint41Y" fmla="*/ 69 h 102"/>
                    <a:gd name="GluePoint42X" fmla="*/ 21 w 72"/>
                    <a:gd name="GluePoint42Y" fmla="*/ 71 h 102"/>
                    <a:gd name="GluePoint43X" fmla="*/ 9 w 72"/>
                    <a:gd name="GluePoint43Y" fmla="*/ 76 h 102"/>
                    <a:gd name="GluePoint44X" fmla="*/ 3 w 72"/>
                    <a:gd name="GluePoint44Y" fmla="*/ 75 h 102"/>
                    <a:gd name="GluePoint45X" fmla="*/ 4 w 72"/>
                    <a:gd name="GluePoint45Y" fmla="*/ 69 h 102"/>
                    <a:gd name="GluePoint46X" fmla="*/ 26 w 72"/>
                    <a:gd name="GluePoint46Y" fmla="*/ 60 h 102"/>
                    <a:gd name="GluePoint47X" fmla="*/ 28 w 72"/>
                    <a:gd name="GluePoint47Y" fmla="*/ 57 h 102"/>
                    <a:gd name="GluePoint48X" fmla="*/ 29 w 72"/>
                    <a:gd name="GluePoint48Y" fmla="*/ 49 h 102"/>
                    <a:gd name="GluePoint49X" fmla="*/ 34 w 72"/>
                    <a:gd name="GluePoint49Y" fmla="*/ 29 h 102"/>
                    <a:gd name="GluePoint50X" fmla="*/ 33 w 72"/>
                    <a:gd name="GluePoint50Y" fmla="*/ 28 h 102"/>
                    <a:gd name="GluePoint51X" fmla="*/ 26 w 72"/>
                    <a:gd name="GluePoint51Y" fmla="*/ 32 h 102"/>
                    <a:gd name="GluePoint52X" fmla="*/ 23 w 72"/>
                    <a:gd name="GluePoint52Y" fmla="*/ 36 h 102"/>
                    <a:gd name="GluePoint53X" fmla="*/ 26 w 72"/>
                    <a:gd name="GluePoint53Y" fmla="*/ 42 h 102"/>
                    <a:gd name="GluePoint54X" fmla="*/ 31 w 72"/>
                    <a:gd name="GluePoint54Y" fmla="*/ 40 h 102"/>
                    <a:gd name="GluePoint55X" fmla="*/ 34 w 72"/>
                    <a:gd name="GluePoint55Y" fmla="*/ 29 h 10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  <a:cxn ang="0">
                      <a:pos x="GluePoint50X" y="GluePoint50Y"/>
                    </a:cxn>
                    <a:cxn ang="0">
                      <a:pos x="GluePoint51X" y="GluePoint51Y"/>
                    </a:cxn>
                    <a:cxn ang="0">
                      <a:pos x="GluePoint52X" y="GluePoint52Y"/>
                    </a:cxn>
                    <a:cxn ang="0">
                      <a:pos x="GluePoint53X" y="GluePoint53Y"/>
                    </a:cxn>
                    <a:cxn ang="0">
                      <a:pos x="GluePoint54X" y="GluePoint54Y"/>
                    </a:cxn>
                    <a:cxn ang="0">
                      <a:pos x="GluePoint55X" y="GluePoint55Y"/>
                    </a:cxn>
                  </a:cxnLst>
                  <a:rect l="textAreaLeft" t="textAreaTop" r="textAreaRight" b="textAreaBottom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996" name="Freeform 12"/>
                <p:cNvSpPr/>
                <p:nvPr/>
              </p:nvSpPr>
              <p:spPr>
                <a:xfrm>
                  <a:off x="1501920" y="6453360"/>
                  <a:ext cx="69480" cy="174960"/>
                </a:xfrm>
                <a:custGeom>
                  <a:avLst/>
                  <a:gdLst>
                    <a:gd name="textAreaLeft" fmla="*/ 0 w 69480"/>
                    <a:gd name="textAreaRight" fmla="*/ 69840 w 69480"/>
                    <a:gd name="textAreaTop" fmla="*/ 0 h 174960"/>
                    <a:gd name="textAreaBottom" fmla="*/ 175320 h 174960"/>
                    <a:gd name="GluePoint1X" fmla="*/ 30 w 39"/>
                    <a:gd name="GluePoint1Y" fmla="*/ 44 h 98"/>
                    <a:gd name="GluePoint2X" fmla="*/ 36 w 39"/>
                    <a:gd name="GluePoint2Y" fmla="*/ 34 h 98"/>
                    <a:gd name="GluePoint3X" fmla="*/ 37 w 39"/>
                    <a:gd name="GluePoint3Y" fmla="*/ 51 h 98"/>
                    <a:gd name="GluePoint4X" fmla="*/ 25 w 39"/>
                    <a:gd name="GluePoint4Y" fmla="*/ 82 h 98"/>
                    <a:gd name="GluePoint5X" fmla="*/ 21 w 39"/>
                    <a:gd name="GluePoint5Y" fmla="*/ 98 h 98"/>
                    <a:gd name="GluePoint6X" fmla="*/ 13 w 39"/>
                    <a:gd name="GluePoint6Y" fmla="*/ 96 h 98"/>
                    <a:gd name="GluePoint7X" fmla="*/ 5 w 39"/>
                    <a:gd name="GluePoint7Y" fmla="*/ 83 h 98"/>
                    <a:gd name="GluePoint8X" fmla="*/ 11 w 39"/>
                    <a:gd name="GluePoint8Y" fmla="*/ 62 h 98"/>
                    <a:gd name="GluePoint9X" fmla="*/ 9 w 39"/>
                    <a:gd name="GluePoint9Y" fmla="*/ 43 h 98"/>
                    <a:gd name="GluePoint10X" fmla="*/ 12 w 39"/>
                    <a:gd name="GluePoint10Y" fmla="*/ 38 h 98"/>
                    <a:gd name="GluePoint11X" fmla="*/ 18 w 39"/>
                    <a:gd name="GluePoint11Y" fmla="*/ 33 h 98"/>
                    <a:gd name="GluePoint12X" fmla="*/ 23 w 39"/>
                    <a:gd name="GluePoint12Y" fmla="*/ 12 h 98"/>
                    <a:gd name="GluePoint13X" fmla="*/ 11 w 39"/>
                    <a:gd name="GluePoint13Y" fmla="*/ 16 h 98"/>
                    <a:gd name="GluePoint14X" fmla="*/ 2 w 39"/>
                    <a:gd name="GluePoint14Y" fmla="*/ 16 h 98"/>
                    <a:gd name="GluePoint15X" fmla="*/ 0 w 39"/>
                    <a:gd name="GluePoint15Y" fmla="*/ 12 h 98"/>
                    <a:gd name="GluePoint16X" fmla="*/ 3 w 39"/>
                    <a:gd name="GluePoint16Y" fmla="*/ 10 h 98"/>
                    <a:gd name="GluePoint17X" fmla="*/ 16 w 39"/>
                    <a:gd name="GluePoint17Y" fmla="*/ 7 h 98"/>
                    <a:gd name="GluePoint18X" fmla="*/ 26 w 39"/>
                    <a:gd name="GluePoint18Y" fmla="*/ 2 h 98"/>
                    <a:gd name="GluePoint19X" fmla="*/ 32 w 39"/>
                    <a:gd name="GluePoint19Y" fmla="*/ 1 h 98"/>
                    <a:gd name="GluePoint20X" fmla="*/ 35 w 39"/>
                    <a:gd name="GluePoint20Y" fmla="*/ 9 h 98"/>
                    <a:gd name="GluePoint21X" fmla="*/ 34 w 39"/>
                    <a:gd name="GluePoint21Y" fmla="*/ 11 h 98"/>
                    <a:gd name="GluePoint22X" fmla="*/ 27 w 39"/>
                    <a:gd name="GluePoint22Y" fmla="*/ 38 h 98"/>
                    <a:gd name="GluePoint23X" fmla="*/ 28 w 39"/>
                    <a:gd name="GluePoint23Y" fmla="*/ 44 h 98"/>
                    <a:gd name="GluePoint24X" fmla="*/ 30 w 39"/>
                    <a:gd name="GluePoint24Y" fmla="*/ 44 h 9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</a:cxnLst>
                  <a:rect l="textAreaLeft" t="textAreaTop" r="textAreaRight" b="textAreaBottom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1840" rIns="518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</p:grpSp>
      <p:sp>
        <p:nvSpPr>
          <p:cNvPr id="99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微软雅黑"/>
              </a:defRPr>
            </a:lvl1pPr>
            <a:lvl2pPr lvl="1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微软雅黑"/>
              </a:defRPr>
            </a:lvl2pPr>
            <a:lvl3pPr lvl="2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微软雅黑"/>
              </a:defRPr>
            </a:lvl3pPr>
            <a:lvl4pPr lvl="3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微软雅黑"/>
              </a:defRPr>
            </a:lvl4pPr>
            <a:lvl5pPr lvl="4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微软雅黑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微软雅黑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微软雅黑"/>
              </a:defRPr>
            </a:lvl7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微软雅黑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  <a:p>
            <a:pPr marL="864000" lvl="1" indent="-3240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微软雅黑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  <a:p>
            <a:pPr marL="1296000" lvl="2" indent="-2880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微软雅黑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  <a:p>
            <a:pPr marL="1728000" lvl="3" indent="-2160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微软雅黑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  <a:p>
            <a:pPr marL="2160000" lvl="4" indent="-2160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微软雅黑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微软雅黑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微软雅黑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页样式2-一段一图-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文本框 5"/>
          <p:cNvSpPr/>
          <p:nvPr/>
        </p:nvSpPr>
        <p:spPr>
          <a:xfrm>
            <a:off x="11233080" y="6353280"/>
            <a:ext cx="55044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>
              <a:lnSpc>
                <a:spcPct val="100000"/>
              </a:lnSpc>
            </a:pPr>
            <a:fld id="{C38DC26D-E4EA-43E9-8DF0-D9251B890599}" type="slidenum">
              <a:rPr lang="en-US" sz="1600" b="0" u="none" strike="noStrike">
                <a:solidFill>
                  <a:schemeClr val="accent3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99" name="直接连接符 89"/>
          <p:cNvCxnSpPr/>
          <p:nvPr/>
        </p:nvCxnSpPr>
        <p:spPr>
          <a:xfrm>
            <a:off x="442800" y="6264000"/>
            <a:ext cx="11306520" cy="36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</a:ln>
        </p:spPr>
      </p:cxnSp>
      <p:grpSp>
        <p:nvGrpSpPr>
          <p:cNvPr id="1000" name="组合 82"/>
          <p:cNvGrpSpPr/>
          <p:nvPr/>
        </p:nvGrpSpPr>
        <p:grpSpPr>
          <a:xfrm>
            <a:off x="587160" y="6381720"/>
            <a:ext cx="2479320" cy="304560"/>
            <a:chOff x="587160" y="6381720"/>
            <a:chExt cx="2479320" cy="304560"/>
          </a:xfrm>
        </p:grpSpPr>
        <p:grpSp>
          <p:nvGrpSpPr>
            <p:cNvPr id="1001" name="组合 83"/>
            <p:cNvGrpSpPr/>
            <p:nvPr/>
          </p:nvGrpSpPr>
          <p:grpSpPr>
            <a:xfrm>
              <a:off x="2014200" y="6385320"/>
              <a:ext cx="1052280" cy="298080"/>
              <a:chOff x="2014200" y="6385320"/>
              <a:chExt cx="1052280" cy="298080"/>
            </a:xfrm>
          </p:grpSpPr>
          <p:sp>
            <p:nvSpPr>
              <p:cNvPr id="1002" name="Freeform 5"/>
              <p:cNvSpPr/>
              <p:nvPr/>
            </p:nvSpPr>
            <p:spPr>
              <a:xfrm>
                <a:off x="2595600" y="6404040"/>
                <a:ext cx="234720" cy="264960"/>
              </a:xfrm>
              <a:custGeom>
                <a:avLst/>
                <a:gdLst>
                  <a:gd name="textAreaLeft" fmla="*/ 0 w 234720"/>
                  <a:gd name="textAreaRight" fmla="*/ 235080 w 234720"/>
                  <a:gd name="textAreaTop" fmla="*/ 0 h 264960"/>
                  <a:gd name="textAreaBottom" fmla="*/ 265320 h 264960"/>
                  <a:gd name="GluePoint1X" fmla="*/ 41 w 125"/>
                  <a:gd name="GluePoint1Y" fmla="*/ 16 h 142"/>
                  <a:gd name="GluePoint2X" fmla="*/ 49 w 125"/>
                  <a:gd name="GluePoint2Y" fmla="*/ 3 h 142"/>
                  <a:gd name="GluePoint3X" fmla="*/ 62 w 125"/>
                  <a:gd name="GluePoint3Y" fmla="*/ 20 h 142"/>
                  <a:gd name="GluePoint4X" fmla="*/ 64 w 125"/>
                  <a:gd name="GluePoint4Y" fmla="*/ 33 h 142"/>
                  <a:gd name="GluePoint5X" fmla="*/ 50 w 125"/>
                  <a:gd name="GluePoint5Y" fmla="*/ 34 h 142"/>
                  <a:gd name="GluePoint6X" fmla="*/ 58 w 125"/>
                  <a:gd name="GluePoint6Y" fmla="*/ 58 h 142"/>
                  <a:gd name="GluePoint7X" fmla="*/ 75 w 125"/>
                  <a:gd name="GluePoint7Y" fmla="*/ 59 h 142"/>
                  <a:gd name="GluePoint8X" fmla="*/ 71 w 125"/>
                  <a:gd name="GluePoint8Y" fmla="*/ 50 h 142"/>
                  <a:gd name="GluePoint9X" fmla="*/ 81 w 125"/>
                  <a:gd name="GluePoint9Y" fmla="*/ 47 h 142"/>
                  <a:gd name="GluePoint10X" fmla="*/ 65 w 125"/>
                  <a:gd name="GluePoint10Y" fmla="*/ 42 h 142"/>
                  <a:gd name="GluePoint11X" fmla="*/ 63 w 125"/>
                  <a:gd name="GluePoint11Y" fmla="*/ 37 h 142"/>
                  <a:gd name="GluePoint12X" fmla="*/ 85 w 125"/>
                  <a:gd name="GluePoint12Y" fmla="*/ 27 h 142"/>
                  <a:gd name="GluePoint13X" fmla="*/ 93 w 125"/>
                  <a:gd name="GluePoint13Y" fmla="*/ 2 h 142"/>
                  <a:gd name="GluePoint14X" fmla="*/ 99 w 125"/>
                  <a:gd name="GluePoint14Y" fmla="*/ 5 h 142"/>
                  <a:gd name="GluePoint15X" fmla="*/ 111 w 125"/>
                  <a:gd name="GluePoint15Y" fmla="*/ 30 h 142"/>
                  <a:gd name="GluePoint16X" fmla="*/ 102 w 125"/>
                  <a:gd name="GluePoint16Y" fmla="*/ 34 h 142"/>
                  <a:gd name="GluePoint17X" fmla="*/ 95 w 125"/>
                  <a:gd name="GluePoint17Y" fmla="*/ 59 h 142"/>
                  <a:gd name="GluePoint18X" fmla="*/ 123 w 125"/>
                  <a:gd name="GluePoint18Y" fmla="*/ 61 h 142"/>
                  <a:gd name="GluePoint19X" fmla="*/ 110 w 125"/>
                  <a:gd name="GluePoint19Y" fmla="*/ 71 h 142"/>
                  <a:gd name="GluePoint20X" fmla="*/ 104 w 125"/>
                  <a:gd name="GluePoint20Y" fmla="*/ 82 h 142"/>
                  <a:gd name="GluePoint21X" fmla="*/ 112 w 125"/>
                  <a:gd name="GluePoint21Y" fmla="*/ 134 h 142"/>
                  <a:gd name="GluePoint22X" fmla="*/ 102 w 125"/>
                  <a:gd name="GluePoint22Y" fmla="*/ 140 h 142"/>
                  <a:gd name="GluePoint23X" fmla="*/ 89 w 125"/>
                  <a:gd name="GluePoint23Y" fmla="*/ 123 h 142"/>
                  <a:gd name="GluePoint24X" fmla="*/ 101 w 125"/>
                  <a:gd name="GluePoint24Y" fmla="*/ 128 h 142"/>
                  <a:gd name="GluePoint25X" fmla="*/ 101 w 125"/>
                  <a:gd name="GluePoint25Y" fmla="*/ 92 h 142"/>
                  <a:gd name="GluePoint26X" fmla="*/ 97 w 125"/>
                  <a:gd name="GluePoint26Y" fmla="*/ 99 h 142"/>
                  <a:gd name="GluePoint27X" fmla="*/ 90 w 125"/>
                  <a:gd name="GluePoint27Y" fmla="*/ 103 h 142"/>
                  <a:gd name="GluePoint28X" fmla="*/ 86 w 125"/>
                  <a:gd name="GluePoint28Y" fmla="*/ 110 h 142"/>
                  <a:gd name="GluePoint29X" fmla="*/ 81 w 125"/>
                  <a:gd name="GluePoint29Y" fmla="*/ 120 h 142"/>
                  <a:gd name="GluePoint30X" fmla="*/ 88 w 125"/>
                  <a:gd name="GluePoint30Y" fmla="*/ 71 h 142"/>
                  <a:gd name="GluePoint31X" fmla="*/ 60 w 125"/>
                  <a:gd name="GluePoint31Y" fmla="*/ 87 h 142"/>
                  <a:gd name="GluePoint32X" fmla="*/ 53 w 125"/>
                  <a:gd name="GluePoint32Y" fmla="*/ 89 h 142"/>
                  <a:gd name="GluePoint33X" fmla="*/ 51 w 125"/>
                  <a:gd name="GluePoint33Y" fmla="*/ 128 h 142"/>
                  <a:gd name="GluePoint34X" fmla="*/ 43 w 125"/>
                  <a:gd name="GluePoint34Y" fmla="*/ 134 h 142"/>
                  <a:gd name="GluePoint35X" fmla="*/ 39 w 125"/>
                  <a:gd name="GluePoint35Y" fmla="*/ 107 h 142"/>
                  <a:gd name="GluePoint36X" fmla="*/ 33 w 125"/>
                  <a:gd name="GluePoint36Y" fmla="*/ 114 h 142"/>
                  <a:gd name="GluePoint37X" fmla="*/ 17 w 125"/>
                  <a:gd name="GluePoint37Y" fmla="*/ 108 h 142"/>
                  <a:gd name="GluePoint38X" fmla="*/ 5 w 125"/>
                  <a:gd name="GluePoint38Y" fmla="*/ 81 h 142"/>
                  <a:gd name="GluePoint39X" fmla="*/ 34 w 125"/>
                  <a:gd name="GluePoint39Y" fmla="*/ 56 h 142"/>
                  <a:gd name="GluePoint40X" fmla="*/ 38 w 125"/>
                  <a:gd name="GluePoint40Y" fmla="*/ 33 h 142"/>
                  <a:gd name="GluePoint41X" fmla="*/ 22 w 125"/>
                  <a:gd name="GluePoint41Y" fmla="*/ 55 h 142"/>
                  <a:gd name="GluePoint42X" fmla="*/ 14 w 125"/>
                  <a:gd name="GluePoint42Y" fmla="*/ 55 h 142"/>
                  <a:gd name="GluePoint43X" fmla="*/ 11 w 125"/>
                  <a:gd name="GluePoint43Y" fmla="*/ 36 h 142"/>
                  <a:gd name="GluePoint44X" fmla="*/ 32 w 125"/>
                  <a:gd name="GluePoint44Y" fmla="*/ 22 h 142"/>
                  <a:gd name="GluePoint45X" fmla="*/ 28 w 125"/>
                  <a:gd name="GluePoint45Y" fmla="*/ 33 h 1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</a:cxnLst>
                <a:rect l="textAreaLeft" t="textAreaTop" r="textAreaRight" b="textAreaBottom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entury Gothic"/>
                </a:endParaRPr>
              </a:p>
            </p:txBody>
          </p:sp>
          <p:sp>
            <p:nvSpPr>
              <p:cNvPr id="1003" name="Freeform 6"/>
              <p:cNvSpPr/>
              <p:nvPr/>
            </p:nvSpPr>
            <p:spPr>
              <a:xfrm>
                <a:off x="2931480" y="6444720"/>
                <a:ext cx="135000" cy="2034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203400"/>
                  <a:gd name="textAreaBottom" fmla="*/ 203760 h 203400"/>
                  <a:gd name="GluePoint1X" fmla="*/ 33 w 72"/>
                  <a:gd name="GluePoint1Y" fmla="*/ 76 h 109"/>
                  <a:gd name="GluePoint2X" fmla="*/ 44 w 72"/>
                  <a:gd name="GluePoint2Y" fmla="*/ 73 h 109"/>
                  <a:gd name="GluePoint3X" fmla="*/ 59 w 72"/>
                  <a:gd name="GluePoint3Y" fmla="*/ 71 h 109"/>
                  <a:gd name="GluePoint4X" fmla="*/ 69 w 72"/>
                  <a:gd name="GluePoint4Y" fmla="*/ 92 h 109"/>
                  <a:gd name="GluePoint5X" fmla="*/ 66 w 72"/>
                  <a:gd name="GluePoint5Y" fmla="*/ 94 h 109"/>
                  <a:gd name="GluePoint6X" fmla="*/ 49 w 72"/>
                  <a:gd name="GluePoint6Y" fmla="*/ 96 h 109"/>
                  <a:gd name="GluePoint7X" fmla="*/ 28 w 72"/>
                  <a:gd name="GluePoint7Y" fmla="*/ 106 h 109"/>
                  <a:gd name="GluePoint8X" fmla="*/ 16 w 72"/>
                  <a:gd name="GluePoint8Y" fmla="*/ 106 h 109"/>
                  <a:gd name="GluePoint9X" fmla="*/ 1 w 72"/>
                  <a:gd name="GluePoint9Y" fmla="*/ 80 h 109"/>
                  <a:gd name="GluePoint10X" fmla="*/ 2 w 72"/>
                  <a:gd name="GluePoint10Y" fmla="*/ 74 h 109"/>
                  <a:gd name="GluePoint11X" fmla="*/ 23 w 72"/>
                  <a:gd name="GluePoint11Y" fmla="*/ 31 h 109"/>
                  <a:gd name="GluePoint12X" fmla="*/ 22 w 72"/>
                  <a:gd name="GluePoint12Y" fmla="*/ 26 h 109"/>
                  <a:gd name="GluePoint13X" fmla="*/ 12 w 72"/>
                  <a:gd name="GluePoint13Y" fmla="*/ 16 h 109"/>
                  <a:gd name="GluePoint14X" fmla="*/ 15 w 72"/>
                  <a:gd name="GluePoint14Y" fmla="*/ 10 h 109"/>
                  <a:gd name="GluePoint15X" fmla="*/ 32 w 72"/>
                  <a:gd name="GluePoint15Y" fmla="*/ 5 h 109"/>
                  <a:gd name="GluePoint16X" fmla="*/ 60 w 72"/>
                  <a:gd name="GluePoint16Y" fmla="*/ 18 h 109"/>
                  <a:gd name="GluePoint17X" fmla="*/ 59 w 72"/>
                  <a:gd name="GluePoint17Y" fmla="*/ 26 h 109"/>
                  <a:gd name="GluePoint18X" fmla="*/ 52 w 72"/>
                  <a:gd name="GluePoint18Y" fmla="*/ 36 h 109"/>
                  <a:gd name="GluePoint19X" fmla="*/ 34 w 72"/>
                  <a:gd name="GluePoint19Y" fmla="*/ 72 h 109"/>
                  <a:gd name="GluePoint20X" fmla="*/ 33 w 72"/>
                  <a:gd name="GluePoint20Y" fmla="*/ 76 h 10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</a:cxnLst>
                <a:rect l="textAreaLeft" t="textAreaTop" r="textAreaRight" b="textAreaBottom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entury Gothic"/>
                </a:endParaRPr>
              </a:p>
            </p:txBody>
          </p:sp>
          <p:grpSp>
            <p:nvGrpSpPr>
              <p:cNvPr id="1004" name="组合 105"/>
              <p:cNvGrpSpPr/>
              <p:nvPr/>
            </p:nvGrpSpPr>
            <p:grpSpPr>
              <a:xfrm>
                <a:off x="2014200" y="6385320"/>
                <a:ext cx="240480" cy="298080"/>
                <a:chOff x="2014200" y="6385320"/>
                <a:chExt cx="240480" cy="298080"/>
              </a:xfrm>
            </p:grpSpPr>
            <p:sp>
              <p:nvSpPr>
                <p:cNvPr id="1005" name="Freeform 7"/>
                <p:cNvSpPr/>
                <p:nvPr/>
              </p:nvSpPr>
              <p:spPr>
                <a:xfrm>
                  <a:off x="2014200" y="6385320"/>
                  <a:ext cx="240480" cy="195840"/>
                </a:xfrm>
                <a:custGeom>
                  <a:avLst/>
                  <a:gdLst>
                    <a:gd name="textAreaLeft" fmla="*/ 0 w 240480"/>
                    <a:gd name="textAreaRight" fmla="*/ 240840 w 240480"/>
                    <a:gd name="textAreaTop" fmla="*/ 0 h 195840"/>
                    <a:gd name="textAreaBottom" fmla="*/ 196200 h 195840"/>
                    <a:gd name="GluePoint1X" fmla="*/ 101 w 128"/>
                    <a:gd name="GluePoint1Y" fmla="*/ 58 h 105"/>
                    <a:gd name="GluePoint2X" fmla="*/ 74 w 128"/>
                    <a:gd name="GluePoint2Y" fmla="*/ 56 h 105"/>
                    <a:gd name="GluePoint3X" fmla="*/ 68 w 128"/>
                    <a:gd name="GluePoint3Y" fmla="*/ 57 h 105"/>
                    <a:gd name="GluePoint4X" fmla="*/ 51 w 128"/>
                    <a:gd name="GluePoint4Y" fmla="*/ 59 h 105"/>
                    <a:gd name="GluePoint5X" fmla="*/ 36 w 128"/>
                    <a:gd name="GluePoint5Y" fmla="*/ 65 h 105"/>
                    <a:gd name="GluePoint6X" fmla="*/ 28 w 128"/>
                    <a:gd name="GluePoint6Y" fmla="*/ 73 h 105"/>
                    <a:gd name="GluePoint7X" fmla="*/ 16 w 128"/>
                    <a:gd name="GluePoint7Y" fmla="*/ 102 h 105"/>
                    <a:gd name="GluePoint8X" fmla="*/ 13 w 128"/>
                    <a:gd name="GluePoint8Y" fmla="*/ 104 h 105"/>
                    <a:gd name="GluePoint9X" fmla="*/ 1 w 128"/>
                    <a:gd name="GluePoint9Y" fmla="*/ 98 h 105"/>
                    <a:gd name="GluePoint10X" fmla="*/ 0 w 128"/>
                    <a:gd name="GluePoint10Y" fmla="*/ 93 h 105"/>
                    <a:gd name="GluePoint11X" fmla="*/ 15 w 128"/>
                    <a:gd name="GluePoint11Y" fmla="*/ 60 h 105"/>
                    <a:gd name="GluePoint12X" fmla="*/ 16 w 128"/>
                    <a:gd name="GluePoint12Y" fmla="*/ 58 h 105"/>
                    <a:gd name="GluePoint13X" fmla="*/ 20 w 128"/>
                    <a:gd name="GluePoint13Y" fmla="*/ 52 h 105"/>
                    <a:gd name="GluePoint14X" fmla="*/ 32 w 128"/>
                    <a:gd name="GluePoint14Y" fmla="*/ 54 h 105"/>
                    <a:gd name="GluePoint15X" fmla="*/ 39 w 128"/>
                    <a:gd name="GluePoint15Y" fmla="*/ 55 h 105"/>
                    <a:gd name="GluePoint16X" fmla="*/ 72 w 128"/>
                    <a:gd name="GluePoint16Y" fmla="*/ 21 h 105"/>
                    <a:gd name="GluePoint17X" fmla="*/ 74 w 128"/>
                    <a:gd name="GluePoint17Y" fmla="*/ 16 h 105"/>
                    <a:gd name="GluePoint18X" fmla="*/ 74 w 128"/>
                    <a:gd name="GluePoint18Y" fmla="*/ 11 h 105"/>
                    <a:gd name="GluePoint19X" fmla="*/ 71 w 128"/>
                    <a:gd name="GluePoint19Y" fmla="*/ 11 h 105"/>
                    <a:gd name="GluePoint20X" fmla="*/ 68 w 128"/>
                    <a:gd name="GluePoint20Y" fmla="*/ 15 h 105"/>
                    <a:gd name="GluePoint21X" fmla="*/ 68 w 128"/>
                    <a:gd name="GluePoint21Y" fmla="*/ 21 h 105"/>
                    <a:gd name="GluePoint22X" fmla="*/ 59 w 128"/>
                    <a:gd name="GluePoint22Y" fmla="*/ 29 h 105"/>
                    <a:gd name="GluePoint23X" fmla="*/ 53 w 128"/>
                    <a:gd name="GluePoint23Y" fmla="*/ 27 h 105"/>
                    <a:gd name="GluePoint24X" fmla="*/ 47 w 128"/>
                    <a:gd name="GluePoint24Y" fmla="*/ 24 h 105"/>
                    <a:gd name="GluePoint25X" fmla="*/ 47 w 128"/>
                    <a:gd name="GluePoint25Y" fmla="*/ 32 h 105"/>
                    <a:gd name="GluePoint26X" fmla="*/ 47 w 128"/>
                    <a:gd name="GluePoint26Y" fmla="*/ 34 h 105"/>
                    <a:gd name="GluePoint27X" fmla="*/ 43 w 128"/>
                    <a:gd name="GluePoint27Y" fmla="*/ 45 h 105"/>
                    <a:gd name="GluePoint28X" fmla="*/ 31 w 128"/>
                    <a:gd name="GluePoint28Y" fmla="*/ 39 h 105"/>
                    <a:gd name="GluePoint29X" fmla="*/ 29 w 128"/>
                    <a:gd name="GluePoint29Y" fmla="*/ 23 h 105"/>
                    <a:gd name="GluePoint30X" fmla="*/ 33 w 128"/>
                    <a:gd name="GluePoint30Y" fmla="*/ 14 h 105"/>
                    <a:gd name="GluePoint31X" fmla="*/ 36 w 128"/>
                    <a:gd name="GluePoint31Y" fmla="*/ 9 h 105"/>
                    <a:gd name="GluePoint32X" fmla="*/ 42 w 128"/>
                    <a:gd name="GluePoint32Y" fmla="*/ 13 h 105"/>
                    <a:gd name="GluePoint33X" fmla="*/ 44 w 128"/>
                    <a:gd name="GluePoint33Y" fmla="*/ 16 h 105"/>
                    <a:gd name="GluePoint34X" fmla="*/ 57 w 128"/>
                    <a:gd name="GluePoint34Y" fmla="*/ 14 h 105"/>
                    <a:gd name="GluePoint35X" fmla="*/ 62 w 128"/>
                    <a:gd name="GluePoint35Y" fmla="*/ 11 h 105"/>
                    <a:gd name="GluePoint36X" fmla="*/ 84 w 128"/>
                    <a:gd name="GluePoint36Y" fmla="*/ 0 h 105"/>
                    <a:gd name="GluePoint37X" fmla="*/ 96 w 128"/>
                    <a:gd name="GluePoint37Y" fmla="*/ 7 h 105"/>
                    <a:gd name="GluePoint38X" fmla="*/ 96 w 128"/>
                    <a:gd name="GluePoint38Y" fmla="*/ 20 h 105"/>
                    <a:gd name="GluePoint39X" fmla="*/ 83 w 128"/>
                    <a:gd name="GluePoint39Y" fmla="*/ 43 h 105"/>
                    <a:gd name="GluePoint40X" fmla="*/ 94 w 128"/>
                    <a:gd name="GluePoint40Y" fmla="*/ 44 h 105"/>
                    <a:gd name="GluePoint41X" fmla="*/ 122 w 128"/>
                    <a:gd name="GluePoint41Y" fmla="*/ 59 h 105"/>
                    <a:gd name="GluePoint42X" fmla="*/ 120 w 128"/>
                    <a:gd name="GluePoint42Y" fmla="*/ 73 h 105"/>
                    <a:gd name="GluePoint43X" fmla="*/ 98 w 128"/>
                    <a:gd name="GluePoint43Y" fmla="*/ 73 h 105"/>
                    <a:gd name="GluePoint44X" fmla="*/ 97 w 128"/>
                    <a:gd name="GluePoint44Y" fmla="*/ 66 h 105"/>
                    <a:gd name="GluePoint45X" fmla="*/ 101 w 128"/>
                    <a:gd name="GluePoint45Y" fmla="*/ 58 h 10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</a:cxnLst>
                  <a:rect l="textAreaLeft" t="textAreaTop" r="textAreaRight" b="textAreaBottom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006" name="Freeform 8"/>
                <p:cNvSpPr/>
                <p:nvPr/>
              </p:nvSpPr>
              <p:spPr>
                <a:xfrm>
                  <a:off x="2065320" y="6504480"/>
                  <a:ext cx="149760" cy="178920"/>
                </a:xfrm>
                <a:custGeom>
                  <a:avLst/>
                  <a:gdLst>
                    <a:gd name="textAreaLeft" fmla="*/ 0 w 149760"/>
                    <a:gd name="textAreaRight" fmla="*/ 150120 w 149760"/>
                    <a:gd name="textAreaTop" fmla="*/ 0 h 178920"/>
                    <a:gd name="textAreaBottom" fmla="*/ 179280 h 178920"/>
                    <a:gd name="GluePoint1X" fmla="*/ 46 w 80"/>
                    <a:gd name="GluePoint1Y" fmla="*/ 29 h 96"/>
                    <a:gd name="GluePoint2X" fmla="*/ 65 w 80"/>
                    <a:gd name="GluePoint2Y" fmla="*/ 29 h 96"/>
                    <a:gd name="GluePoint3X" fmla="*/ 79 w 80"/>
                    <a:gd name="GluePoint3Y" fmla="*/ 41 h 96"/>
                    <a:gd name="GluePoint4X" fmla="*/ 74 w 80"/>
                    <a:gd name="GluePoint4Y" fmla="*/ 43 h 96"/>
                    <a:gd name="GluePoint5X" fmla="*/ 60 w 80"/>
                    <a:gd name="GluePoint5Y" fmla="*/ 43 h 96"/>
                    <a:gd name="GluePoint6X" fmla="*/ 52 w 80"/>
                    <a:gd name="GluePoint6Y" fmla="*/ 50 h 96"/>
                    <a:gd name="GluePoint7X" fmla="*/ 49 w 80"/>
                    <a:gd name="GluePoint7Y" fmla="*/ 87 h 96"/>
                    <a:gd name="GluePoint8X" fmla="*/ 37 w 80"/>
                    <a:gd name="GluePoint8Y" fmla="*/ 95 h 96"/>
                    <a:gd name="GluePoint9X" fmla="*/ 21 w 80"/>
                    <a:gd name="GluePoint9Y" fmla="*/ 68 h 96"/>
                    <a:gd name="GluePoint10X" fmla="*/ 22 w 80"/>
                    <a:gd name="GluePoint10Y" fmla="*/ 62 h 96"/>
                    <a:gd name="GluePoint11X" fmla="*/ 30 w 80"/>
                    <a:gd name="GluePoint11Y" fmla="*/ 72 h 96"/>
                    <a:gd name="GluePoint12X" fmla="*/ 40 w 80"/>
                    <a:gd name="GluePoint12Y" fmla="*/ 70 h 96"/>
                    <a:gd name="GluePoint13X" fmla="*/ 43 w 80"/>
                    <a:gd name="GluePoint13Y" fmla="*/ 46 h 96"/>
                    <a:gd name="GluePoint14X" fmla="*/ 24 w 80"/>
                    <a:gd name="GluePoint14Y" fmla="*/ 52 h 96"/>
                    <a:gd name="GluePoint15X" fmla="*/ 19 w 80"/>
                    <a:gd name="GluePoint15Y" fmla="*/ 54 h 96"/>
                    <a:gd name="GluePoint16X" fmla="*/ 6 w 80"/>
                    <a:gd name="GluePoint16Y" fmla="*/ 54 h 96"/>
                    <a:gd name="GluePoint17X" fmla="*/ 2 w 80"/>
                    <a:gd name="GluePoint17Y" fmla="*/ 40 h 96"/>
                    <a:gd name="GluePoint18X" fmla="*/ 6 w 80"/>
                    <a:gd name="GluePoint18Y" fmla="*/ 37 h 96"/>
                    <a:gd name="GluePoint19X" fmla="*/ 28 w 80"/>
                    <a:gd name="GluePoint19Y" fmla="*/ 33 h 96"/>
                    <a:gd name="GluePoint20X" fmla="*/ 33 w 80"/>
                    <a:gd name="GluePoint20Y" fmla="*/ 32 h 96"/>
                    <a:gd name="GluePoint21X" fmla="*/ 36 w 80"/>
                    <a:gd name="GluePoint21Y" fmla="*/ 22 h 96"/>
                    <a:gd name="GluePoint22X" fmla="*/ 46 w 80"/>
                    <a:gd name="GluePoint22Y" fmla="*/ 12 h 96"/>
                    <a:gd name="GluePoint23X" fmla="*/ 45 w 80"/>
                    <a:gd name="GluePoint23Y" fmla="*/ 10 h 96"/>
                    <a:gd name="GluePoint24X" fmla="*/ 26 w 80"/>
                    <a:gd name="GluePoint24Y" fmla="*/ 17 h 96"/>
                    <a:gd name="GluePoint25X" fmla="*/ 15 w 80"/>
                    <a:gd name="GluePoint25Y" fmla="*/ 24 h 96"/>
                    <a:gd name="GluePoint26X" fmla="*/ 5 w 80"/>
                    <a:gd name="GluePoint26Y" fmla="*/ 22 h 96"/>
                    <a:gd name="GluePoint27X" fmla="*/ 1 w 80"/>
                    <a:gd name="GluePoint27Y" fmla="*/ 17 h 96"/>
                    <a:gd name="GluePoint28X" fmla="*/ 36 w 80"/>
                    <a:gd name="GluePoint28Y" fmla="*/ 2 h 96"/>
                    <a:gd name="GluePoint29X" fmla="*/ 55 w 80"/>
                    <a:gd name="GluePoint29Y" fmla="*/ 0 h 96"/>
                    <a:gd name="GluePoint30X" fmla="*/ 61 w 80"/>
                    <a:gd name="GluePoint30Y" fmla="*/ 6 h 96"/>
                    <a:gd name="GluePoint31X" fmla="*/ 59 w 80"/>
                    <a:gd name="GluePoint31Y" fmla="*/ 13 h 96"/>
                    <a:gd name="GluePoint32X" fmla="*/ 46 w 80"/>
                    <a:gd name="GluePoint32Y" fmla="*/ 29 h 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</a:cxnLst>
                  <a:rect l="textAreaLeft" t="textAreaTop" r="textAreaRight" b="textAreaBottom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1007" name="组合 106"/>
              <p:cNvGrpSpPr/>
              <p:nvPr/>
            </p:nvGrpSpPr>
            <p:grpSpPr>
              <a:xfrm>
                <a:off x="2349720" y="6467040"/>
                <a:ext cx="145440" cy="155520"/>
                <a:chOff x="2349720" y="6467040"/>
                <a:chExt cx="145440" cy="155520"/>
              </a:xfrm>
            </p:grpSpPr>
            <p:sp>
              <p:nvSpPr>
                <p:cNvPr id="1008" name="Freeform 15"/>
                <p:cNvSpPr/>
                <p:nvPr/>
              </p:nvSpPr>
              <p:spPr>
                <a:xfrm>
                  <a:off x="2349720" y="6501600"/>
                  <a:ext cx="66960" cy="10764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107640"/>
                    <a:gd name="textAreaBottom" fmla="*/ 108000 h 107640"/>
                    <a:gd name="GluePoint1X" fmla="*/ 16 w 39"/>
                    <a:gd name="GluePoint1Y" fmla="*/ 29 h 58"/>
                    <a:gd name="GluePoint2X" fmla="*/ 27 w 39"/>
                    <a:gd name="GluePoint2Y" fmla="*/ 7 h 58"/>
                    <a:gd name="GluePoint3X" fmla="*/ 31 w 39"/>
                    <a:gd name="GluePoint3Y" fmla="*/ 1 h 58"/>
                    <a:gd name="GluePoint4X" fmla="*/ 34 w 39"/>
                    <a:gd name="GluePoint4Y" fmla="*/ 6 h 58"/>
                    <a:gd name="GluePoint5X" fmla="*/ 35 w 39"/>
                    <a:gd name="GluePoint5Y" fmla="*/ 26 h 58"/>
                    <a:gd name="GluePoint6X" fmla="*/ 20 w 39"/>
                    <a:gd name="GluePoint6Y" fmla="*/ 52 h 58"/>
                    <a:gd name="GluePoint7X" fmla="*/ 9 w 39"/>
                    <a:gd name="GluePoint7Y" fmla="*/ 57 h 58"/>
                    <a:gd name="GluePoint8X" fmla="*/ 1 w 39"/>
                    <a:gd name="GluePoint8Y" fmla="*/ 43 h 58"/>
                    <a:gd name="GluePoint9X" fmla="*/ 4 w 39"/>
                    <a:gd name="GluePoint9Y" fmla="*/ 6 h 58"/>
                    <a:gd name="GluePoint10X" fmla="*/ 8 w 39"/>
                    <a:gd name="GluePoint10Y" fmla="*/ 0 h 58"/>
                    <a:gd name="GluePoint11X" fmla="*/ 15 w 39"/>
                    <a:gd name="GluePoint11Y" fmla="*/ 6 h 58"/>
                    <a:gd name="GluePoint12X" fmla="*/ 14 w 39"/>
                    <a:gd name="GluePoint12Y" fmla="*/ 20 h 58"/>
                    <a:gd name="GluePoint13X" fmla="*/ 14 w 39"/>
                    <a:gd name="GluePoint13Y" fmla="*/ 28 h 58"/>
                    <a:gd name="GluePoint14X" fmla="*/ 16 w 39"/>
                    <a:gd name="GluePoint14Y" fmla="*/ 29 h 5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76320" rIns="7632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009" name="Freeform 16"/>
                <p:cNvSpPr/>
                <p:nvPr/>
              </p:nvSpPr>
              <p:spPr>
                <a:xfrm>
                  <a:off x="2422080" y="6470640"/>
                  <a:ext cx="73080" cy="151920"/>
                </a:xfrm>
                <a:custGeom>
                  <a:avLst/>
                  <a:gdLst>
                    <a:gd name="textAreaLeft" fmla="*/ 0 w 73080"/>
                    <a:gd name="textAreaRight" fmla="*/ 73440 w 73080"/>
                    <a:gd name="textAreaTop" fmla="*/ 0 h 151920"/>
                    <a:gd name="textAreaBottom" fmla="*/ 152280 h 151920"/>
                    <a:gd name="GluePoint1X" fmla="*/ 9 w 47"/>
                    <a:gd name="GluePoint1Y" fmla="*/ 73 h 88"/>
                    <a:gd name="GluePoint2X" fmla="*/ 3 w 47"/>
                    <a:gd name="GluePoint2Y" fmla="*/ 67 h 88"/>
                    <a:gd name="GluePoint3X" fmla="*/ 3 w 47"/>
                    <a:gd name="GluePoint3Y" fmla="*/ 57 h 88"/>
                    <a:gd name="GluePoint4X" fmla="*/ 20 w 47"/>
                    <a:gd name="GluePoint4Y" fmla="*/ 38 h 88"/>
                    <a:gd name="GluePoint5X" fmla="*/ 33 w 47"/>
                    <a:gd name="GluePoint5Y" fmla="*/ 20 h 88"/>
                    <a:gd name="GluePoint6X" fmla="*/ 33 w 47"/>
                    <a:gd name="GluePoint6Y" fmla="*/ 4 h 88"/>
                    <a:gd name="GluePoint7X" fmla="*/ 32 w 47"/>
                    <a:gd name="GluePoint7Y" fmla="*/ 1 h 88"/>
                    <a:gd name="GluePoint8X" fmla="*/ 33 w 47"/>
                    <a:gd name="GluePoint8Y" fmla="*/ 0 h 88"/>
                    <a:gd name="GluePoint9X" fmla="*/ 41 w 47"/>
                    <a:gd name="GluePoint9Y" fmla="*/ 6 h 88"/>
                    <a:gd name="GluePoint10X" fmla="*/ 43 w 47"/>
                    <a:gd name="GluePoint10Y" fmla="*/ 26 h 88"/>
                    <a:gd name="GluePoint11X" fmla="*/ 29 w 47"/>
                    <a:gd name="GluePoint11Y" fmla="*/ 48 h 88"/>
                    <a:gd name="GluePoint12X" fmla="*/ 30 w 47"/>
                    <a:gd name="GluePoint12Y" fmla="*/ 52 h 88"/>
                    <a:gd name="GluePoint13X" fmla="*/ 40 w 47"/>
                    <a:gd name="GluePoint13Y" fmla="*/ 73 h 88"/>
                    <a:gd name="GluePoint14X" fmla="*/ 41 w 47"/>
                    <a:gd name="GluePoint14Y" fmla="*/ 84 h 88"/>
                    <a:gd name="GluePoint15X" fmla="*/ 37 w 47"/>
                    <a:gd name="GluePoint15Y" fmla="*/ 86 h 88"/>
                    <a:gd name="GluePoint16X" fmla="*/ 31 w 47"/>
                    <a:gd name="GluePoint16Y" fmla="*/ 75 h 88"/>
                    <a:gd name="GluePoint17X" fmla="*/ 28 w 47"/>
                    <a:gd name="GluePoint17Y" fmla="*/ 60 h 88"/>
                    <a:gd name="GluePoint18X" fmla="*/ 22 w 47"/>
                    <a:gd name="GluePoint18Y" fmla="*/ 59 h 88"/>
                    <a:gd name="GluePoint19X" fmla="*/ 9 w 47"/>
                    <a:gd name="GluePoint19Y" fmla="*/ 73 h 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</a:cxnLst>
                  <a:rect l="textAreaLeft" t="textAreaTop" r="textAreaRight" b="textAreaBottom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83160" rIns="8316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010" name="Freeform 17"/>
                <p:cNvSpPr/>
                <p:nvPr/>
              </p:nvSpPr>
              <p:spPr>
                <a:xfrm>
                  <a:off x="2387880" y="6467040"/>
                  <a:ext cx="47880" cy="27720"/>
                </a:xfrm>
                <a:custGeom>
                  <a:avLst/>
                  <a:gdLst>
                    <a:gd name="textAreaLeft" fmla="*/ 0 w 47880"/>
                    <a:gd name="textAreaRight" fmla="*/ 48240 w 47880"/>
                    <a:gd name="textAreaTop" fmla="*/ 0 h 27720"/>
                    <a:gd name="textAreaBottom" fmla="*/ 28080 h 27720"/>
                    <a:gd name="GluePoint1X" fmla="*/ 0 w 26"/>
                    <a:gd name="GluePoint1Y" fmla="*/ 0 h 19"/>
                    <a:gd name="GluePoint2X" fmla="*/ 20 w 26"/>
                    <a:gd name="GluePoint2Y" fmla="*/ 1 h 19"/>
                    <a:gd name="GluePoint3X" fmla="*/ 23 w 26"/>
                    <a:gd name="GluePoint3Y" fmla="*/ 12 h 19"/>
                    <a:gd name="GluePoint4X" fmla="*/ 12 w 26"/>
                    <a:gd name="GluePoint4Y" fmla="*/ 18 h 19"/>
                    <a:gd name="GluePoint5X" fmla="*/ 3 w 26"/>
                    <a:gd name="GluePoint5Y" fmla="*/ 11 h 19"/>
                    <a:gd name="GluePoint6X" fmla="*/ 0 w 26"/>
                    <a:gd name="GluePoint6Y" fmla="*/ 0 h 1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4720" tIns="14040" rIns="54720" bIns="140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  <p:grpSp>
          <p:nvGrpSpPr>
            <p:cNvPr id="1011" name="组合 88"/>
            <p:cNvGrpSpPr/>
            <p:nvPr/>
          </p:nvGrpSpPr>
          <p:grpSpPr>
            <a:xfrm>
              <a:off x="587160" y="6381720"/>
              <a:ext cx="1100160" cy="304560"/>
              <a:chOff x="587160" y="6381720"/>
              <a:chExt cx="1100160" cy="304560"/>
            </a:xfrm>
          </p:grpSpPr>
          <p:grpSp>
            <p:nvGrpSpPr>
              <p:cNvPr id="1012" name="组合 90"/>
              <p:cNvGrpSpPr/>
              <p:nvPr/>
            </p:nvGrpSpPr>
            <p:grpSpPr>
              <a:xfrm>
                <a:off x="1171800" y="6431400"/>
                <a:ext cx="212760" cy="223560"/>
                <a:chOff x="1171800" y="6431400"/>
                <a:chExt cx="212760" cy="223560"/>
              </a:xfrm>
            </p:grpSpPr>
            <p:sp>
              <p:nvSpPr>
                <p:cNvPr id="1013" name="Freeform 9"/>
                <p:cNvSpPr/>
                <p:nvPr/>
              </p:nvSpPr>
              <p:spPr>
                <a:xfrm>
                  <a:off x="1171800" y="6447960"/>
                  <a:ext cx="110520" cy="187920"/>
                </a:xfrm>
                <a:custGeom>
                  <a:avLst/>
                  <a:gdLst>
                    <a:gd name="textAreaLeft" fmla="*/ 0 w 110520"/>
                    <a:gd name="textAreaRight" fmla="*/ 110880 w 110520"/>
                    <a:gd name="textAreaTop" fmla="*/ 0 h 187920"/>
                    <a:gd name="textAreaBottom" fmla="*/ 188280 h 187920"/>
                    <a:gd name="GluePoint1X" fmla="*/ 39 w 59"/>
                    <a:gd name="GluePoint1Y" fmla="*/ 78 h 101"/>
                    <a:gd name="GluePoint2X" fmla="*/ 17 w 59"/>
                    <a:gd name="GluePoint2Y" fmla="*/ 94 h 101"/>
                    <a:gd name="GluePoint3X" fmla="*/ 8 w 59"/>
                    <a:gd name="GluePoint3Y" fmla="*/ 94 h 101"/>
                    <a:gd name="GluePoint4X" fmla="*/ 0 w 59"/>
                    <a:gd name="GluePoint4Y" fmla="*/ 79 h 101"/>
                    <a:gd name="GluePoint5X" fmla="*/ 17 w 59"/>
                    <a:gd name="GluePoint5Y" fmla="*/ 73 h 101"/>
                    <a:gd name="GluePoint6X" fmla="*/ 10 w 59"/>
                    <a:gd name="GluePoint6Y" fmla="*/ 68 h 101"/>
                    <a:gd name="GluePoint7X" fmla="*/ 8 w 59"/>
                    <a:gd name="GluePoint7Y" fmla="*/ 60 h 101"/>
                    <a:gd name="GluePoint8X" fmla="*/ 18 w 59"/>
                    <a:gd name="GluePoint8Y" fmla="*/ 23 h 101"/>
                    <a:gd name="GluePoint9X" fmla="*/ 26 w 59"/>
                    <a:gd name="GluePoint9Y" fmla="*/ 17 h 101"/>
                    <a:gd name="GluePoint10X" fmla="*/ 36 w 59"/>
                    <a:gd name="GluePoint10Y" fmla="*/ 26 h 101"/>
                    <a:gd name="GluePoint11X" fmla="*/ 36 w 59"/>
                    <a:gd name="GluePoint11Y" fmla="*/ 27 h 101"/>
                    <a:gd name="GluePoint12X" fmla="*/ 43 w 59"/>
                    <a:gd name="GluePoint12Y" fmla="*/ 40 h 101"/>
                    <a:gd name="GluePoint13X" fmla="*/ 42 w 59"/>
                    <a:gd name="GluePoint13Y" fmla="*/ 12 h 101"/>
                    <a:gd name="GluePoint14X" fmla="*/ 21 w 59"/>
                    <a:gd name="GluePoint14Y" fmla="*/ 5 h 101"/>
                    <a:gd name="GluePoint15X" fmla="*/ 44 w 59"/>
                    <a:gd name="GluePoint15Y" fmla="*/ 1 h 101"/>
                    <a:gd name="GluePoint16X" fmla="*/ 57 w 59"/>
                    <a:gd name="GluePoint16Y" fmla="*/ 17 h 101"/>
                    <a:gd name="GluePoint17X" fmla="*/ 56 w 59"/>
                    <a:gd name="GluePoint17Y" fmla="*/ 48 h 101"/>
                    <a:gd name="GluePoint18X" fmla="*/ 57 w 59"/>
                    <a:gd name="GluePoint18Y" fmla="*/ 55 h 101"/>
                    <a:gd name="GluePoint19X" fmla="*/ 55 w 59"/>
                    <a:gd name="GluePoint19Y" fmla="*/ 64 h 101"/>
                    <a:gd name="GluePoint20X" fmla="*/ 54 w 59"/>
                    <a:gd name="GluePoint20Y" fmla="*/ 71 h 101"/>
                    <a:gd name="GluePoint21X" fmla="*/ 52 w 59"/>
                    <a:gd name="GluePoint21Y" fmla="*/ 95 h 101"/>
                    <a:gd name="GluePoint22X" fmla="*/ 49 w 59"/>
                    <a:gd name="GluePoint22Y" fmla="*/ 101 h 101"/>
                    <a:gd name="GluePoint23X" fmla="*/ 43 w 59"/>
                    <a:gd name="GluePoint23Y" fmla="*/ 98 h 101"/>
                    <a:gd name="GluePoint24X" fmla="*/ 38 w 59"/>
                    <a:gd name="GluePoint24Y" fmla="*/ 86 h 101"/>
                    <a:gd name="GluePoint25X" fmla="*/ 39 w 59"/>
                    <a:gd name="GluePoint25Y" fmla="*/ 78 h 101"/>
                    <a:gd name="GluePoint26X" fmla="*/ 42 w 59"/>
                    <a:gd name="GluePoint26Y" fmla="*/ 47 h 101"/>
                    <a:gd name="GluePoint27X" fmla="*/ 32 w 59"/>
                    <a:gd name="GluePoint27Y" fmla="*/ 44 h 101"/>
                    <a:gd name="GluePoint28X" fmla="*/ 29 w 59"/>
                    <a:gd name="GluePoint28Y" fmla="*/ 64 h 101"/>
                    <a:gd name="GluePoint29X" fmla="*/ 42 w 59"/>
                    <a:gd name="GluePoint29Y" fmla="*/ 47 h 10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</a:cxnLst>
                  <a:rect l="textAreaLeft" t="textAreaTop" r="textAreaRight" b="textAreaBottom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014" name="Freeform 10"/>
                <p:cNvSpPr/>
                <p:nvPr/>
              </p:nvSpPr>
              <p:spPr>
                <a:xfrm>
                  <a:off x="1280880" y="6431400"/>
                  <a:ext cx="103680" cy="223560"/>
                </a:xfrm>
                <a:custGeom>
                  <a:avLst/>
                  <a:gdLst>
                    <a:gd name="textAreaLeft" fmla="*/ 0 w 103680"/>
                    <a:gd name="textAreaRight" fmla="*/ 104040 w 103680"/>
                    <a:gd name="textAreaTop" fmla="*/ 0 h 223560"/>
                    <a:gd name="textAreaBottom" fmla="*/ 223920 h 223560"/>
                    <a:gd name="GluePoint1X" fmla="*/ 11 w 55"/>
                    <a:gd name="GluePoint1Y" fmla="*/ 89 h 120"/>
                    <a:gd name="GluePoint2X" fmla="*/ 10 w 55"/>
                    <a:gd name="GluePoint2Y" fmla="*/ 100 h 120"/>
                    <a:gd name="GluePoint3X" fmla="*/ 6 w 55"/>
                    <a:gd name="GluePoint3Y" fmla="*/ 104 h 120"/>
                    <a:gd name="GluePoint4X" fmla="*/ 1 w 55"/>
                    <a:gd name="GluePoint4Y" fmla="*/ 99 h 120"/>
                    <a:gd name="GluePoint5X" fmla="*/ 3 w 55"/>
                    <a:gd name="GluePoint5Y" fmla="*/ 84 h 120"/>
                    <a:gd name="GluePoint6X" fmla="*/ 14 w 55"/>
                    <a:gd name="GluePoint6Y" fmla="*/ 37 h 120"/>
                    <a:gd name="GluePoint7X" fmla="*/ 22 w 55"/>
                    <a:gd name="GluePoint7Y" fmla="*/ 11 h 120"/>
                    <a:gd name="GluePoint8X" fmla="*/ 26 w 55"/>
                    <a:gd name="GluePoint8Y" fmla="*/ 19 h 120"/>
                    <a:gd name="GluePoint9X" fmla="*/ 20 w 55"/>
                    <a:gd name="GluePoint9Y" fmla="*/ 40 h 120"/>
                    <a:gd name="GluePoint10X" fmla="*/ 27 w 55"/>
                    <a:gd name="GluePoint10Y" fmla="*/ 35 h 120"/>
                    <a:gd name="GluePoint11X" fmla="*/ 35 w 55"/>
                    <a:gd name="GluePoint11Y" fmla="*/ 30 h 120"/>
                    <a:gd name="GluePoint12X" fmla="*/ 33 w 55"/>
                    <a:gd name="GluePoint12Y" fmla="*/ 9 h 120"/>
                    <a:gd name="GluePoint13X" fmla="*/ 28 w 55"/>
                    <a:gd name="GluePoint13Y" fmla="*/ 8 h 120"/>
                    <a:gd name="GluePoint14X" fmla="*/ 19 w 55"/>
                    <a:gd name="GluePoint14Y" fmla="*/ 12 h 120"/>
                    <a:gd name="GluePoint15X" fmla="*/ 12 w 55"/>
                    <a:gd name="GluePoint15Y" fmla="*/ 15 h 120"/>
                    <a:gd name="GluePoint16X" fmla="*/ 9 w 55"/>
                    <a:gd name="GluePoint16Y" fmla="*/ 11 h 120"/>
                    <a:gd name="GluePoint17X" fmla="*/ 11 w 55"/>
                    <a:gd name="GluePoint17Y" fmla="*/ 8 h 120"/>
                    <a:gd name="GluePoint18X" fmla="*/ 31 w 55"/>
                    <a:gd name="GluePoint18Y" fmla="*/ 0 h 120"/>
                    <a:gd name="GluePoint19X" fmla="*/ 45 w 55"/>
                    <a:gd name="GluePoint19Y" fmla="*/ 15 h 120"/>
                    <a:gd name="GluePoint20X" fmla="*/ 44 w 55"/>
                    <a:gd name="GluePoint20Y" fmla="*/ 46 h 120"/>
                    <a:gd name="GluePoint21X" fmla="*/ 48 w 55"/>
                    <a:gd name="GluePoint21Y" fmla="*/ 54 h 120"/>
                    <a:gd name="GluePoint22X" fmla="*/ 48 w 55"/>
                    <a:gd name="GluePoint22Y" fmla="*/ 71 h 120"/>
                    <a:gd name="GluePoint23X" fmla="*/ 44 w 55"/>
                    <a:gd name="GluePoint23Y" fmla="*/ 77 h 120"/>
                    <a:gd name="GluePoint24X" fmla="*/ 44 w 55"/>
                    <a:gd name="GluePoint24Y" fmla="*/ 110 h 120"/>
                    <a:gd name="GluePoint25X" fmla="*/ 44 w 55"/>
                    <a:gd name="GluePoint25Y" fmla="*/ 114 h 120"/>
                    <a:gd name="GluePoint26X" fmla="*/ 41 w 55"/>
                    <a:gd name="GluePoint26Y" fmla="*/ 120 h 120"/>
                    <a:gd name="GluePoint27X" fmla="*/ 32 w 55"/>
                    <a:gd name="GluePoint27Y" fmla="*/ 118 h 120"/>
                    <a:gd name="GluePoint28X" fmla="*/ 13 w 55"/>
                    <a:gd name="GluePoint28Y" fmla="*/ 91 h 120"/>
                    <a:gd name="GluePoint29X" fmla="*/ 12 w 55"/>
                    <a:gd name="GluePoint29Y" fmla="*/ 89 h 120"/>
                    <a:gd name="GluePoint30X" fmla="*/ 11 w 55"/>
                    <a:gd name="GluePoint30Y" fmla="*/ 89 h 120"/>
                    <a:gd name="GluePoint31X" fmla="*/ 24 w 55"/>
                    <a:gd name="GluePoint31Y" fmla="*/ 76 h 120"/>
                    <a:gd name="GluePoint32X" fmla="*/ 23 w 55"/>
                    <a:gd name="GluePoint32Y" fmla="*/ 74 h 120"/>
                    <a:gd name="GluePoint33X" fmla="*/ 27 w 55"/>
                    <a:gd name="GluePoint33Y" fmla="*/ 71 h 120"/>
                    <a:gd name="GluePoint34X" fmla="*/ 33 w 55"/>
                    <a:gd name="GluePoint34Y" fmla="*/ 67 h 120"/>
                    <a:gd name="GluePoint35X" fmla="*/ 32 w 55"/>
                    <a:gd name="GluePoint35Y" fmla="*/ 63 h 120"/>
                    <a:gd name="GluePoint36X" fmla="*/ 22 w 55"/>
                    <a:gd name="GluePoint36Y" fmla="*/ 52 h 120"/>
                    <a:gd name="GluePoint37X" fmla="*/ 18 w 55"/>
                    <a:gd name="GluePoint37Y" fmla="*/ 89 h 120"/>
                    <a:gd name="GluePoint38X" fmla="*/ 33 w 55"/>
                    <a:gd name="GluePoint38Y" fmla="*/ 107 h 120"/>
                    <a:gd name="GluePoint39X" fmla="*/ 35 w 55"/>
                    <a:gd name="GluePoint39Y" fmla="*/ 77 h 120"/>
                    <a:gd name="GluePoint40X" fmla="*/ 31 w 55"/>
                    <a:gd name="GluePoint40Y" fmla="*/ 75 h 120"/>
                    <a:gd name="GluePoint41X" fmla="*/ 24 w 55"/>
                    <a:gd name="GluePoint41Y" fmla="*/ 76 h 12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</a:cxnLst>
                  <a:rect l="textAreaLeft" t="textAreaTop" r="textAreaRight" b="textAreaBottom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1015" name="组合 91"/>
              <p:cNvGrpSpPr/>
              <p:nvPr/>
            </p:nvGrpSpPr>
            <p:grpSpPr>
              <a:xfrm>
                <a:off x="587160" y="6381720"/>
                <a:ext cx="241200" cy="304560"/>
                <a:chOff x="587160" y="6381720"/>
                <a:chExt cx="241200" cy="304560"/>
              </a:xfrm>
            </p:grpSpPr>
            <p:sp>
              <p:nvSpPr>
                <p:cNvPr id="1016" name="Freeform 13"/>
                <p:cNvSpPr/>
                <p:nvPr/>
              </p:nvSpPr>
              <p:spPr>
                <a:xfrm>
                  <a:off x="587160" y="6381720"/>
                  <a:ext cx="241200" cy="288000"/>
                </a:xfrm>
                <a:custGeom>
                  <a:avLst/>
                  <a:gdLst>
                    <a:gd name="textAreaLeft" fmla="*/ 0 w 241200"/>
                    <a:gd name="textAreaRight" fmla="*/ 241560 w 241200"/>
                    <a:gd name="textAreaTop" fmla="*/ 0 h 288000"/>
                    <a:gd name="textAreaBottom" fmla="*/ 288360 h 288000"/>
                    <a:gd name="GluePoint1X" fmla="*/ 54 w 128"/>
                    <a:gd name="GluePoint1Y" fmla="*/ 76 h 154"/>
                    <a:gd name="GluePoint2X" fmla="*/ 66 w 128"/>
                    <a:gd name="GluePoint2Y" fmla="*/ 53 h 154"/>
                    <a:gd name="GluePoint3X" fmla="*/ 49 w 128"/>
                    <a:gd name="GluePoint3Y" fmla="*/ 47 h 154"/>
                    <a:gd name="GluePoint4X" fmla="*/ 64 w 128"/>
                    <a:gd name="GluePoint4Y" fmla="*/ 44 h 154"/>
                    <a:gd name="GluePoint5X" fmla="*/ 83 w 128"/>
                    <a:gd name="GluePoint5Y" fmla="*/ 6 h 154"/>
                    <a:gd name="GluePoint6X" fmla="*/ 91 w 128"/>
                    <a:gd name="GluePoint6Y" fmla="*/ 11 h 154"/>
                    <a:gd name="GluePoint7X" fmla="*/ 96 w 128"/>
                    <a:gd name="GluePoint7Y" fmla="*/ 36 h 154"/>
                    <a:gd name="GluePoint8X" fmla="*/ 106 w 128"/>
                    <a:gd name="GluePoint8Y" fmla="*/ 41 h 154"/>
                    <a:gd name="GluePoint9X" fmla="*/ 82 w 128"/>
                    <a:gd name="GluePoint9Y" fmla="*/ 50 h 154"/>
                    <a:gd name="GluePoint10X" fmla="*/ 71 w 128"/>
                    <a:gd name="GluePoint10Y" fmla="*/ 65 h 154"/>
                    <a:gd name="GluePoint11X" fmla="*/ 110 w 128"/>
                    <a:gd name="GluePoint11Y" fmla="*/ 74 h 154"/>
                    <a:gd name="GluePoint12X" fmla="*/ 101 w 128"/>
                    <a:gd name="GluePoint12Y" fmla="*/ 87 h 154"/>
                    <a:gd name="GluePoint13X" fmla="*/ 111 w 128"/>
                    <a:gd name="GluePoint13Y" fmla="*/ 98 h 154"/>
                    <a:gd name="GluePoint14X" fmla="*/ 92 w 128"/>
                    <a:gd name="GluePoint14Y" fmla="*/ 104 h 154"/>
                    <a:gd name="GluePoint15X" fmla="*/ 86 w 128"/>
                    <a:gd name="GluePoint15Y" fmla="*/ 116 h 154"/>
                    <a:gd name="GluePoint16X" fmla="*/ 124 w 128"/>
                    <a:gd name="GluePoint16Y" fmla="*/ 112 h 154"/>
                    <a:gd name="GluePoint17X" fmla="*/ 120 w 128"/>
                    <a:gd name="GluePoint17Y" fmla="*/ 122 h 154"/>
                    <a:gd name="GluePoint18X" fmla="*/ 111 w 128"/>
                    <a:gd name="GluePoint18Y" fmla="*/ 144 h 154"/>
                    <a:gd name="GluePoint19X" fmla="*/ 105 w 128"/>
                    <a:gd name="GluePoint19Y" fmla="*/ 153 h 154"/>
                    <a:gd name="GluePoint20X" fmla="*/ 55 w 128"/>
                    <a:gd name="GluePoint20Y" fmla="*/ 129 h 154"/>
                    <a:gd name="GluePoint21X" fmla="*/ 53 w 128"/>
                    <a:gd name="GluePoint21Y" fmla="*/ 121 h 154"/>
                    <a:gd name="GluePoint22X" fmla="*/ 61 w 128"/>
                    <a:gd name="GluePoint22Y" fmla="*/ 125 h 154"/>
                    <a:gd name="GluePoint23X" fmla="*/ 94 w 128"/>
                    <a:gd name="GluePoint23Y" fmla="*/ 140 h 154"/>
                    <a:gd name="GluePoint24X" fmla="*/ 85 w 128"/>
                    <a:gd name="GluePoint24Y" fmla="*/ 127 h 154"/>
                    <a:gd name="GluePoint25X" fmla="*/ 71 w 128"/>
                    <a:gd name="GluePoint25Y" fmla="*/ 108 h 154"/>
                    <a:gd name="GluePoint26X" fmla="*/ 52 w 128"/>
                    <a:gd name="GluePoint26Y" fmla="*/ 113 h 154"/>
                    <a:gd name="GluePoint27X" fmla="*/ 38 w 128"/>
                    <a:gd name="GluePoint27Y" fmla="*/ 97 h 154"/>
                    <a:gd name="GluePoint28X" fmla="*/ 51 w 128"/>
                    <a:gd name="GluePoint28Y" fmla="*/ 97 h 154"/>
                    <a:gd name="GluePoint29X" fmla="*/ 34 w 128"/>
                    <a:gd name="GluePoint29Y" fmla="*/ 93 h 154"/>
                    <a:gd name="GluePoint30X" fmla="*/ 35 w 128"/>
                    <a:gd name="GluePoint30Y" fmla="*/ 105 h 154"/>
                    <a:gd name="GluePoint31X" fmla="*/ 26 w 128"/>
                    <a:gd name="GluePoint31Y" fmla="*/ 154 h 154"/>
                    <a:gd name="GluePoint32X" fmla="*/ 20 w 128"/>
                    <a:gd name="GluePoint32Y" fmla="*/ 118 h 154"/>
                    <a:gd name="GluePoint33X" fmla="*/ 0 w 128"/>
                    <a:gd name="GluePoint33Y" fmla="*/ 103 h 154"/>
                    <a:gd name="GluePoint34X" fmla="*/ 19 w 128"/>
                    <a:gd name="GluePoint34Y" fmla="*/ 72 h 154"/>
                    <a:gd name="GluePoint35X" fmla="*/ 25 w 128"/>
                    <a:gd name="GluePoint35Y" fmla="*/ 51 h 154"/>
                    <a:gd name="GluePoint36X" fmla="*/ 39 w 128"/>
                    <a:gd name="GluePoint36Y" fmla="*/ 14 h 154"/>
                    <a:gd name="GluePoint37X" fmla="*/ 51 w 128"/>
                    <a:gd name="GluePoint37Y" fmla="*/ 24 h 154"/>
                    <a:gd name="GluePoint38X" fmla="*/ 39 w 128"/>
                    <a:gd name="GluePoint38Y" fmla="*/ 44 h 154"/>
                    <a:gd name="GluePoint39X" fmla="*/ 48 w 128"/>
                    <a:gd name="GluePoint39Y" fmla="*/ 73 h 154"/>
                    <a:gd name="GluePoint40X" fmla="*/ 81 w 128"/>
                    <a:gd name="GluePoint40Y" fmla="*/ 90 h 154"/>
                    <a:gd name="GluePoint41X" fmla="*/ 92 w 128"/>
                    <a:gd name="GluePoint41Y" fmla="*/ 71 h 154"/>
                    <a:gd name="GluePoint42X" fmla="*/ 81 w 128"/>
                    <a:gd name="GluePoint42Y" fmla="*/ 80 h 154"/>
                    <a:gd name="GluePoint43X" fmla="*/ 76 w 128"/>
                    <a:gd name="GluePoint43Y" fmla="*/ 73 h 154"/>
                    <a:gd name="GluePoint44X" fmla="*/ 67 w 128"/>
                    <a:gd name="GluePoint44Y" fmla="*/ 79 h 154"/>
                    <a:gd name="GluePoint45X" fmla="*/ 76 w 128"/>
                    <a:gd name="GluePoint45Y" fmla="*/ 73 h 154"/>
                    <a:gd name="GluePoint46X" fmla="*/ 56 w 128"/>
                    <a:gd name="GluePoint46Y" fmla="*/ 88 h 154"/>
                    <a:gd name="GluePoint47X" fmla="*/ 63 w 128"/>
                    <a:gd name="GluePoint47Y" fmla="*/ 81 h 154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</a:cxnLst>
                  <a:rect l="textAreaLeft" t="textAreaTop" r="textAreaRight" b="textAreaBottom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017" name="Freeform 14"/>
                <p:cNvSpPr/>
                <p:nvPr/>
              </p:nvSpPr>
              <p:spPr>
                <a:xfrm>
                  <a:off x="653760" y="6606360"/>
                  <a:ext cx="29520" cy="79920"/>
                </a:xfrm>
                <a:custGeom>
                  <a:avLst/>
                  <a:gdLst>
                    <a:gd name="textAreaLeft" fmla="*/ 0 w 29520"/>
                    <a:gd name="textAreaRight" fmla="*/ 29880 w 29520"/>
                    <a:gd name="textAreaTop" fmla="*/ 0 h 79920"/>
                    <a:gd name="textAreaBottom" fmla="*/ 80280 h 79920"/>
                    <a:gd name="GluePoint1X" fmla="*/ 9 w 16"/>
                    <a:gd name="GluePoint1Y" fmla="*/ 0 h 43"/>
                    <a:gd name="GluePoint2X" fmla="*/ 15 w 16"/>
                    <a:gd name="GluePoint2Y" fmla="*/ 11 h 43"/>
                    <a:gd name="GluePoint3X" fmla="*/ 9 w 16"/>
                    <a:gd name="GluePoint3Y" fmla="*/ 43 h 43"/>
                    <a:gd name="GluePoint4X" fmla="*/ 2 w 16"/>
                    <a:gd name="GluePoint4Y" fmla="*/ 39 h 43"/>
                    <a:gd name="GluePoint5X" fmla="*/ 0 w 16"/>
                    <a:gd name="GluePoint5Y" fmla="*/ 35 h 43"/>
                    <a:gd name="GluePoint6X" fmla="*/ 9 w 16"/>
                    <a:gd name="GluePoint6Y" fmla="*/ 0 h 4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34200" tIns="39960" rIns="34200" bIns="3996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1018" name="组合 92"/>
              <p:cNvGrpSpPr/>
              <p:nvPr/>
            </p:nvGrpSpPr>
            <p:grpSpPr>
              <a:xfrm>
                <a:off x="914400" y="6468840"/>
                <a:ext cx="161640" cy="139320"/>
                <a:chOff x="914400" y="6468840"/>
                <a:chExt cx="161640" cy="139320"/>
              </a:xfrm>
            </p:grpSpPr>
            <p:sp>
              <p:nvSpPr>
                <p:cNvPr id="1019" name="Freeform 18"/>
                <p:cNvSpPr/>
                <p:nvPr/>
              </p:nvSpPr>
              <p:spPr>
                <a:xfrm>
                  <a:off x="968760" y="6468840"/>
                  <a:ext cx="107280" cy="139320"/>
                </a:xfrm>
                <a:custGeom>
                  <a:avLst/>
                  <a:gdLst>
                    <a:gd name="textAreaLeft" fmla="*/ 0 w 107280"/>
                    <a:gd name="textAreaRight" fmla="*/ 107640 w 107280"/>
                    <a:gd name="textAreaTop" fmla="*/ 0 h 139320"/>
                    <a:gd name="textAreaBottom" fmla="*/ 139680 h 139320"/>
                    <a:gd name="GluePoint1X" fmla="*/ 49 w 57"/>
                    <a:gd name="GluePoint1Y" fmla="*/ 74 h 75"/>
                    <a:gd name="GluePoint2X" fmla="*/ 40 w 57"/>
                    <a:gd name="GluePoint2Y" fmla="*/ 67 h 75"/>
                    <a:gd name="GluePoint3X" fmla="*/ 33 w 57"/>
                    <a:gd name="GluePoint3Y" fmla="*/ 48 h 75"/>
                    <a:gd name="GluePoint4X" fmla="*/ 27 w 57"/>
                    <a:gd name="GluePoint4Y" fmla="*/ 46 h 75"/>
                    <a:gd name="GluePoint5X" fmla="*/ 11 w 57"/>
                    <a:gd name="GluePoint5Y" fmla="*/ 60 h 75"/>
                    <a:gd name="GluePoint6X" fmla="*/ 5 w 57"/>
                    <a:gd name="GluePoint6Y" fmla="*/ 60 h 75"/>
                    <a:gd name="GluePoint7X" fmla="*/ 6 w 57"/>
                    <a:gd name="GluePoint7Y" fmla="*/ 46 h 75"/>
                    <a:gd name="GluePoint8X" fmla="*/ 27 w 57"/>
                    <a:gd name="GluePoint8Y" fmla="*/ 26 h 75"/>
                    <a:gd name="GluePoint9X" fmla="*/ 40 w 57"/>
                    <a:gd name="GluePoint9Y" fmla="*/ 10 h 75"/>
                    <a:gd name="GluePoint10X" fmla="*/ 41 w 57"/>
                    <a:gd name="GluePoint10Y" fmla="*/ 6 h 75"/>
                    <a:gd name="GluePoint11X" fmla="*/ 45 w 57"/>
                    <a:gd name="GluePoint11Y" fmla="*/ 0 h 75"/>
                    <a:gd name="GluePoint12X" fmla="*/ 53 w 57"/>
                    <a:gd name="GluePoint12Y" fmla="*/ 3 h 75"/>
                    <a:gd name="GluePoint13X" fmla="*/ 53 w 57"/>
                    <a:gd name="GluePoint13Y" fmla="*/ 20 h 75"/>
                    <a:gd name="GluePoint14X" fmla="*/ 37 w 57"/>
                    <a:gd name="GluePoint14Y" fmla="*/ 38 h 75"/>
                    <a:gd name="GluePoint15X" fmla="*/ 49 w 57"/>
                    <a:gd name="GluePoint15Y" fmla="*/ 74 h 7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020" name="Freeform 19"/>
                <p:cNvSpPr/>
                <p:nvPr/>
              </p:nvSpPr>
              <p:spPr>
                <a:xfrm>
                  <a:off x="914400" y="6503760"/>
                  <a:ext cx="54000" cy="102960"/>
                </a:xfrm>
                <a:custGeom>
                  <a:avLst/>
                  <a:gdLst>
                    <a:gd name="textAreaLeft" fmla="*/ 0 w 54000"/>
                    <a:gd name="textAreaRight" fmla="*/ 54360 w 54000"/>
                    <a:gd name="textAreaTop" fmla="*/ 0 h 102960"/>
                    <a:gd name="textAreaBottom" fmla="*/ 103320 h 102960"/>
                    <a:gd name="GluePoint1X" fmla="*/ 12 w 29"/>
                    <a:gd name="GluePoint1Y" fmla="*/ 30 h 55"/>
                    <a:gd name="GluePoint2X" fmla="*/ 20 w 29"/>
                    <a:gd name="GluePoint2Y" fmla="*/ 7 h 55"/>
                    <a:gd name="GluePoint3X" fmla="*/ 25 w 29"/>
                    <a:gd name="GluePoint3Y" fmla="*/ 1 h 55"/>
                    <a:gd name="GluePoint4X" fmla="*/ 26 w 29"/>
                    <a:gd name="GluePoint4Y" fmla="*/ 9 h 55"/>
                    <a:gd name="GluePoint5X" fmla="*/ 16 w 29"/>
                    <a:gd name="GluePoint5Y" fmla="*/ 39 h 55"/>
                    <a:gd name="GluePoint6X" fmla="*/ 13 w 29"/>
                    <a:gd name="GluePoint6Y" fmla="*/ 52 h 55"/>
                    <a:gd name="GluePoint7X" fmla="*/ 7 w 29"/>
                    <a:gd name="GluePoint7Y" fmla="*/ 54 h 55"/>
                    <a:gd name="GluePoint8X" fmla="*/ 2 w 29"/>
                    <a:gd name="GluePoint8Y" fmla="*/ 41 h 55"/>
                    <a:gd name="GluePoint9X" fmla="*/ 3 w 29"/>
                    <a:gd name="GluePoint9Y" fmla="*/ 32 h 55"/>
                    <a:gd name="GluePoint10X" fmla="*/ 2 w 29"/>
                    <a:gd name="GluePoint10Y" fmla="*/ 6 h 55"/>
                    <a:gd name="GluePoint11X" fmla="*/ 6 w 29"/>
                    <a:gd name="GluePoint11Y" fmla="*/ 5 h 55"/>
                    <a:gd name="GluePoint12X" fmla="*/ 10 w 29"/>
                    <a:gd name="GluePoint12Y" fmla="*/ 14 h 55"/>
                    <a:gd name="GluePoint13X" fmla="*/ 11 w 29"/>
                    <a:gd name="GluePoint13Y" fmla="*/ 30 h 55"/>
                    <a:gd name="GluePoint14X" fmla="*/ 12 w 29"/>
                    <a:gd name="GluePoint14Y" fmla="*/ 30 h 5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61920" rIns="6192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021" name="Freeform 20"/>
                <p:cNvSpPr/>
                <p:nvPr/>
              </p:nvSpPr>
              <p:spPr>
                <a:xfrm>
                  <a:off x="946440" y="6470280"/>
                  <a:ext cx="50040" cy="31680"/>
                </a:xfrm>
                <a:custGeom>
                  <a:avLst/>
                  <a:gdLst>
                    <a:gd name="textAreaLeft" fmla="*/ 0 w 50040"/>
                    <a:gd name="textAreaRight" fmla="*/ 50400 w 50040"/>
                    <a:gd name="textAreaTop" fmla="*/ 0 h 31680"/>
                    <a:gd name="textAreaBottom" fmla="*/ 32040 h 31680"/>
                    <a:gd name="GluePoint1X" fmla="*/ 27 w 27"/>
                    <a:gd name="GluePoint1Y" fmla="*/ 1 h 17"/>
                    <a:gd name="GluePoint2X" fmla="*/ 16 w 27"/>
                    <a:gd name="GluePoint2Y" fmla="*/ 14 h 17"/>
                    <a:gd name="GluePoint3X" fmla="*/ 5 w 27"/>
                    <a:gd name="GluePoint3Y" fmla="*/ 13 h 17"/>
                    <a:gd name="GluePoint4X" fmla="*/ 0 w 27"/>
                    <a:gd name="GluePoint4Y" fmla="*/ 4 h 17"/>
                    <a:gd name="GluePoint5X" fmla="*/ 9 w 27"/>
                    <a:gd name="GluePoint5Y" fmla="*/ 2 h 17"/>
                    <a:gd name="GluePoint6X" fmla="*/ 27 w 27"/>
                    <a:gd name="GluePoint6Y" fmla="*/ 0 h 17"/>
                    <a:gd name="GluePoint7X" fmla="*/ 27 w 27"/>
                    <a:gd name="GluePoint7Y" fmla="*/ 1 h 1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</a:cxnLst>
                  <a:rect l="textAreaLeft" t="textAreaTop" r="textAreaRight" b="textAreaBottom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7240" tIns="15840" rIns="57240" bIns="158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1022" name="组合 93"/>
              <p:cNvGrpSpPr/>
              <p:nvPr/>
            </p:nvGrpSpPr>
            <p:grpSpPr>
              <a:xfrm>
                <a:off x="1501920" y="6443640"/>
                <a:ext cx="185400" cy="184680"/>
                <a:chOff x="1501920" y="6443640"/>
                <a:chExt cx="185400" cy="184680"/>
              </a:xfrm>
            </p:grpSpPr>
            <p:sp>
              <p:nvSpPr>
                <p:cNvPr id="1023" name="Freeform 11"/>
                <p:cNvSpPr/>
                <p:nvPr/>
              </p:nvSpPr>
              <p:spPr>
                <a:xfrm>
                  <a:off x="1557720" y="6443640"/>
                  <a:ext cx="129600" cy="181440"/>
                </a:xfrm>
                <a:custGeom>
                  <a:avLst/>
                  <a:gdLst>
                    <a:gd name="textAreaLeft" fmla="*/ 0 w 129600"/>
                    <a:gd name="textAreaRight" fmla="*/ 129960 w 129600"/>
                    <a:gd name="textAreaTop" fmla="*/ 0 h 181440"/>
                    <a:gd name="textAreaBottom" fmla="*/ 181800 h 181440"/>
                    <a:gd name="GluePoint1X" fmla="*/ 29 w 72"/>
                    <a:gd name="GluePoint1Y" fmla="*/ 49 h 102"/>
                    <a:gd name="GluePoint2X" fmla="*/ 15 w 72"/>
                    <a:gd name="GluePoint2Y" fmla="*/ 43 h 102"/>
                    <a:gd name="GluePoint3X" fmla="*/ 10 w 72"/>
                    <a:gd name="GluePoint3Y" fmla="*/ 21 h 102"/>
                    <a:gd name="GluePoint4X" fmla="*/ 13 w 72"/>
                    <a:gd name="GluePoint4Y" fmla="*/ 15 h 102"/>
                    <a:gd name="GluePoint5X" fmla="*/ 19 w 72"/>
                    <a:gd name="GluePoint5Y" fmla="*/ 18 h 102"/>
                    <a:gd name="GluePoint6X" fmla="*/ 20 w 72"/>
                    <a:gd name="GluePoint6Y" fmla="*/ 26 h 102"/>
                    <a:gd name="GluePoint7X" fmla="*/ 35 w 72"/>
                    <a:gd name="GluePoint7Y" fmla="*/ 22 h 102"/>
                    <a:gd name="GluePoint8X" fmla="*/ 40 w 72"/>
                    <a:gd name="GluePoint8Y" fmla="*/ 16 h 102"/>
                    <a:gd name="GluePoint9X" fmla="*/ 43 w 72"/>
                    <a:gd name="GluePoint9Y" fmla="*/ 14 h 102"/>
                    <a:gd name="GluePoint10X" fmla="*/ 44 w 72"/>
                    <a:gd name="GluePoint10Y" fmla="*/ 19 h 102"/>
                    <a:gd name="GluePoint11X" fmla="*/ 43 w 72"/>
                    <a:gd name="GluePoint11Y" fmla="*/ 28 h 102"/>
                    <a:gd name="GluePoint12X" fmla="*/ 36 w 72"/>
                    <a:gd name="GluePoint12Y" fmla="*/ 40 h 102"/>
                    <a:gd name="GluePoint13X" fmla="*/ 37 w 72"/>
                    <a:gd name="GluePoint13Y" fmla="*/ 42 h 102"/>
                    <a:gd name="GluePoint14X" fmla="*/ 44 w 72"/>
                    <a:gd name="GluePoint14Y" fmla="*/ 38 h 102"/>
                    <a:gd name="GluePoint15X" fmla="*/ 56 w 72"/>
                    <a:gd name="GluePoint15Y" fmla="*/ 20 h 102"/>
                    <a:gd name="GluePoint16X" fmla="*/ 49 w 72"/>
                    <a:gd name="GluePoint16Y" fmla="*/ 9 h 102"/>
                    <a:gd name="GluePoint17X" fmla="*/ 28 w 72"/>
                    <a:gd name="GluePoint17Y" fmla="*/ 14 h 102"/>
                    <a:gd name="GluePoint18X" fmla="*/ 20 w 72"/>
                    <a:gd name="GluePoint18Y" fmla="*/ 13 h 102"/>
                    <a:gd name="GluePoint19X" fmla="*/ 22 w 72"/>
                    <a:gd name="GluePoint19Y" fmla="*/ 6 h 102"/>
                    <a:gd name="GluePoint20X" fmla="*/ 50 w 72"/>
                    <a:gd name="GluePoint20Y" fmla="*/ 1 h 102"/>
                    <a:gd name="GluePoint21X" fmla="*/ 68 w 72"/>
                    <a:gd name="GluePoint21Y" fmla="*/ 12 h 102"/>
                    <a:gd name="GluePoint22X" fmla="*/ 67 w 72"/>
                    <a:gd name="GluePoint22Y" fmla="*/ 24 h 102"/>
                    <a:gd name="GluePoint23X" fmla="*/ 49 w 72"/>
                    <a:gd name="GluePoint23Y" fmla="*/ 48 h 102"/>
                    <a:gd name="GluePoint24X" fmla="*/ 42 w 72"/>
                    <a:gd name="GluePoint24Y" fmla="*/ 49 h 102"/>
                    <a:gd name="GluePoint25X" fmla="*/ 37 w 72"/>
                    <a:gd name="GluePoint25Y" fmla="*/ 47 h 102"/>
                    <a:gd name="GluePoint26X" fmla="*/ 35 w 72"/>
                    <a:gd name="GluePoint26Y" fmla="*/ 52 h 102"/>
                    <a:gd name="GluePoint27X" fmla="*/ 41 w 72"/>
                    <a:gd name="GluePoint27Y" fmla="*/ 58 h 102"/>
                    <a:gd name="GluePoint28X" fmla="*/ 48 w 72"/>
                    <a:gd name="GluePoint28Y" fmla="*/ 57 h 102"/>
                    <a:gd name="GluePoint29X" fmla="*/ 53 w 72"/>
                    <a:gd name="GluePoint29Y" fmla="*/ 59 h 102"/>
                    <a:gd name="GluePoint30X" fmla="*/ 53 w 72"/>
                    <a:gd name="GluePoint30Y" fmla="*/ 66 h 102"/>
                    <a:gd name="GluePoint31X" fmla="*/ 48 w 72"/>
                    <a:gd name="GluePoint31Y" fmla="*/ 70 h 102"/>
                    <a:gd name="GluePoint32X" fmla="*/ 37 w 72"/>
                    <a:gd name="GluePoint32Y" fmla="*/ 81 h 102"/>
                    <a:gd name="GluePoint33X" fmla="*/ 45 w 72"/>
                    <a:gd name="GluePoint33Y" fmla="*/ 81 h 102"/>
                    <a:gd name="GluePoint34X" fmla="*/ 57 w 72"/>
                    <a:gd name="GluePoint34Y" fmla="*/ 89 h 102"/>
                    <a:gd name="GluePoint35X" fmla="*/ 51 w 72"/>
                    <a:gd name="GluePoint35Y" fmla="*/ 98 h 102"/>
                    <a:gd name="GluePoint36X" fmla="*/ 26 w 72"/>
                    <a:gd name="GluePoint36Y" fmla="*/ 101 h 102"/>
                    <a:gd name="GluePoint37X" fmla="*/ 17 w 72"/>
                    <a:gd name="GluePoint37Y" fmla="*/ 96 h 102"/>
                    <a:gd name="GluePoint38X" fmla="*/ 15 w 72"/>
                    <a:gd name="GluePoint38Y" fmla="*/ 94 h 102"/>
                    <a:gd name="GluePoint39X" fmla="*/ 19 w 72"/>
                    <a:gd name="GluePoint39Y" fmla="*/ 77 h 102"/>
                    <a:gd name="GluePoint40X" fmla="*/ 27 w 72"/>
                    <a:gd name="GluePoint40Y" fmla="*/ 70 h 102"/>
                    <a:gd name="GluePoint41X" fmla="*/ 27 w 72"/>
                    <a:gd name="GluePoint41Y" fmla="*/ 69 h 102"/>
                    <a:gd name="GluePoint42X" fmla="*/ 21 w 72"/>
                    <a:gd name="GluePoint42Y" fmla="*/ 71 h 102"/>
                    <a:gd name="GluePoint43X" fmla="*/ 9 w 72"/>
                    <a:gd name="GluePoint43Y" fmla="*/ 76 h 102"/>
                    <a:gd name="GluePoint44X" fmla="*/ 3 w 72"/>
                    <a:gd name="GluePoint44Y" fmla="*/ 75 h 102"/>
                    <a:gd name="GluePoint45X" fmla="*/ 4 w 72"/>
                    <a:gd name="GluePoint45Y" fmla="*/ 69 h 102"/>
                    <a:gd name="GluePoint46X" fmla="*/ 26 w 72"/>
                    <a:gd name="GluePoint46Y" fmla="*/ 60 h 102"/>
                    <a:gd name="GluePoint47X" fmla="*/ 28 w 72"/>
                    <a:gd name="GluePoint47Y" fmla="*/ 57 h 102"/>
                    <a:gd name="GluePoint48X" fmla="*/ 29 w 72"/>
                    <a:gd name="GluePoint48Y" fmla="*/ 49 h 102"/>
                    <a:gd name="GluePoint49X" fmla="*/ 34 w 72"/>
                    <a:gd name="GluePoint49Y" fmla="*/ 29 h 102"/>
                    <a:gd name="GluePoint50X" fmla="*/ 33 w 72"/>
                    <a:gd name="GluePoint50Y" fmla="*/ 28 h 102"/>
                    <a:gd name="GluePoint51X" fmla="*/ 26 w 72"/>
                    <a:gd name="GluePoint51Y" fmla="*/ 32 h 102"/>
                    <a:gd name="GluePoint52X" fmla="*/ 23 w 72"/>
                    <a:gd name="GluePoint52Y" fmla="*/ 36 h 102"/>
                    <a:gd name="GluePoint53X" fmla="*/ 26 w 72"/>
                    <a:gd name="GluePoint53Y" fmla="*/ 42 h 102"/>
                    <a:gd name="GluePoint54X" fmla="*/ 31 w 72"/>
                    <a:gd name="GluePoint54Y" fmla="*/ 40 h 102"/>
                    <a:gd name="GluePoint55X" fmla="*/ 34 w 72"/>
                    <a:gd name="GluePoint55Y" fmla="*/ 29 h 10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  <a:cxn ang="0">
                      <a:pos x="GluePoint50X" y="GluePoint50Y"/>
                    </a:cxn>
                    <a:cxn ang="0">
                      <a:pos x="GluePoint51X" y="GluePoint51Y"/>
                    </a:cxn>
                    <a:cxn ang="0">
                      <a:pos x="GluePoint52X" y="GluePoint52Y"/>
                    </a:cxn>
                    <a:cxn ang="0">
                      <a:pos x="GluePoint53X" y="GluePoint53Y"/>
                    </a:cxn>
                    <a:cxn ang="0">
                      <a:pos x="GluePoint54X" y="GluePoint54Y"/>
                    </a:cxn>
                    <a:cxn ang="0">
                      <a:pos x="GluePoint55X" y="GluePoint55Y"/>
                    </a:cxn>
                  </a:cxnLst>
                  <a:rect l="textAreaLeft" t="textAreaTop" r="textAreaRight" b="textAreaBottom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024" name="Freeform 12"/>
                <p:cNvSpPr/>
                <p:nvPr/>
              </p:nvSpPr>
              <p:spPr>
                <a:xfrm>
                  <a:off x="1501920" y="6453360"/>
                  <a:ext cx="69480" cy="174960"/>
                </a:xfrm>
                <a:custGeom>
                  <a:avLst/>
                  <a:gdLst>
                    <a:gd name="textAreaLeft" fmla="*/ 0 w 69480"/>
                    <a:gd name="textAreaRight" fmla="*/ 69840 w 69480"/>
                    <a:gd name="textAreaTop" fmla="*/ 0 h 174960"/>
                    <a:gd name="textAreaBottom" fmla="*/ 175320 h 174960"/>
                    <a:gd name="GluePoint1X" fmla="*/ 30 w 39"/>
                    <a:gd name="GluePoint1Y" fmla="*/ 44 h 98"/>
                    <a:gd name="GluePoint2X" fmla="*/ 36 w 39"/>
                    <a:gd name="GluePoint2Y" fmla="*/ 34 h 98"/>
                    <a:gd name="GluePoint3X" fmla="*/ 37 w 39"/>
                    <a:gd name="GluePoint3Y" fmla="*/ 51 h 98"/>
                    <a:gd name="GluePoint4X" fmla="*/ 25 w 39"/>
                    <a:gd name="GluePoint4Y" fmla="*/ 82 h 98"/>
                    <a:gd name="GluePoint5X" fmla="*/ 21 w 39"/>
                    <a:gd name="GluePoint5Y" fmla="*/ 98 h 98"/>
                    <a:gd name="GluePoint6X" fmla="*/ 13 w 39"/>
                    <a:gd name="GluePoint6Y" fmla="*/ 96 h 98"/>
                    <a:gd name="GluePoint7X" fmla="*/ 5 w 39"/>
                    <a:gd name="GluePoint7Y" fmla="*/ 83 h 98"/>
                    <a:gd name="GluePoint8X" fmla="*/ 11 w 39"/>
                    <a:gd name="GluePoint8Y" fmla="*/ 62 h 98"/>
                    <a:gd name="GluePoint9X" fmla="*/ 9 w 39"/>
                    <a:gd name="GluePoint9Y" fmla="*/ 43 h 98"/>
                    <a:gd name="GluePoint10X" fmla="*/ 12 w 39"/>
                    <a:gd name="GluePoint10Y" fmla="*/ 38 h 98"/>
                    <a:gd name="GluePoint11X" fmla="*/ 18 w 39"/>
                    <a:gd name="GluePoint11Y" fmla="*/ 33 h 98"/>
                    <a:gd name="GluePoint12X" fmla="*/ 23 w 39"/>
                    <a:gd name="GluePoint12Y" fmla="*/ 12 h 98"/>
                    <a:gd name="GluePoint13X" fmla="*/ 11 w 39"/>
                    <a:gd name="GluePoint13Y" fmla="*/ 16 h 98"/>
                    <a:gd name="GluePoint14X" fmla="*/ 2 w 39"/>
                    <a:gd name="GluePoint14Y" fmla="*/ 16 h 98"/>
                    <a:gd name="GluePoint15X" fmla="*/ 0 w 39"/>
                    <a:gd name="GluePoint15Y" fmla="*/ 12 h 98"/>
                    <a:gd name="GluePoint16X" fmla="*/ 3 w 39"/>
                    <a:gd name="GluePoint16Y" fmla="*/ 10 h 98"/>
                    <a:gd name="GluePoint17X" fmla="*/ 16 w 39"/>
                    <a:gd name="GluePoint17Y" fmla="*/ 7 h 98"/>
                    <a:gd name="GluePoint18X" fmla="*/ 26 w 39"/>
                    <a:gd name="GluePoint18Y" fmla="*/ 2 h 98"/>
                    <a:gd name="GluePoint19X" fmla="*/ 32 w 39"/>
                    <a:gd name="GluePoint19Y" fmla="*/ 1 h 98"/>
                    <a:gd name="GluePoint20X" fmla="*/ 35 w 39"/>
                    <a:gd name="GluePoint20Y" fmla="*/ 9 h 98"/>
                    <a:gd name="GluePoint21X" fmla="*/ 34 w 39"/>
                    <a:gd name="GluePoint21Y" fmla="*/ 11 h 98"/>
                    <a:gd name="GluePoint22X" fmla="*/ 27 w 39"/>
                    <a:gd name="GluePoint22Y" fmla="*/ 38 h 98"/>
                    <a:gd name="GluePoint23X" fmla="*/ 28 w 39"/>
                    <a:gd name="GluePoint23Y" fmla="*/ 44 h 98"/>
                    <a:gd name="GluePoint24X" fmla="*/ 30 w 39"/>
                    <a:gd name="GluePoint24Y" fmla="*/ 44 h 9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</a:cxnLst>
                  <a:rect l="textAreaLeft" t="textAreaTop" r="textAreaRight" b="textAreaBottom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1840" rIns="518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</p:grpSp>
      <p:sp>
        <p:nvSpPr>
          <p:cNvPr id="1025" name="PlaceHolder 1"/>
          <p:cNvSpPr>
            <a:spLocks noGrp="1"/>
          </p:cNvSpPr>
          <p:nvPr>
            <p:ph type="title"/>
          </p:nvPr>
        </p:nvSpPr>
        <p:spPr>
          <a:xfrm>
            <a:off x="1767600" y="3019680"/>
            <a:ext cx="8643600" cy="69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spAutoFit/>
          </a:bodyPr>
          <a:lstStyle>
            <a:lvl1pPr indent="0" algn="ctr">
              <a:lnSpc>
                <a:spcPct val="90000"/>
              </a:lnSpc>
              <a:buNone/>
              <a:defRPr lang="zh-CN" sz="4400" b="1" u="none" strike="noStrike">
                <a:solidFill>
                  <a:srgbClr val="006C39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ctr">
              <a:lnSpc>
                <a:spcPct val="90000"/>
              </a:lnSpc>
              <a:buNone/>
            </a:pPr>
            <a:r>
              <a:rPr lang="zh-CN" sz="4400" b="1" u="none" strike="noStrike">
                <a:solidFill>
                  <a:srgbClr val="006C39"/>
                </a:solidFill>
                <a:effectLst/>
                <a:uFillTx/>
                <a:latin typeface="微软雅黑"/>
                <a:ea typeface="微软雅黑"/>
              </a:rPr>
              <a:t>单击此处编辑母版标题样式</a:t>
            </a:r>
            <a:endParaRPr lang="en-US" sz="4400" b="1" u="none" strike="noStrike">
              <a:solidFill>
                <a:srgbClr val="006C39"/>
              </a:solidFill>
              <a:effectLst/>
              <a:uFillTx/>
              <a:latin typeface="微软雅黑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页样式2-一段一图-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文本框 5"/>
          <p:cNvSpPr/>
          <p:nvPr/>
        </p:nvSpPr>
        <p:spPr>
          <a:xfrm>
            <a:off x="11233080" y="6353280"/>
            <a:ext cx="55044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>
              <a:lnSpc>
                <a:spcPct val="100000"/>
              </a:lnSpc>
            </a:pPr>
            <a:fld id="{B4652470-818B-44B1-85A5-C159B47D4F9F}" type="slidenum">
              <a:rPr lang="en-US" sz="1600" b="0" u="none" strike="noStrike">
                <a:solidFill>
                  <a:schemeClr val="accent3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7" name="矩形 87"/>
          <p:cNvSpPr/>
          <p:nvPr/>
        </p:nvSpPr>
        <p:spPr>
          <a:xfrm>
            <a:off x="12146400" y="336600"/>
            <a:ext cx="45360" cy="2656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pic>
        <p:nvPicPr>
          <p:cNvPr id="1028" name="图片 4"/>
          <p:cNvPicPr/>
          <p:nvPr/>
        </p:nvPicPr>
        <p:blipFill>
          <a:blip r:embed="rId2"/>
          <a:stretch/>
        </p:blipFill>
        <p:spPr>
          <a:xfrm>
            <a:off x="9790200" y="252000"/>
            <a:ext cx="1968840" cy="432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页样式3-常规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任意多边形: 形状 77"/>
          <p:cNvSpPr/>
          <p:nvPr/>
        </p:nvSpPr>
        <p:spPr>
          <a:xfrm>
            <a:off x="10114200" y="210240"/>
            <a:ext cx="2788560" cy="572760"/>
          </a:xfrm>
          <a:custGeom>
            <a:avLst/>
            <a:gdLst>
              <a:gd name="textAreaLeft" fmla="*/ 0 w 2788560"/>
              <a:gd name="textAreaRight" fmla="*/ 2788920 w 2788560"/>
              <a:gd name="textAreaTop" fmla="*/ 0 h 572760"/>
              <a:gd name="textAreaBottom" fmla="*/ 573120 h 572760"/>
              <a:gd name="GluePoint1X" fmla="*/ 83399 w 1678507"/>
              <a:gd name="GluePoint1Y" fmla="*/ 0 h 573228"/>
              <a:gd name="GluePoint2X" fmla="*/ 1678507 w 1678507"/>
              <a:gd name="GluePoint2Y" fmla="*/ 0 h 573228"/>
              <a:gd name="GluePoint3X" fmla="*/ 1678507 w 1678507"/>
              <a:gd name="GluePoint3Y" fmla="*/ 573228 h 573228"/>
              <a:gd name="GluePoint4X" fmla="*/ 0 w 1678507"/>
              <a:gd name="GluePoint4Y" fmla="*/ 573228 h 57322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1030" name="平行四边形 3"/>
          <p:cNvSpPr/>
          <p:nvPr/>
        </p:nvSpPr>
        <p:spPr>
          <a:xfrm>
            <a:off x="198000" y="302400"/>
            <a:ext cx="745920" cy="341640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1031" name="文本框 70"/>
          <p:cNvSpPr/>
          <p:nvPr/>
        </p:nvSpPr>
        <p:spPr>
          <a:xfrm>
            <a:off x="11233080" y="6353280"/>
            <a:ext cx="55044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>
              <a:lnSpc>
                <a:spcPct val="100000"/>
              </a:lnSpc>
            </a:pPr>
            <a:fld id="{1B4CA3C9-50F0-4786-86E9-5981D016B569}" type="slidenum">
              <a:rPr lang="en-US" sz="1600" b="0" u="none" strike="noStrike">
                <a:solidFill>
                  <a:schemeClr val="accent3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32" name="直接连接符 95"/>
          <p:cNvCxnSpPr/>
          <p:nvPr/>
        </p:nvCxnSpPr>
        <p:spPr>
          <a:xfrm>
            <a:off x="442800" y="6264000"/>
            <a:ext cx="11306520" cy="36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</a:ln>
        </p:spPr>
      </p:cxnSp>
      <p:sp>
        <p:nvSpPr>
          <p:cNvPr id="1033" name="PlaceHolder 1"/>
          <p:cNvSpPr>
            <a:spLocks noGrp="1"/>
          </p:cNvSpPr>
          <p:nvPr>
            <p:ph type="title"/>
          </p:nvPr>
        </p:nvSpPr>
        <p:spPr>
          <a:xfrm>
            <a:off x="949320" y="250920"/>
            <a:ext cx="864360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spAutoFit/>
          </a:bodyPr>
          <a:lstStyle>
            <a:lvl1pPr indent="0" algn="l">
              <a:lnSpc>
                <a:spcPct val="90000"/>
              </a:lnSpc>
              <a:buNone/>
              <a:defRPr lang="zh-CN" sz="2800" b="1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zh-CN" sz="2800" b="1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单击此处编辑母版标题样式</a:t>
            </a:r>
            <a:endParaRPr lang="en-US" sz="2800" b="1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  <p:pic>
        <p:nvPicPr>
          <p:cNvPr id="1034" name="图片 97"/>
          <p:cNvPicPr/>
          <p:nvPr/>
        </p:nvPicPr>
        <p:blipFill>
          <a:blip r:embed="rId2"/>
          <a:stretch/>
        </p:blipFill>
        <p:spPr>
          <a:xfrm>
            <a:off x="10277640" y="241560"/>
            <a:ext cx="1819080" cy="5086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35" name="组合 32"/>
          <p:cNvGrpSpPr/>
          <p:nvPr/>
        </p:nvGrpSpPr>
        <p:grpSpPr>
          <a:xfrm>
            <a:off x="587160" y="6381720"/>
            <a:ext cx="2479320" cy="304560"/>
            <a:chOff x="587160" y="6381720"/>
            <a:chExt cx="2479320" cy="304560"/>
          </a:xfrm>
        </p:grpSpPr>
        <p:grpSp>
          <p:nvGrpSpPr>
            <p:cNvPr id="1036" name="组合 33"/>
            <p:cNvGrpSpPr/>
            <p:nvPr/>
          </p:nvGrpSpPr>
          <p:grpSpPr>
            <a:xfrm>
              <a:off x="2014200" y="6385320"/>
              <a:ext cx="1052280" cy="298080"/>
              <a:chOff x="2014200" y="6385320"/>
              <a:chExt cx="1052280" cy="298080"/>
            </a:xfrm>
          </p:grpSpPr>
          <p:sp>
            <p:nvSpPr>
              <p:cNvPr id="1037" name="Freeform 5"/>
              <p:cNvSpPr/>
              <p:nvPr/>
            </p:nvSpPr>
            <p:spPr>
              <a:xfrm>
                <a:off x="2595600" y="6404040"/>
                <a:ext cx="234720" cy="264960"/>
              </a:xfrm>
              <a:custGeom>
                <a:avLst/>
                <a:gdLst>
                  <a:gd name="textAreaLeft" fmla="*/ 0 w 234720"/>
                  <a:gd name="textAreaRight" fmla="*/ 235080 w 234720"/>
                  <a:gd name="textAreaTop" fmla="*/ 0 h 264960"/>
                  <a:gd name="textAreaBottom" fmla="*/ 265320 h 264960"/>
                  <a:gd name="GluePoint1X" fmla="*/ 41 w 125"/>
                  <a:gd name="GluePoint1Y" fmla="*/ 16 h 142"/>
                  <a:gd name="GluePoint2X" fmla="*/ 49 w 125"/>
                  <a:gd name="GluePoint2Y" fmla="*/ 3 h 142"/>
                  <a:gd name="GluePoint3X" fmla="*/ 62 w 125"/>
                  <a:gd name="GluePoint3Y" fmla="*/ 20 h 142"/>
                  <a:gd name="GluePoint4X" fmla="*/ 64 w 125"/>
                  <a:gd name="GluePoint4Y" fmla="*/ 33 h 142"/>
                  <a:gd name="GluePoint5X" fmla="*/ 50 w 125"/>
                  <a:gd name="GluePoint5Y" fmla="*/ 34 h 142"/>
                  <a:gd name="GluePoint6X" fmla="*/ 58 w 125"/>
                  <a:gd name="GluePoint6Y" fmla="*/ 58 h 142"/>
                  <a:gd name="GluePoint7X" fmla="*/ 75 w 125"/>
                  <a:gd name="GluePoint7Y" fmla="*/ 59 h 142"/>
                  <a:gd name="GluePoint8X" fmla="*/ 71 w 125"/>
                  <a:gd name="GluePoint8Y" fmla="*/ 50 h 142"/>
                  <a:gd name="GluePoint9X" fmla="*/ 81 w 125"/>
                  <a:gd name="GluePoint9Y" fmla="*/ 47 h 142"/>
                  <a:gd name="GluePoint10X" fmla="*/ 65 w 125"/>
                  <a:gd name="GluePoint10Y" fmla="*/ 42 h 142"/>
                  <a:gd name="GluePoint11X" fmla="*/ 63 w 125"/>
                  <a:gd name="GluePoint11Y" fmla="*/ 37 h 142"/>
                  <a:gd name="GluePoint12X" fmla="*/ 85 w 125"/>
                  <a:gd name="GluePoint12Y" fmla="*/ 27 h 142"/>
                  <a:gd name="GluePoint13X" fmla="*/ 93 w 125"/>
                  <a:gd name="GluePoint13Y" fmla="*/ 2 h 142"/>
                  <a:gd name="GluePoint14X" fmla="*/ 99 w 125"/>
                  <a:gd name="GluePoint14Y" fmla="*/ 5 h 142"/>
                  <a:gd name="GluePoint15X" fmla="*/ 111 w 125"/>
                  <a:gd name="GluePoint15Y" fmla="*/ 30 h 142"/>
                  <a:gd name="GluePoint16X" fmla="*/ 102 w 125"/>
                  <a:gd name="GluePoint16Y" fmla="*/ 34 h 142"/>
                  <a:gd name="GluePoint17X" fmla="*/ 95 w 125"/>
                  <a:gd name="GluePoint17Y" fmla="*/ 59 h 142"/>
                  <a:gd name="GluePoint18X" fmla="*/ 123 w 125"/>
                  <a:gd name="GluePoint18Y" fmla="*/ 61 h 142"/>
                  <a:gd name="GluePoint19X" fmla="*/ 110 w 125"/>
                  <a:gd name="GluePoint19Y" fmla="*/ 71 h 142"/>
                  <a:gd name="GluePoint20X" fmla="*/ 104 w 125"/>
                  <a:gd name="GluePoint20Y" fmla="*/ 82 h 142"/>
                  <a:gd name="GluePoint21X" fmla="*/ 112 w 125"/>
                  <a:gd name="GluePoint21Y" fmla="*/ 134 h 142"/>
                  <a:gd name="GluePoint22X" fmla="*/ 102 w 125"/>
                  <a:gd name="GluePoint22Y" fmla="*/ 140 h 142"/>
                  <a:gd name="GluePoint23X" fmla="*/ 89 w 125"/>
                  <a:gd name="GluePoint23Y" fmla="*/ 123 h 142"/>
                  <a:gd name="GluePoint24X" fmla="*/ 101 w 125"/>
                  <a:gd name="GluePoint24Y" fmla="*/ 128 h 142"/>
                  <a:gd name="GluePoint25X" fmla="*/ 101 w 125"/>
                  <a:gd name="GluePoint25Y" fmla="*/ 92 h 142"/>
                  <a:gd name="GluePoint26X" fmla="*/ 97 w 125"/>
                  <a:gd name="GluePoint26Y" fmla="*/ 99 h 142"/>
                  <a:gd name="GluePoint27X" fmla="*/ 90 w 125"/>
                  <a:gd name="GluePoint27Y" fmla="*/ 103 h 142"/>
                  <a:gd name="GluePoint28X" fmla="*/ 86 w 125"/>
                  <a:gd name="GluePoint28Y" fmla="*/ 110 h 142"/>
                  <a:gd name="GluePoint29X" fmla="*/ 81 w 125"/>
                  <a:gd name="GluePoint29Y" fmla="*/ 120 h 142"/>
                  <a:gd name="GluePoint30X" fmla="*/ 88 w 125"/>
                  <a:gd name="GluePoint30Y" fmla="*/ 71 h 142"/>
                  <a:gd name="GluePoint31X" fmla="*/ 60 w 125"/>
                  <a:gd name="GluePoint31Y" fmla="*/ 87 h 142"/>
                  <a:gd name="GluePoint32X" fmla="*/ 53 w 125"/>
                  <a:gd name="GluePoint32Y" fmla="*/ 89 h 142"/>
                  <a:gd name="GluePoint33X" fmla="*/ 51 w 125"/>
                  <a:gd name="GluePoint33Y" fmla="*/ 128 h 142"/>
                  <a:gd name="GluePoint34X" fmla="*/ 43 w 125"/>
                  <a:gd name="GluePoint34Y" fmla="*/ 134 h 142"/>
                  <a:gd name="GluePoint35X" fmla="*/ 39 w 125"/>
                  <a:gd name="GluePoint35Y" fmla="*/ 107 h 142"/>
                  <a:gd name="GluePoint36X" fmla="*/ 33 w 125"/>
                  <a:gd name="GluePoint36Y" fmla="*/ 114 h 142"/>
                  <a:gd name="GluePoint37X" fmla="*/ 17 w 125"/>
                  <a:gd name="GluePoint37Y" fmla="*/ 108 h 142"/>
                  <a:gd name="GluePoint38X" fmla="*/ 5 w 125"/>
                  <a:gd name="GluePoint38Y" fmla="*/ 81 h 142"/>
                  <a:gd name="GluePoint39X" fmla="*/ 34 w 125"/>
                  <a:gd name="GluePoint39Y" fmla="*/ 56 h 142"/>
                  <a:gd name="GluePoint40X" fmla="*/ 38 w 125"/>
                  <a:gd name="GluePoint40Y" fmla="*/ 33 h 142"/>
                  <a:gd name="GluePoint41X" fmla="*/ 22 w 125"/>
                  <a:gd name="GluePoint41Y" fmla="*/ 55 h 142"/>
                  <a:gd name="GluePoint42X" fmla="*/ 14 w 125"/>
                  <a:gd name="GluePoint42Y" fmla="*/ 55 h 142"/>
                  <a:gd name="GluePoint43X" fmla="*/ 11 w 125"/>
                  <a:gd name="GluePoint43Y" fmla="*/ 36 h 142"/>
                  <a:gd name="GluePoint44X" fmla="*/ 32 w 125"/>
                  <a:gd name="GluePoint44Y" fmla="*/ 22 h 142"/>
                  <a:gd name="GluePoint45X" fmla="*/ 28 w 125"/>
                  <a:gd name="GluePoint45Y" fmla="*/ 33 h 1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</a:cxnLst>
                <a:rect l="textAreaLeft" t="textAreaTop" r="textAreaRight" b="textAreaBottom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entury Gothic"/>
                </a:endParaRPr>
              </a:p>
            </p:txBody>
          </p:sp>
          <p:sp>
            <p:nvSpPr>
              <p:cNvPr id="1038" name="Freeform 6"/>
              <p:cNvSpPr/>
              <p:nvPr/>
            </p:nvSpPr>
            <p:spPr>
              <a:xfrm>
                <a:off x="2931480" y="6444720"/>
                <a:ext cx="135000" cy="2034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203400"/>
                  <a:gd name="textAreaBottom" fmla="*/ 203760 h 203400"/>
                  <a:gd name="GluePoint1X" fmla="*/ 33 w 72"/>
                  <a:gd name="GluePoint1Y" fmla="*/ 76 h 109"/>
                  <a:gd name="GluePoint2X" fmla="*/ 44 w 72"/>
                  <a:gd name="GluePoint2Y" fmla="*/ 73 h 109"/>
                  <a:gd name="GluePoint3X" fmla="*/ 59 w 72"/>
                  <a:gd name="GluePoint3Y" fmla="*/ 71 h 109"/>
                  <a:gd name="GluePoint4X" fmla="*/ 69 w 72"/>
                  <a:gd name="GluePoint4Y" fmla="*/ 92 h 109"/>
                  <a:gd name="GluePoint5X" fmla="*/ 66 w 72"/>
                  <a:gd name="GluePoint5Y" fmla="*/ 94 h 109"/>
                  <a:gd name="GluePoint6X" fmla="*/ 49 w 72"/>
                  <a:gd name="GluePoint6Y" fmla="*/ 96 h 109"/>
                  <a:gd name="GluePoint7X" fmla="*/ 28 w 72"/>
                  <a:gd name="GluePoint7Y" fmla="*/ 106 h 109"/>
                  <a:gd name="GluePoint8X" fmla="*/ 16 w 72"/>
                  <a:gd name="GluePoint8Y" fmla="*/ 106 h 109"/>
                  <a:gd name="GluePoint9X" fmla="*/ 1 w 72"/>
                  <a:gd name="GluePoint9Y" fmla="*/ 80 h 109"/>
                  <a:gd name="GluePoint10X" fmla="*/ 2 w 72"/>
                  <a:gd name="GluePoint10Y" fmla="*/ 74 h 109"/>
                  <a:gd name="GluePoint11X" fmla="*/ 23 w 72"/>
                  <a:gd name="GluePoint11Y" fmla="*/ 31 h 109"/>
                  <a:gd name="GluePoint12X" fmla="*/ 22 w 72"/>
                  <a:gd name="GluePoint12Y" fmla="*/ 26 h 109"/>
                  <a:gd name="GluePoint13X" fmla="*/ 12 w 72"/>
                  <a:gd name="GluePoint13Y" fmla="*/ 16 h 109"/>
                  <a:gd name="GluePoint14X" fmla="*/ 15 w 72"/>
                  <a:gd name="GluePoint14Y" fmla="*/ 10 h 109"/>
                  <a:gd name="GluePoint15X" fmla="*/ 32 w 72"/>
                  <a:gd name="GluePoint15Y" fmla="*/ 5 h 109"/>
                  <a:gd name="GluePoint16X" fmla="*/ 60 w 72"/>
                  <a:gd name="GluePoint16Y" fmla="*/ 18 h 109"/>
                  <a:gd name="GluePoint17X" fmla="*/ 59 w 72"/>
                  <a:gd name="GluePoint17Y" fmla="*/ 26 h 109"/>
                  <a:gd name="GluePoint18X" fmla="*/ 52 w 72"/>
                  <a:gd name="GluePoint18Y" fmla="*/ 36 h 109"/>
                  <a:gd name="GluePoint19X" fmla="*/ 34 w 72"/>
                  <a:gd name="GluePoint19Y" fmla="*/ 72 h 109"/>
                  <a:gd name="GluePoint20X" fmla="*/ 33 w 72"/>
                  <a:gd name="GluePoint20Y" fmla="*/ 76 h 10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</a:cxnLst>
                <a:rect l="textAreaLeft" t="textAreaTop" r="textAreaRight" b="textAreaBottom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entury Gothic"/>
                </a:endParaRPr>
              </a:p>
            </p:txBody>
          </p:sp>
          <p:grpSp>
            <p:nvGrpSpPr>
              <p:cNvPr id="1039" name="组合 50"/>
              <p:cNvGrpSpPr/>
              <p:nvPr/>
            </p:nvGrpSpPr>
            <p:grpSpPr>
              <a:xfrm>
                <a:off x="2014200" y="6385320"/>
                <a:ext cx="240480" cy="298080"/>
                <a:chOff x="2014200" y="6385320"/>
                <a:chExt cx="240480" cy="298080"/>
              </a:xfrm>
            </p:grpSpPr>
            <p:sp>
              <p:nvSpPr>
                <p:cNvPr id="1040" name="Freeform 7"/>
                <p:cNvSpPr/>
                <p:nvPr/>
              </p:nvSpPr>
              <p:spPr>
                <a:xfrm>
                  <a:off x="2014200" y="6385320"/>
                  <a:ext cx="240480" cy="195840"/>
                </a:xfrm>
                <a:custGeom>
                  <a:avLst/>
                  <a:gdLst>
                    <a:gd name="textAreaLeft" fmla="*/ 0 w 240480"/>
                    <a:gd name="textAreaRight" fmla="*/ 240840 w 240480"/>
                    <a:gd name="textAreaTop" fmla="*/ 0 h 195840"/>
                    <a:gd name="textAreaBottom" fmla="*/ 196200 h 195840"/>
                    <a:gd name="GluePoint1X" fmla="*/ 101 w 128"/>
                    <a:gd name="GluePoint1Y" fmla="*/ 58 h 105"/>
                    <a:gd name="GluePoint2X" fmla="*/ 74 w 128"/>
                    <a:gd name="GluePoint2Y" fmla="*/ 56 h 105"/>
                    <a:gd name="GluePoint3X" fmla="*/ 68 w 128"/>
                    <a:gd name="GluePoint3Y" fmla="*/ 57 h 105"/>
                    <a:gd name="GluePoint4X" fmla="*/ 51 w 128"/>
                    <a:gd name="GluePoint4Y" fmla="*/ 59 h 105"/>
                    <a:gd name="GluePoint5X" fmla="*/ 36 w 128"/>
                    <a:gd name="GluePoint5Y" fmla="*/ 65 h 105"/>
                    <a:gd name="GluePoint6X" fmla="*/ 28 w 128"/>
                    <a:gd name="GluePoint6Y" fmla="*/ 73 h 105"/>
                    <a:gd name="GluePoint7X" fmla="*/ 16 w 128"/>
                    <a:gd name="GluePoint7Y" fmla="*/ 102 h 105"/>
                    <a:gd name="GluePoint8X" fmla="*/ 13 w 128"/>
                    <a:gd name="GluePoint8Y" fmla="*/ 104 h 105"/>
                    <a:gd name="GluePoint9X" fmla="*/ 1 w 128"/>
                    <a:gd name="GluePoint9Y" fmla="*/ 98 h 105"/>
                    <a:gd name="GluePoint10X" fmla="*/ 0 w 128"/>
                    <a:gd name="GluePoint10Y" fmla="*/ 93 h 105"/>
                    <a:gd name="GluePoint11X" fmla="*/ 15 w 128"/>
                    <a:gd name="GluePoint11Y" fmla="*/ 60 h 105"/>
                    <a:gd name="GluePoint12X" fmla="*/ 16 w 128"/>
                    <a:gd name="GluePoint12Y" fmla="*/ 58 h 105"/>
                    <a:gd name="GluePoint13X" fmla="*/ 20 w 128"/>
                    <a:gd name="GluePoint13Y" fmla="*/ 52 h 105"/>
                    <a:gd name="GluePoint14X" fmla="*/ 32 w 128"/>
                    <a:gd name="GluePoint14Y" fmla="*/ 54 h 105"/>
                    <a:gd name="GluePoint15X" fmla="*/ 39 w 128"/>
                    <a:gd name="GluePoint15Y" fmla="*/ 55 h 105"/>
                    <a:gd name="GluePoint16X" fmla="*/ 72 w 128"/>
                    <a:gd name="GluePoint16Y" fmla="*/ 21 h 105"/>
                    <a:gd name="GluePoint17X" fmla="*/ 74 w 128"/>
                    <a:gd name="GluePoint17Y" fmla="*/ 16 h 105"/>
                    <a:gd name="GluePoint18X" fmla="*/ 74 w 128"/>
                    <a:gd name="GluePoint18Y" fmla="*/ 11 h 105"/>
                    <a:gd name="GluePoint19X" fmla="*/ 71 w 128"/>
                    <a:gd name="GluePoint19Y" fmla="*/ 11 h 105"/>
                    <a:gd name="GluePoint20X" fmla="*/ 68 w 128"/>
                    <a:gd name="GluePoint20Y" fmla="*/ 15 h 105"/>
                    <a:gd name="GluePoint21X" fmla="*/ 68 w 128"/>
                    <a:gd name="GluePoint21Y" fmla="*/ 21 h 105"/>
                    <a:gd name="GluePoint22X" fmla="*/ 59 w 128"/>
                    <a:gd name="GluePoint22Y" fmla="*/ 29 h 105"/>
                    <a:gd name="GluePoint23X" fmla="*/ 53 w 128"/>
                    <a:gd name="GluePoint23Y" fmla="*/ 27 h 105"/>
                    <a:gd name="GluePoint24X" fmla="*/ 47 w 128"/>
                    <a:gd name="GluePoint24Y" fmla="*/ 24 h 105"/>
                    <a:gd name="GluePoint25X" fmla="*/ 47 w 128"/>
                    <a:gd name="GluePoint25Y" fmla="*/ 32 h 105"/>
                    <a:gd name="GluePoint26X" fmla="*/ 47 w 128"/>
                    <a:gd name="GluePoint26Y" fmla="*/ 34 h 105"/>
                    <a:gd name="GluePoint27X" fmla="*/ 43 w 128"/>
                    <a:gd name="GluePoint27Y" fmla="*/ 45 h 105"/>
                    <a:gd name="GluePoint28X" fmla="*/ 31 w 128"/>
                    <a:gd name="GluePoint28Y" fmla="*/ 39 h 105"/>
                    <a:gd name="GluePoint29X" fmla="*/ 29 w 128"/>
                    <a:gd name="GluePoint29Y" fmla="*/ 23 h 105"/>
                    <a:gd name="GluePoint30X" fmla="*/ 33 w 128"/>
                    <a:gd name="GluePoint30Y" fmla="*/ 14 h 105"/>
                    <a:gd name="GluePoint31X" fmla="*/ 36 w 128"/>
                    <a:gd name="GluePoint31Y" fmla="*/ 9 h 105"/>
                    <a:gd name="GluePoint32X" fmla="*/ 42 w 128"/>
                    <a:gd name="GluePoint32Y" fmla="*/ 13 h 105"/>
                    <a:gd name="GluePoint33X" fmla="*/ 44 w 128"/>
                    <a:gd name="GluePoint33Y" fmla="*/ 16 h 105"/>
                    <a:gd name="GluePoint34X" fmla="*/ 57 w 128"/>
                    <a:gd name="GluePoint34Y" fmla="*/ 14 h 105"/>
                    <a:gd name="GluePoint35X" fmla="*/ 62 w 128"/>
                    <a:gd name="GluePoint35Y" fmla="*/ 11 h 105"/>
                    <a:gd name="GluePoint36X" fmla="*/ 84 w 128"/>
                    <a:gd name="GluePoint36Y" fmla="*/ 0 h 105"/>
                    <a:gd name="GluePoint37X" fmla="*/ 96 w 128"/>
                    <a:gd name="GluePoint37Y" fmla="*/ 7 h 105"/>
                    <a:gd name="GluePoint38X" fmla="*/ 96 w 128"/>
                    <a:gd name="GluePoint38Y" fmla="*/ 20 h 105"/>
                    <a:gd name="GluePoint39X" fmla="*/ 83 w 128"/>
                    <a:gd name="GluePoint39Y" fmla="*/ 43 h 105"/>
                    <a:gd name="GluePoint40X" fmla="*/ 94 w 128"/>
                    <a:gd name="GluePoint40Y" fmla="*/ 44 h 105"/>
                    <a:gd name="GluePoint41X" fmla="*/ 122 w 128"/>
                    <a:gd name="GluePoint41Y" fmla="*/ 59 h 105"/>
                    <a:gd name="GluePoint42X" fmla="*/ 120 w 128"/>
                    <a:gd name="GluePoint42Y" fmla="*/ 73 h 105"/>
                    <a:gd name="GluePoint43X" fmla="*/ 98 w 128"/>
                    <a:gd name="GluePoint43Y" fmla="*/ 73 h 105"/>
                    <a:gd name="GluePoint44X" fmla="*/ 97 w 128"/>
                    <a:gd name="GluePoint44Y" fmla="*/ 66 h 105"/>
                    <a:gd name="GluePoint45X" fmla="*/ 101 w 128"/>
                    <a:gd name="GluePoint45Y" fmla="*/ 58 h 10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</a:cxnLst>
                  <a:rect l="textAreaLeft" t="textAreaTop" r="textAreaRight" b="textAreaBottom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041" name="Freeform 8"/>
                <p:cNvSpPr/>
                <p:nvPr/>
              </p:nvSpPr>
              <p:spPr>
                <a:xfrm>
                  <a:off x="2065320" y="6504480"/>
                  <a:ext cx="149760" cy="178920"/>
                </a:xfrm>
                <a:custGeom>
                  <a:avLst/>
                  <a:gdLst>
                    <a:gd name="textAreaLeft" fmla="*/ 0 w 149760"/>
                    <a:gd name="textAreaRight" fmla="*/ 150120 w 149760"/>
                    <a:gd name="textAreaTop" fmla="*/ 0 h 178920"/>
                    <a:gd name="textAreaBottom" fmla="*/ 179280 h 178920"/>
                    <a:gd name="GluePoint1X" fmla="*/ 46 w 80"/>
                    <a:gd name="GluePoint1Y" fmla="*/ 29 h 96"/>
                    <a:gd name="GluePoint2X" fmla="*/ 65 w 80"/>
                    <a:gd name="GluePoint2Y" fmla="*/ 29 h 96"/>
                    <a:gd name="GluePoint3X" fmla="*/ 79 w 80"/>
                    <a:gd name="GluePoint3Y" fmla="*/ 41 h 96"/>
                    <a:gd name="GluePoint4X" fmla="*/ 74 w 80"/>
                    <a:gd name="GluePoint4Y" fmla="*/ 43 h 96"/>
                    <a:gd name="GluePoint5X" fmla="*/ 60 w 80"/>
                    <a:gd name="GluePoint5Y" fmla="*/ 43 h 96"/>
                    <a:gd name="GluePoint6X" fmla="*/ 52 w 80"/>
                    <a:gd name="GluePoint6Y" fmla="*/ 50 h 96"/>
                    <a:gd name="GluePoint7X" fmla="*/ 49 w 80"/>
                    <a:gd name="GluePoint7Y" fmla="*/ 87 h 96"/>
                    <a:gd name="GluePoint8X" fmla="*/ 37 w 80"/>
                    <a:gd name="GluePoint8Y" fmla="*/ 95 h 96"/>
                    <a:gd name="GluePoint9X" fmla="*/ 21 w 80"/>
                    <a:gd name="GluePoint9Y" fmla="*/ 68 h 96"/>
                    <a:gd name="GluePoint10X" fmla="*/ 22 w 80"/>
                    <a:gd name="GluePoint10Y" fmla="*/ 62 h 96"/>
                    <a:gd name="GluePoint11X" fmla="*/ 30 w 80"/>
                    <a:gd name="GluePoint11Y" fmla="*/ 72 h 96"/>
                    <a:gd name="GluePoint12X" fmla="*/ 40 w 80"/>
                    <a:gd name="GluePoint12Y" fmla="*/ 70 h 96"/>
                    <a:gd name="GluePoint13X" fmla="*/ 43 w 80"/>
                    <a:gd name="GluePoint13Y" fmla="*/ 46 h 96"/>
                    <a:gd name="GluePoint14X" fmla="*/ 24 w 80"/>
                    <a:gd name="GluePoint14Y" fmla="*/ 52 h 96"/>
                    <a:gd name="GluePoint15X" fmla="*/ 19 w 80"/>
                    <a:gd name="GluePoint15Y" fmla="*/ 54 h 96"/>
                    <a:gd name="GluePoint16X" fmla="*/ 6 w 80"/>
                    <a:gd name="GluePoint16Y" fmla="*/ 54 h 96"/>
                    <a:gd name="GluePoint17X" fmla="*/ 2 w 80"/>
                    <a:gd name="GluePoint17Y" fmla="*/ 40 h 96"/>
                    <a:gd name="GluePoint18X" fmla="*/ 6 w 80"/>
                    <a:gd name="GluePoint18Y" fmla="*/ 37 h 96"/>
                    <a:gd name="GluePoint19X" fmla="*/ 28 w 80"/>
                    <a:gd name="GluePoint19Y" fmla="*/ 33 h 96"/>
                    <a:gd name="GluePoint20X" fmla="*/ 33 w 80"/>
                    <a:gd name="GluePoint20Y" fmla="*/ 32 h 96"/>
                    <a:gd name="GluePoint21X" fmla="*/ 36 w 80"/>
                    <a:gd name="GluePoint21Y" fmla="*/ 22 h 96"/>
                    <a:gd name="GluePoint22X" fmla="*/ 46 w 80"/>
                    <a:gd name="GluePoint22Y" fmla="*/ 12 h 96"/>
                    <a:gd name="GluePoint23X" fmla="*/ 45 w 80"/>
                    <a:gd name="GluePoint23Y" fmla="*/ 10 h 96"/>
                    <a:gd name="GluePoint24X" fmla="*/ 26 w 80"/>
                    <a:gd name="GluePoint24Y" fmla="*/ 17 h 96"/>
                    <a:gd name="GluePoint25X" fmla="*/ 15 w 80"/>
                    <a:gd name="GluePoint25Y" fmla="*/ 24 h 96"/>
                    <a:gd name="GluePoint26X" fmla="*/ 5 w 80"/>
                    <a:gd name="GluePoint26Y" fmla="*/ 22 h 96"/>
                    <a:gd name="GluePoint27X" fmla="*/ 1 w 80"/>
                    <a:gd name="GluePoint27Y" fmla="*/ 17 h 96"/>
                    <a:gd name="GluePoint28X" fmla="*/ 36 w 80"/>
                    <a:gd name="GluePoint28Y" fmla="*/ 2 h 96"/>
                    <a:gd name="GluePoint29X" fmla="*/ 55 w 80"/>
                    <a:gd name="GluePoint29Y" fmla="*/ 0 h 96"/>
                    <a:gd name="GluePoint30X" fmla="*/ 61 w 80"/>
                    <a:gd name="GluePoint30Y" fmla="*/ 6 h 96"/>
                    <a:gd name="GluePoint31X" fmla="*/ 59 w 80"/>
                    <a:gd name="GluePoint31Y" fmla="*/ 13 h 96"/>
                    <a:gd name="GluePoint32X" fmla="*/ 46 w 80"/>
                    <a:gd name="GluePoint32Y" fmla="*/ 29 h 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</a:cxnLst>
                  <a:rect l="textAreaLeft" t="textAreaTop" r="textAreaRight" b="textAreaBottom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1042" name="组合 51"/>
              <p:cNvGrpSpPr/>
              <p:nvPr/>
            </p:nvGrpSpPr>
            <p:grpSpPr>
              <a:xfrm>
                <a:off x="2349720" y="6467040"/>
                <a:ext cx="145440" cy="155520"/>
                <a:chOff x="2349720" y="6467040"/>
                <a:chExt cx="145440" cy="155520"/>
              </a:xfrm>
            </p:grpSpPr>
            <p:sp>
              <p:nvSpPr>
                <p:cNvPr id="1043" name="Freeform 15"/>
                <p:cNvSpPr/>
                <p:nvPr/>
              </p:nvSpPr>
              <p:spPr>
                <a:xfrm>
                  <a:off x="2349720" y="6501600"/>
                  <a:ext cx="66960" cy="10764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107640"/>
                    <a:gd name="textAreaBottom" fmla="*/ 108000 h 107640"/>
                    <a:gd name="GluePoint1X" fmla="*/ 16 w 39"/>
                    <a:gd name="GluePoint1Y" fmla="*/ 29 h 58"/>
                    <a:gd name="GluePoint2X" fmla="*/ 27 w 39"/>
                    <a:gd name="GluePoint2Y" fmla="*/ 7 h 58"/>
                    <a:gd name="GluePoint3X" fmla="*/ 31 w 39"/>
                    <a:gd name="GluePoint3Y" fmla="*/ 1 h 58"/>
                    <a:gd name="GluePoint4X" fmla="*/ 34 w 39"/>
                    <a:gd name="GluePoint4Y" fmla="*/ 6 h 58"/>
                    <a:gd name="GluePoint5X" fmla="*/ 35 w 39"/>
                    <a:gd name="GluePoint5Y" fmla="*/ 26 h 58"/>
                    <a:gd name="GluePoint6X" fmla="*/ 20 w 39"/>
                    <a:gd name="GluePoint6Y" fmla="*/ 52 h 58"/>
                    <a:gd name="GluePoint7X" fmla="*/ 9 w 39"/>
                    <a:gd name="GluePoint7Y" fmla="*/ 57 h 58"/>
                    <a:gd name="GluePoint8X" fmla="*/ 1 w 39"/>
                    <a:gd name="GluePoint8Y" fmla="*/ 43 h 58"/>
                    <a:gd name="GluePoint9X" fmla="*/ 4 w 39"/>
                    <a:gd name="GluePoint9Y" fmla="*/ 6 h 58"/>
                    <a:gd name="GluePoint10X" fmla="*/ 8 w 39"/>
                    <a:gd name="GluePoint10Y" fmla="*/ 0 h 58"/>
                    <a:gd name="GluePoint11X" fmla="*/ 15 w 39"/>
                    <a:gd name="GluePoint11Y" fmla="*/ 6 h 58"/>
                    <a:gd name="GluePoint12X" fmla="*/ 14 w 39"/>
                    <a:gd name="GluePoint12Y" fmla="*/ 20 h 58"/>
                    <a:gd name="GluePoint13X" fmla="*/ 14 w 39"/>
                    <a:gd name="GluePoint13Y" fmla="*/ 28 h 58"/>
                    <a:gd name="GluePoint14X" fmla="*/ 16 w 39"/>
                    <a:gd name="GluePoint14Y" fmla="*/ 29 h 5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76320" rIns="7632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044" name="Freeform 16"/>
                <p:cNvSpPr/>
                <p:nvPr/>
              </p:nvSpPr>
              <p:spPr>
                <a:xfrm>
                  <a:off x="2422080" y="6470640"/>
                  <a:ext cx="73080" cy="151920"/>
                </a:xfrm>
                <a:custGeom>
                  <a:avLst/>
                  <a:gdLst>
                    <a:gd name="textAreaLeft" fmla="*/ 0 w 73080"/>
                    <a:gd name="textAreaRight" fmla="*/ 73440 w 73080"/>
                    <a:gd name="textAreaTop" fmla="*/ 0 h 151920"/>
                    <a:gd name="textAreaBottom" fmla="*/ 152280 h 151920"/>
                    <a:gd name="GluePoint1X" fmla="*/ 9 w 47"/>
                    <a:gd name="GluePoint1Y" fmla="*/ 73 h 88"/>
                    <a:gd name="GluePoint2X" fmla="*/ 3 w 47"/>
                    <a:gd name="GluePoint2Y" fmla="*/ 67 h 88"/>
                    <a:gd name="GluePoint3X" fmla="*/ 3 w 47"/>
                    <a:gd name="GluePoint3Y" fmla="*/ 57 h 88"/>
                    <a:gd name="GluePoint4X" fmla="*/ 20 w 47"/>
                    <a:gd name="GluePoint4Y" fmla="*/ 38 h 88"/>
                    <a:gd name="GluePoint5X" fmla="*/ 33 w 47"/>
                    <a:gd name="GluePoint5Y" fmla="*/ 20 h 88"/>
                    <a:gd name="GluePoint6X" fmla="*/ 33 w 47"/>
                    <a:gd name="GluePoint6Y" fmla="*/ 4 h 88"/>
                    <a:gd name="GluePoint7X" fmla="*/ 32 w 47"/>
                    <a:gd name="GluePoint7Y" fmla="*/ 1 h 88"/>
                    <a:gd name="GluePoint8X" fmla="*/ 33 w 47"/>
                    <a:gd name="GluePoint8Y" fmla="*/ 0 h 88"/>
                    <a:gd name="GluePoint9X" fmla="*/ 41 w 47"/>
                    <a:gd name="GluePoint9Y" fmla="*/ 6 h 88"/>
                    <a:gd name="GluePoint10X" fmla="*/ 43 w 47"/>
                    <a:gd name="GluePoint10Y" fmla="*/ 26 h 88"/>
                    <a:gd name="GluePoint11X" fmla="*/ 29 w 47"/>
                    <a:gd name="GluePoint11Y" fmla="*/ 48 h 88"/>
                    <a:gd name="GluePoint12X" fmla="*/ 30 w 47"/>
                    <a:gd name="GluePoint12Y" fmla="*/ 52 h 88"/>
                    <a:gd name="GluePoint13X" fmla="*/ 40 w 47"/>
                    <a:gd name="GluePoint13Y" fmla="*/ 73 h 88"/>
                    <a:gd name="GluePoint14X" fmla="*/ 41 w 47"/>
                    <a:gd name="GluePoint14Y" fmla="*/ 84 h 88"/>
                    <a:gd name="GluePoint15X" fmla="*/ 37 w 47"/>
                    <a:gd name="GluePoint15Y" fmla="*/ 86 h 88"/>
                    <a:gd name="GluePoint16X" fmla="*/ 31 w 47"/>
                    <a:gd name="GluePoint16Y" fmla="*/ 75 h 88"/>
                    <a:gd name="GluePoint17X" fmla="*/ 28 w 47"/>
                    <a:gd name="GluePoint17Y" fmla="*/ 60 h 88"/>
                    <a:gd name="GluePoint18X" fmla="*/ 22 w 47"/>
                    <a:gd name="GluePoint18Y" fmla="*/ 59 h 88"/>
                    <a:gd name="GluePoint19X" fmla="*/ 9 w 47"/>
                    <a:gd name="GluePoint19Y" fmla="*/ 73 h 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</a:cxnLst>
                  <a:rect l="textAreaLeft" t="textAreaTop" r="textAreaRight" b="textAreaBottom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83160" rIns="8316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045" name="Freeform 17"/>
                <p:cNvSpPr/>
                <p:nvPr/>
              </p:nvSpPr>
              <p:spPr>
                <a:xfrm>
                  <a:off x="2387880" y="6467040"/>
                  <a:ext cx="47880" cy="27720"/>
                </a:xfrm>
                <a:custGeom>
                  <a:avLst/>
                  <a:gdLst>
                    <a:gd name="textAreaLeft" fmla="*/ 0 w 47880"/>
                    <a:gd name="textAreaRight" fmla="*/ 48240 w 47880"/>
                    <a:gd name="textAreaTop" fmla="*/ 0 h 27720"/>
                    <a:gd name="textAreaBottom" fmla="*/ 28080 h 27720"/>
                    <a:gd name="GluePoint1X" fmla="*/ 0 w 26"/>
                    <a:gd name="GluePoint1Y" fmla="*/ 0 h 19"/>
                    <a:gd name="GluePoint2X" fmla="*/ 20 w 26"/>
                    <a:gd name="GluePoint2Y" fmla="*/ 1 h 19"/>
                    <a:gd name="GluePoint3X" fmla="*/ 23 w 26"/>
                    <a:gd name="GluePoint3Y" fmla="*/ 12 h 19"/>
                    <a:gd name="GluePoint4X" fmla="*/ 12 w 26"/>
                    <a:gd name="GluePoint4Y" fmla="*/ 18 h 19"/>
                    <a:gd name="GluePoint5X" fmla="*/ 3 w 26"/>
                    <a:gd name="GluePoint5Y" fmla="*/ 11 h 19"/>
                    <a:gd name="GluePoint6X" fmla="*/ 0 w 26"/>
                    <a:gd name="GluePoint6Y" fmla="*/ 0 h 1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4720" tIns="14040" rIns="54720" bIns="140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  <p:grpSp>
          <p:nvGrpSpPr>
            <p:cNvPr id="1046" name="组合 34"/>
            <p:cNvGrpSpPr/>
            <p:nvPr/>
          </p:nvGrpSpPr>
          <p:grpSpPr>
            <a:xfrm>
              <a:off x="587160" y="6381720"/>
              <a:ext cx="1100160" cy="304560"/>
              <a:chOff x="587160" y="6381720"/>
              <a:chExt cx="1100160" cy="304560"/>
            </a:xfrm>
          </p:grpSpPr>
          <p:grpSp>
            <p:nvGrpSpPr>
              <p:cNvPr id="1047" name="组合 35"/>
              <p:cNvGrpSpPr/>
              <p:nvPr/>
            </p:nvGrpSpPr>
            <p:grpSpPr>
              <a:xfrm>
                <a:off x="1171800" y="6431400"/>
                <a:ext cx="212760" cy="223560"/>
                <a:chOff x="1171800" y="6431400"/>
                <a:chExt cx="212760" cy="223560"/>
              </a:xfrm>
            </p:grpSpPr>
            <p:sp>
              <p:nvSpPr>
                <p:cNvPr id="1048" name="Freeform 9"/>
                <p:cNvSpPr/>
                <p:nvPr/>
              </p:nvSpPr>
              <p:spPr>
                <a:xfrm>
                  <a:off x="1171800" y="6447960"/>
                  <a:ext cx="110520" cy="187920"/>
                </a:xfrm>
                <a:custGeom>
                  <a:avLst/>
                  <a:gdLst>
                    <a:gd name="textAreaLeft" fmla="*/ 0 w 110520"/>
                    <a:gd name="textAreaRight" fmla="*/ 110880 w 110520"/>
                    <a:gd name="textAreaTop" fmla="*/ 0 h 187920"/>
                    <a:gd name="textAreaBottom" fmla="*/ 188280 h 187920"/>
                    <a:gd name="GluePoint1X" fmla="*/ 39 w 59"/>
                    <a:gd name="GluePoint1Y" fmla="*/ 78 h 101"/>
                    <a:gd name="GluePoint2X" fmla="*/ 17 w 59"/>
                    <a:gd name="GluePoint2Y" fmla="*/ 94 h 101"/>
                    <a:gd name="GluePoint3X" fmla="*/ 8 w 59"/>
                    <a:gd name="GluePoint3Y" fmla="*/ 94 h 101"/>
                    <a:gd name="GluePoint4X" fmla="*/ 0 w 59"/>
                    <a:gd name="GluePoint4Y" fmla="*/ 79 h 101"/>
                    <a:gd name="GluePoint5X" fmla="*/ 17 w 59"/>
                    <a:gd name="GluePoint5Y" fmla="*/ 73 h 101"/>
                    <a:gd name="GluePoint6X" fmla="*/ 10 w 59"/>
                    <a:gd name="GluePoint6Y" fmla="*/ 68 h 101"/>
                    <a:gd name="GluePoint7X" fmla="*/ 8 w 59"/>
                    <a:gd name="GluePoint7Y" fmla="*/ 60 h 101"/>
                    <a:gd name="GluePoint8X" fmla="*/ 18 w 59"/>
                    <a:gd name="GluePoint8Y" fmla="*/ 23 h 101"/>
                    <a:gd name="GluePoint9X" fmla="*/ 26 w 59"/>
                    <a:gd name="GluePoint9Y" fmla="*/ 17 h 101"/>
                    <a:gd name="GluePoint10X" fmla="*/ 36 w 59"/>
                    <a:gd name="GluePoint10Y" fmla="*/ 26 h 101"/>
                    <a:gd name="GluePoint11X" fmla="*/ 36 w 59"/>
                    <a:gd name="GluePoint11Y" fmla="*/ 27 h 101"/>
                    <a:gd name="GluePoint12X" fmla="*/ 43 w 59"/>
                    <a:gd name="GluePoint12Y" fmla="*/ 40 h 101"/>
                    <a:gd name="GluePoint13X" fmla="*/ 42 w 59"/>
                    <a:gd name="GluePoint13Y" fmla="*/ 12 h 101"/>
                    <a:gd name="GluePoint14X" fmla="*/ 21 w 59"/>
                    <a:gd name="GluePoint14Y" fmla="*/ 5 h 101"/>
                    <a:gd name="GluePoint15X" fmla="*/ 44 w 59"/>
                    <a:gd name="GluePoint15Y" fmla="*/ 1 h 101"/>
                    <a:gd name="GluePoint16X" fmla="*/ 57 w 59"/>
                    <a:gd name="GluePoint16Y" fmla="*/ 17 h 101"/>
                    <a:gd name="GluePoint17X" fmla="*/ 56 w 59"/>
                    <a:gd name="GluePoint17Y" fmla="*/ 48 h 101"/>
                    <a:gd name="GluePoint18X" fmla="*/ 57 w 59"/>
                    <a:gd name="GluePoint18Y" fmla="*/ 55 h 101"/>
                    <a:gd name="GluePoint19X" fmla="*/ 55 w 59"/>
                    <a:gd name="GluePoint19Y" fmla="*/ 64 h 101"/>
                    <a:gd name="GluePoint20X" fmla="*/ 54 w 59"/>
                    <a:gd name="GluePoint20Y" fmla="*/ 71 h 101"/>
                    <a:gd name="GluePoint21X" fmla="*/ 52 w 59"/>
                    <a:gd name="GluePoint21Y" fmla="*/ 95 h 101"/>
                    <a:gd name="GluePoint22X" fmla="*/ 49 w 59"/>
                    <a:gd name="GluePoint22Y" fmla="*/ 101 h 101"/>
                    <a:gd name="GluePoint23X" fmla="*/ 43 w 59"/>
                    <a:gd name="GluePoint23Y" fmla="*/ 98 h 101"/>
                    <a:gd name="GluePoint24X" fmla="*/ 38 w 59"/>
                    <a:gd name="GluePoint24Y" fmla="*/ 86 h 101"/>
                    <a:gd name="GluePoint25X" fmla="*/ 39 w 59"/>
                    <a:gd name="GluePoint25Y" fmla="*/ 78 h 101"/>
                    <a:gd name="GluePoint26X" fmla="*/ 42 w 59"/>
                    <a:gd name="GluePoint26Y" fmla="*/ 47 h 101"/>
                    <a:gd name="GluePoint27X" fmla="*/ 32 w 59"/>
                    <a:gd name="GluePoint27Y" fmla="*/ 44 h 101"/>
                    <a:gd name="GluePoint28X" fmla="*/ 29 w 59"/>
                    <a:gd name="GluePoint28Y" fmla="*/ 64 h 101"/>
                    <a:gd name="GluePoint29X" fmla="*/ 42 w 59"/>
                    <a:gd name="GluePoint29Y" fmla="*/ 47 h 10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</a:cxnLst>
                  <a:rect l="textAreaLeft" t="textAreaTop" r="textAreaRight" b="textAreaBottom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049" name="Freeform 10"/>
                <p:cNvSpPr/>
                <p:nvPr/>
              </p:nvSpPr>
              <p:spPr>
                <a:xfrm>
                  <a:off x="1280880" y="6431400"/>
                  <a:ext cx="103680" cy="223560"/>
                </a:xfrm>
                <a:custGeom>
                  <a:avLst/>
                  <a:gdLst>
                    <a:gd name="textAreaLeft" fmla="*/ 0 w 103680"/>
                    <a:gd name="textAreaRight" fmla="*/ 104040 w 103680"/>
                    <a:gd name="textAreaTop" fmla="*/ 0 h 223560"/>
                    <a:gd name="textAreaBottom" fmla="*/ 223920 h 223560"/>
                    <a:gd name="GluePoint1X" fmla="*/ 11 w 55"/>
                    <a:gd name="GluePoint1Y" fmla="*/ 89 h 120"/>
                    <a:gd name="GluePoint2X" fmla="*/ 10 w 55"/>
                    <a:gd name="GluePoint2Y" fmla="*/ 100 h 120"/>
                    <a:gd name="GluePoint3X" fmla="*/ 6 w 55"/>
                    <a:gd name="GluePoint3Y" fmla="*/ 104 h 120"/>
                    <a:gd name="GluePoint4X" fmla="*/ 1 w 55"/>
                    <a:gd name="GluePoint4Y" fmla="*/ 99 h 120"/>
                    <a:gd name="GluePoint5X" fmla="*/ 3 w 55"/>
                    <a:gd name="GluePoint5Y" fmla="*/ 84 h 120"/>
                    <a:gd name="GluePoint6X" fmla="*/ 14 w 55"/>
                    <a:gd name="GluePoint6Y" fmla="*/ 37 h 120"/>
                    <a:gd name="GluePoint7X" fmla="*/ 22 w 55"/>
                    <a:gd name="GluePoint7Y" fmla="*/ 11 h 120"/>
                    <a:gd name="GluePoint8X" fmla="*/ 26 w 55"/>
                    <a:gd name="GluePoint8Y" fmla="*/ 19 h 120"/>
                    <a:gd name="GluePoint9X" fmla="*/ 20 w 55"/>
                    <a:gd name="GluePoint9Y" fmla="*/ 40 h 120"/>
                    <a:gd name="GluePoint10X" fmla="*/ 27 w 55"/>
                    <a:gd name="GluePoint10Y" fmla="*/ 35 h 120"/>
                    <a:gd name="GluePoint11X" fmla="*/ 35 w 55"/>
                    <a:gd name="GluePoint11Y" fmla="*/ 30 h 120"/>
                    <a:gd name="GluePoint12X" fmla="*/ 33 w 55"/>
                    <a:gd name="GluePoint12Y" fmla="*/ 9 h 120"/>
                    <a:gd name="GluePoint13X" fmla="*/ 28 w 55"/>
                    <a:gd name="GluePoint13Y" fmla="*/ 8 h 120"/>
                    <a:gd name="GluePoint14X" fmla="*/ 19 w 55"/>
                    <a:gd name="GluePoint14Y" fmla="*/ 12 h 120"/>
                    <a:gd name="GluePoint15X" fmla="*/ 12 w 55"/>
                    <a:gd name="GluePoint15Y" fmla="*/ 15 h 120"/>
                    <a:gd name="GluePoint16X" fmla="*/ 9 w 55"/>
                    <a:gd name="GluePoint16Y" fmla="*/ 11 h 120"/>
                    <a:gd name="GluePoint17X" fmla="*/ 11 w 55"/>
                    <a:gd name="GluePoint17Y" fmla="*/ 8 h 120"/>
                    <a:gd name="GluePoint18X" fmla="*/ 31 w 55"/>
                    <a:gd name="GluePoint18Y" fmla="*/ 0 h 120"/>
                    <a:gd name="GluePoint19X" fmla="*/ 45 w 55"/>
                    <a:gd name="GluePoint19Y" fmla="*/ 15 h 120"/>
                    <a:gd name="GluePoint20X" fmla="*/ 44 w 55"/>
                    <a:gd name="GluePoint20Y" fmla="*/ 46 h 120"/>
                    <a:gd name="GluePoint21X" fmla="*/ 48 w 55"/>
                    <a:gd name="GluePoint21Y" fmla="*/ 54 h 120"/>
                    <a:gd name="GluePoint22X" fmla="*/ 48 w 55"/>
                    <a:gd name="GluePoint22Y" fmla="*/ 71 h 120"/>
                    <a:gd name="GluePoint23X" fmla="*/ 44 w 55"/>
                    <a:gd name="GluePoint23Y" fmla="*/ 77 h 120"/>
                    <a:gd name="GluePoint24X" fmla="*/ 44 w 55"/>
                    <a:gd name="GluePoint24Y" fmla="*/ 110 h 120"/>
                    <a:gd name="GluePoint25X" fmla="*/ 44 w 55"/>
                    <a:gd name="GluePoint25Y" fmla="*/ 114 h 120"/>
                    <a:gd name="GluePoint26X" fmla="*/ 41 w 55"/>
                    <a:gd name="GluePoint26Y" fmla="*/ 120 h 120"/>
                    <a:gd name="GluePoint27X" fmla="*/ 32 w 55"/>
                    <a:gd name="GluePoint27Y" fmla="*/ 118 h 120"/>
                    <a:gd name="GluePoint28X" fmla="*/ 13 w 55"/>
                    <a:gd name="GluePoint28Y" fmla="*/ 91 h 120"/>
                    <a:gd name="GluePoint29X" fmla="*/ 12 w 55"/>
                    <a:gd name="GluePoint29Y" fmla="*/ 89 h 120"/>
                    <a:gd name="GluePoint30X" fmla="*/ 11 w 55"/>
                    <a:gd name="GluePoint30Y" fmla="*/ 89 h 120"/>
                    <a:gd name="GluePoint31X" fmla="*/ 24 w 55"/>
                    <a:gd name="GluePoint31Y" fmla="*/ 76 h 120"/>
                    <a:gd name="GluePoint32X" fmla="*/ 23 w 55"/>
                    <a:gd name="GluePoint32Y" fmla="*/ 74 h 120"/>
                    <a:gd name="GluePoint33X" fmla="*/ 27 w 55"/>
                    <a:gd name="GluePoint33Y" fmla="*/ 71 h 120"/>
                    <a:gd name="GluePoint34X" fmla="*/ 33 w 55"/>
                    <a:gd name="GluePoint34Y" fmla="*/ 67 h 120"/>
                    <a:gd name="GluePoint35X" fmla="*/ 32 w 55"/>
                    <a:gd name="GluePoint35Y" fmla="*/ 63 h 120"/>
                    <a:gd name="GluePoint36X" fmla="*/ 22 w 55"/>
                    <a:gd name="GluePoint36Y" fmla="*/ 52 h 120"/>
                    <a:gd name="GluePoint37X" fmla="*/ 18 w 55"/>
                    <a:gd name="GluePoint37Y" fmla="*/ 89 h 120"/>
                    <a:gd name="GluePoint38X" fmla="*/ 33 w 55"/>
                    <a:gd name="GluePoint38Y" fmla="*/ 107 h 120"/>
                    <a:gd name="GluePoint39X" fmla="*/ 35 w 55"/>
                    <a:gd name="GluePoint39Y" fmla="*/ 77 h 120"/>
                    <a:gd name="GluePoint40X" fmla="*/ 31 w 55"/>
                    <a:gd name="GluePoint40Y" fmla="*/ 75 h 120"/>
                    <a:gd name="GluePoint41X" fmla="*/ 24 w 55"/>
                    <a:gd name="GluePoint41Y" fmla="*/ 76 h 12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</a:cxnLst>
                  <a:rect l="textAreaLeft" t="textAreaTop" r="textAreaRight" b="textAreaBottom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1050" name="组合 36"/>
              <p:cNvGrpSpPr/>
              <p:nvPr/>
            </p:nvGrpSpPr>
            <p:grpSpPr>
              <a:xfrm>
                <a:off x="587160" y="6381720"/>
                <a:ext cx="241200" cy="304560"/>
                <a:chOff x="587160" y="6381720"/>
                <a:chExt cx="241200" cy="304560"/>
              </a:xfrm>
            </p:grpSpPr>
            <p:sp>
              <p:nvSpPr>
                <p:cNvPr id="1051" name="Freeform 13"/>
                <p:cNvSpPr/>
                <p:nvPr/>
              </p:nvSpPr>
              <p:spPr>
                <a:xfrm>
                  <a:off x="587160" y="6381720"/>
                  <a:ext cx="241200" cy="288000"/>
                </a:xfrm>
                <a:custGeom>
                  <a:avLst/>
                  <a:gdLst>
                    <a:gd name="textAreaLeft" fmla="*/ 0 w 241200"/>
                    <a:gd name="textAreaRight" fmla="*/ 241560 w 241200"/>
                    <a:gd name="textAreaTop" fmla="*/ 0 h 288000"/>
                    <a:gd name="textAreaBottom" fmla="*/ 288360 h 288000"/>
                    <a:gd name="GluePoint1X" fmla="*/ 54 w 128"/>
                    <a:gd name="GluePoint1Y" fmla="*/ 76 h 154"/>
                    <a:gd name="GluePoint2X" fmla="*/ 66 w 128"/>
                    <a:gd name="GluePoint2Y" fmla="*/ 53 h 154"/>
                    <a:gd name="GluePoint3X" fmla="*/ 49 w 128"/>
                    <a:gd name="GluePoint3Y" fmla="*/ 47 h 154"/>
                    <a:gd name="GluePoint4X" fmla="*/ 64 w 128"/>
                    <a:gd name="GluePoint4Y" fmla="*/ 44 h 154"/>
                    <a:gd name="GluePoint5X" fmla="*/ 83 w 128"/>
                    <a:gd name="GluePoint5Y" fmla="*/ 6 h 154"/>
                    <a:gd name="GluePoint6X" fmla="*/ 91 w 128"/>
                    <a:gd name="GluePoint6Y" fmla="*/ 11 h 154"/>
                    <a:gd name="GluePoint7X" fmla="*/ 96 w 128"/>
                    <a:gd name="GluePoint7Y" fmla="*/ 36 h 154"/>
                    <a:gd name="GluePoint8X" fmla="*/ 106 w 128"/>
                    <a:gd name="GluePoint8Y" fmla="*/ 41 h 154"/>
                    <a:gd name="GluePoint9X" fmla="*/ 82 w 128"/>
                    <a:gd name="GluePoint9Y" fmla="*/ 50 h 154"/>
                    <a:gd name="GluePoint10X" fmla="*/ 71 w 128"/>
                    <a:gd name="GluePoint10Y" fmla="*/ 65 h 154"/>
                    <a:gd name="GluePoint11X" fmla="*/ 110 w 128"/>
                    <a:gd name="GluePoint11Y" fmla="*/ 74 h 154"/>
                    <a:gd name="GluePoint12X" fmla="*/ 101 w 128"/>
                    <a:gd name="GluePoint12Y" fmla="*/ 87 h 154"/>
                    <a:gd name="GluePoint13X" fmla="*/ 111 w 128"/>
                    <a:gd name="GluePoint13Y" fmla="*/ 98 h 154"/>
                    <a:gd name="GluePoint14X" fmla="*/ 92 w 128"/>
                    <a:gd name="GluePoint14Y" fmla="*/ 104 h 154"/>
                    <a:gd name="GluePoint15X" fmla="*/ 86 w 128"/>
                    <a:gd name="GluePoint15Y" fmla="*/ 116 h 154"/>
                    <a:gd name="GluePoint16X" fmla="*/ 124 w 128"/>
                    <a:gd name="GluePoint16Y" fmla="*/ 112 h 154"/>
                    <a:gd name="GluePoint17X" fmla="*/ 120 w 128"/>
                    <a:gd name="GluePoint17Y" fmla="*/ 122 h 154"/>
                    <a:gd name="GluePoint18X" fmla="*/ 111 w 128"/>
                    <a:gd name="GluePoint18Y" fmla="*/ 144 h 154"/>
                    <a:gd name="GluePoint19X" fmla="*/ 105 w 128"/>
                    <a:gd name="GluePoint19Y" fmla="*/ 153 h 154"/>
                    <a:gd name="GluePoint20X" fmla="*/ 55 w 128"/>
                    <a:gd name="GluePoint20Y" fmla="*/ 129 h 154"/>
                    <a:gd name="GluePoint21X" fmla="*/ 53 w 128"/>
                    <a:gd name="GluePoint21Y" fmla="*/ 121 h 154"/>
                    <a:gd name="GluePoint22X" fmla="*/ 61 w 128"/>
                    <a:gd name="GluePoint22Y" fmla="*/ 125 h 154"/>
                    <a:gd name="GluePoint23X" fmla="*/ 94 w 128"/>
                    <a:gd name="GluePoint23Y" fmla="*/ 140 h 154"/>
                    <a:gd name="GluePoint24X" fmla="*/ 85 w 128"/>
                    <a:gd name="GluePoint24Y" fmla="*/ 127 h 154"/>
                    <a:gd name="GluePoint25X" fmla="*/ 71 w 128"/>
                    <a:gd name="GluePoint25Y" fmla="*/ 108 h 154"/>
                    <a:gd name="GluePoint26X" fmla="*/ 52 w 128"/>
                    <a:gd name="GluePoint26Y" fmla="*/ 113 h 154"/>
                    <a:gd name="GluePoint27X" fmla="*/ 38 w 128"/>
                    <a:gd name="GluePoint27Y" fmla="*/ 97 h 154"/>
                    <a:gd name="GluePoint28X" fmla="*/ 51 w 128"/>
                    <a:gd name="GluePoint28Y" fmla="*/ 97 h 154"/>
                    <a:gd name="GluePoint29X" fmla="*/ 34 w 128"/>
                    <a:gd name="GluePoint29Y" fmla="*/ 93 h 154"/>
                    <a:gd name="GluePoint30X" fmla="*/ 35 w 128"/>
                    <a:gd name="GluePoint30Y" fmla="*/ 105 h 154"/>
                    <a:gd name="GluePoint31X" fmla="*/ 26 w 128"/>
                    <a:gd name="GluePoint31Y" fmla="*/ 154 h 154"/>
                    <a:gd name="GluePoint32X" fmla="*/ 20 w 128"/>
                    <a:gd name="GluePoint32Y" fmla="*/ 118 h 154"/>
                    <a:gd name="GluePoint33X" fmla="*/ 0 w 128"/>
                    <a:gd name="GluePoint33Y" fmla="*/ 103 h 154"/>
                    <a:gd name="GluePoint34X" fmla="*/ 19 w 128"/>
                    <a:gd name="GluePoint34Y" fmla="*/ 72 h 154"/>
                    <a:gd name="GluePoint35X" fmla="*/ 25 w 128"/>
                    <a:gd name="GluePoint35Y" fmla="*/ 51 h 154"/>
                    <a:gd name="GluePoint36X" fmla="*/ 39 w 128"/>
                    <a:gd name="GluePoint36Y" fmla="*/ 14 h 154"/>
                    <a:gd name="GluePoint37X" fmla="*/ 51 w 128"/>
                    <a:gd name="GluePoint37Y" fmla="*/ 24 h 154"/>
                    <a:gd name="GluePoint38X" fmla="*/ 39 w 128"/>
                    <a:gd name="GluePoint38Y" fmla="*/ 44 h 154"/>
                    <a:gd name="GluePoint39X" fmla="*/ 48 w 128"/>
                    <a:gd name="GluePoint39Y" fmla="*/ 73 h 154"/>
                    <a:gd name="GluePoint40X" fmla="*/ 81 w 128"/>
                    <a:gd name="GluePoint40Y" fmla="*/ 90 h 154"/>
                    <a:gd name="GluePoint41X" fmla="*/ 92 w 128"/>
                    <a:gd name="GluePoint41Y" fmla="*/ 71 h 154"/>
                    <a:gd name="GluePoint42X" fmla="*/ 81 w 128"/>
                    <a:gd name="GluePoint42Y" fmla="*/ 80 h 154"/>
                    <a:gd name="GluePoint43X" fmla="*/ 76 w 128"/>
                    <a:gd name="GluePoint43Y" fmla="*/ 73 h 154"/>
                    <a:gd name="GluePoint44X" fmla="*/ 67 w 128"/>
                    <a:gd name="GluePoint44Y" fmla="*/ 79 h 154"/>
                    <a:gd name="GluePoint45X" fmla="*/ 76 w 128"/>
                    <a:gd name="GluePoint45Y" fmla="*/ 73 h 154"/>
                    <a:gd name="GluePoint46X" fmla="*/ 56 w 128"/>
                    <a:gd name="GluePoint46Y" fmla="*/ 88 h 154"/>
                    <a:gd name="GluePoint47X" fmla="*/ 63 w 128"/>
                    <a:gd name="GluePoint47Y" fmla="*/ 81 h 154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</a:cxnLst>
                  <a:rect l="textAreaLeft" t="textAreaTop" r="textAreaRight" b="textAreaBottom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052" name="Freeform 14"/>
                <p:cNvSpPr/>
                <p:nvPr/>
              </p:nvSpPr>
              <p:spPr>
                <a:xfrm>
                  <a:off x="653760" y="6606360"/>
                  <a:ext cx="29520" cy="79920"/>
                </a:xfrm>
                <a:custGeom>
                  <a:avLst/>
                  <a:gdLst>
                    <a:gd name="textAreaLeft" fmla="*/ 0 w 29520"/>
                    <a:gd name="textAreaRight" fmla="*/ 29880 w 29520"/>
                    <a:gd name="textAreaTop" fmla="*/ 0 h 79920"/>
                    <a:gd name="textAreaBottom" fmla="*/ 80280 h 79920"/>
                    <a:gd name="GluePoint1X" fmla="*/ 9 w 16"/>
                    <a:gd name="GluePoint1Y" fmla="*/ 0 h 43"/>
                    <a:gd name="GluePoint2X" fmla="*/ 15 w 16"/>
                    <a:gd name="GluePoint2Y" fmla="*/ 11 h 43"/>
                    <a:gd name="GluePoint3X" fmla="*/ 9 w 16"/>
                    <a:gd name="GluePoint3Y" fmla="*/ 43 h 43"/>
                    <a:gd name="GluePoint4X" fmla="*/ 2 w 16"/>
                    <a:gd name="GluePoint4Y" fmla="*/ 39 h 43"/>
                    <a:gd name="GluePoint5X" fmla="*/ 0 w 16"/>
                    <a:gd name="GluePoint5Y" fmla="*/ 35 h 43"/>
                    <a:gd name="GluePoint6X" fmla="*/ 9 w 16"/>
                    <a:gd name="GluePoint6Y" fmla="*/ 0 h 4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34200" tIns="39960" rIns="34200" bIns="3996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1053" name="组合 37"/>
              <p:cNvGrpSpPr/>
              <p:nvPr/>
            </p:nvGrpSpPr>
            <p:grpSpPr>
              <a:xfrm>
                <a:off x="914400" y="6468840"/>
                <a:ext cx="161640" cy="139320"/>
                <a:chOff x="914400" y="6468840"/>
                <a:chExt cx="161640" cy="139320"/>
              </a:xfrm>
            </p:grpSpPr>
            <p:sp>
              <p:nvSpPr>
                <p:cNvPr id="1054" name="Freeform 18"/>
                <p:cNvSpPr/>
                <p:nvPr/>
              </p:nvSpPr>
              <p:spPr>
                <a:xfrm>
                  <a:off x="968760" y="6468840"/>
                  <a:ext cx="107280" cy="139320"/>
                </a:xfrm>
                <a:custGeom>
                  <a:avLst/>
                  <a:gdLst>
                    <a:gd name="textAreaLeft" fmla="*/ 0 w 107280"/>
                    <a:gd name="textAreaRight" fmla="*/ 107640 w 107280"/>
                    <a:gd name="textAreaTop" fmla="*/ 0 h 139320"/>
                    <a:gd name="textAreaBottom" fmla="*/ 139680 h 139320"/>
                    <a:gd name="GluePoint1X" fmla="*/ 49 w 57"/>
                    <a:gd name="GluePoint1Y" fmla="*/ 74 h 75"/>
                    <a:gd name="GluePoint2X" fmla="*/ 40 w 57"/>
                    <a:gd name="GluePoint2Y" fmla="*/ 67 h 75"/>
                    <a:gd name="GluePoint3X" fmla="*/ 33 w 57"/>
                    <a:gd name="GluePoint3Y" fmla="*/ 48 h 75"/>
                    <a:gd name="GluePoint4X" fmla="*/ 27 w 57"/>
                    <a:gd name="GluePoint4Y" fmla="*/ 46 h 75"/>
                    <a:gd name="GluePoint5X" fmla="*/ 11 w 57"/>
                    <a:gd name="GluePoint5Y" fmla="*/ 60 h 75"/>
                    <a:gd name="GluePoint6X" fmla="*/ 5 w 57"/>
                    <a:gd name="GluePoint6Y" fmla="*/ 60 h 75"/>
                    <a:gd name="GluePoint7X" fmla="*/ 6 w 57"/>
                    <a:gd name="GluePoint7Y" fmla="*/ 46 h 75"/>
                    <a:gd name="GluePoint8X" fmla="*/ 27 w 57"/>
                    <a:gd name="GluePoint8Y" fmla="*/ 26 h 75"/>
                    <a:gd name="GluePoint9X" fmla="*/ 40 w 57"/>
                    <a:gd name="GluePoint9Y" fmla="*/ 10 h 75"/>
                    <a:gd name="GluePoint10X" fmla="*/ 41 w 57"/>
                    <a:gd name="GluePoint10Y" fmla="*/ 6 h 75"/>
                    <a:gd name="GluePoint11X" fmla="*/ 45 w 57"/>
                    <a:gd name="GluePoint11Y" fmla="*/ 0 h 75"/>
                    <a:gd name="GluePoint12X" fmla="*/ 53 w 57"/>
                    <a:gd name="GluePoint12Y" fmla="*/ 3 h 75"/>
                    <a:gd name="GluePoint13X" fmla="*/ 53 w 57"/>
                    <a:gd name="GluePoint13Y" fmla="*/ 20 h 75"/>
                    <a:gd name="GluePoint14X" fmla="*/ 37 w 57"/>
                    <a:gd name="GluePoint14Y" fmla="*/ 38 h 75"/>
                    <a:gd name="GluePoint15X" fmla="*/ 49 w 57"/>
                    <a:gd name="GluePoint15Y" fmla="*/ 74 h 7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055" name="Freeform 19"/>
                <p:cNvSpPr/>
                <p:nvPr/>
              </p:nvSpPr>
              <p:spPr>
                <a:xfrm>
                  <a:off x="914400" y="6503760"/>
                  <a:ext cx="54000" cy="102960"/>
                </a:xfrm>
                <a:custGeom>
                  <a:avLst/>
                  <a:gdLst>
                    <a:gd name="textAreaLeft" fmla="*/ 0 w 54000"/>
                    <a:gd name="textAreaRight" fmla="*/ 54360 w 54000"/>
                    <a:gd name="textAreaTop" fmla="*/ 0 h 102960"/>
                    <a:gd name="textAreaBottom" fmla="*/ 103320 h 102960"/>
                    <a:gd name="GluePoint1X" fmla="*/ 12 w 29"/>
                    <a:gd name="GluePoint1Y" fmla="*/ 30 h 55"/>
                    <a:gd name="GluePoint2X" fmla="*/ 20 w 29"/>
                    <a:gd name="GluePoint2Y" fmla="*/ 7 h 55"/>
                    <a:gd name="GluePoint3X" fmla="*/ 25 w 29"/>
                    <a:gd name="GluePoint3Y" fmla="*/ 1 h 55"/>
                    <a:gd name="GluePoint4X" fmla="*/ 26 w 29"/>
                    <a:gd name="GluePoint4Y" fmla="*/ 9 h 55"/>
                    <a:gd name="GluePoint5X" fmla="*/ 16 w 29"/>
                    <a:gd name="GluePoint5Y" fmla="*/ 39 h 55"/>
                    <a:gd name="GluePoint6X" fmla="*/ 13 w 29"/>
                    <a:gd name="GluePoint6Y" fmla="*/ 52 h 55"/>
                    <a:gd name="GluePoint7X" fmla="*/ 7 w 29"/>
                    <a:gd name="GluePoint7Y" fmla="*/ 54 h 55"/>
                    <a:gd name="GluePoint8X" fmla="*/ 2 w 29"/>
                    <a:gd name="GluePoint8Y" fmla="*/ 41 h 55"/>
                    <a:gd name="GluePoint9X" fmla="*/ 3 w 29"/>
                    <a:gd name="GluePoint9Y" fmla="*/ 32 h 55"/>
                    <a:gd name="GluePoint10X" fmla="*/ 2 w 29"/>
                    <a:gd name="GluePoint10Y" fmla="*/ 6 h 55"/>
                    <a:gd name="GluePoint11X" fmla="*/ 6 w 29"/>
                    <a:gd name="GluePoint11Y" fmla="*/ 5 h 55"/>
                    <a:gd name="GluePoint12X" fmla="*/ 10 w 29"/>
                    <a:gd name="GluePoint12Y" fmla="*/ 14 h 55"/>
                    <a:gd name="GluePoint13X" fmla="*/ 11 w 29"/>
                    <a:gd name="GluePoint13Y" fmla="*/ 30 h 55"/>
                    <a:gd name="GluePoint14X" fmla="*/ 12 w 29"/>
                    <a:gd name="GluePoint14Y" fmla="*/ 30 h 5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61920" rIns="6192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056" name="Freeform 20"/>
                <p:cNvSpPr/>
                <p:nvPr/>
              </p:nvSpPr>
              <p:spPr>
                <a:xfrm>
                  <a:off x="946440" y="6470280"/>
                  <a:ext cx="50040" cy="31680"/>
                </a:xfrm>
                <a:custGeom>
                  <a:avLst/>
                  <a:gdLst>
                    <a:gd name="textAreaLeft" fmla="*/ 0 w 50040"/>
                    <a:gd name="textAreaRight" fmla="*/ 50400 w 50040"/>
                    <a:gd name="textAreaTop" fmla="*/ 0 h 31680"/>
                    <a:gd name="textAreaBottom" fmla="*/ 32040 h 31680"/>
                    <a:gd name="GluePoint1X" fmla="*/ 27 w 27"/>
                    <a:gd name="GluePoint1Y" fmla="*/ 1 h 17"/>
                    <a:gd name="GluePoint2X" fmla="*/ 16 w 27"/>
                    <a:gd name="GluePoint2Y" fmla="*/ 14 h 17"/>
                    <a:gd name="GluePoint3X" fmla="*/ 5 w 27"/>
                    <a:gd name="GluePoint3Y" fmla="*/ 13 h 17"/>
                    <a:gd name="GluePoint4X" fmla="*/ 0 w 27"/>
                    <a:gd name="GluePoint4Y" fmla="*/ 4 h 17"/>
                    <a:gd name="GluePoint5X" fmla="*/ 9 w 27"/>
                    <a:gd name="GluePoint5Y" fmla="*/ 2 h 17"/>
                    <a:gd name="GluePoint6X" fmla="*/ 27 w 27"/>
                    <a:gd name="GluePoint6Y" fmla="*/ 0 h 17"/>
                    <a:gd name="GluePoint7X" fmla="*/ 27 w 27"/>
                    <a:gd name="GluePoint7Y" fmla="*/ 1 h 1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</a:cxnLst>
                  <a:rect l="textAreaLeft" t="textAreaTop" r="textAreaRight" b="textAreaBottom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7240" tIns="15840" rIns="57240" bIns="158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1057" name="组合 38"/>
              <p:cNvGrpSpPr/>
              <p:nvPr/>
            </p:nvGrpSpPr>
            <p:grpSpPr>
              <a:xfrm>
                <a:off x="1501920" y="6443640"/>
                <a:ext cx="185400" cy="184680"/>
                <a:chOff x="1501920" y="6443640"/>
                <a:chExt cx="185400" cy="184680"/>
              </a:xfrm>
            </p:grpSpPr>
            <p:sp>
              <p:nvSpPr>
                <p:cNvPr id="1058" name="Freeform 11"/>
                <p:cNvSpPr/>
                <p:nvPr/>
              </p:nvSpPr>
              <p:spPr>
                <a:xfrm>
                  <a:off x="1557720" y="6443640"/>
                  <a:ext cx="129600" cy="181440"/>
                </a:xfrm>
                <a:custGeom>
                  <a:avLst/>
                  <a:gdLst>
                    <a:gd name="textAreaLeft" fmla="*/ 0 w 129600"/>
                    <a:gd name="textAreaRight" fmla="*/ 129960 w 129600"/>
                    <a:gd name="textAreaTop" fmla="*/ 0 h 181440"/>
                    <a:gd name="textAreaBottom" fmla="*/ 181800 h 181440"/>
                    <a:gd name="GluePoint1X" fmla="*/ 29 w 72"/>
                    <a:gd name="GluePoint1Y" fmla="*/ 49 h 102"/>
                    <a:gd name="GluePoint2X" fmla="*/ 15 w 72"/>
                    <a:gd name="GluePoint2Y" fmla="*/ 43 h 102"/>
                    <a:gd name="GluePoint3X" fmla="*/ 10 w 72"/>
                    <a:gd name="GluePoint3Y" fmla="*/ 21 h 102"/>
                    <a:gd name="GluePoint4X" fmla="*/ 13 w 72"/>
                    <a:gd name="GluePoint4Y" fmla="*/ 15 h 102"/>
                    <a:gd name="GluePoint5X" fmla="*/ 19 w 72"/>
                    <a:gd name="GluePoint5Y" fmla="*/ 18 h 102"/>
                    <a:gd name="GluePoint6X" fmla="*/ 20 w 72"/>
                    <a:gd name="GluePoint6Y" fmla="*/ 26 h 102"/>
                    <a:gd name="GluePoint7X" fmla="*/ 35 w 72"/>
                    <a:gd name="GluePoint7Y" fmla="*/ 22 h 102"/>
                    <a:gd name="GluePoint8X" fmla="*/ 40 w 72"/>
                    <a:gd name="GluePoint8Y" fmla="*/ 16 h 102"/>
                    <a:gd name="GluePoint9X" fmla="*/ 43 w 72"/>
                    <a:gd name="GluePoint9Y" fmla="*/ 14 h 102"/>
                    <a:gd name="GluePoint10X" fmla="*/ 44 w 72"/>
                    <a:gd name="GluePoint10Y" fmla="*/ 19 h 102"/>
                    <a:gd name="GluePoint11X" fmla="*/ 43 w 72"/>
                    <a:gd name="GluePoint11Y" fmla="*/ 28 h 102"/>
                    <a:gd name="GluePoint12X" fmla="*/ 36 w 72"/>
                    <a:gd name="GluePoint12Y" fmla="*/ 40 h 102"/>
                    <a:gd name="GluePoint13X" fmla="*/ 37 w 72"/>
                    <a:gd name="GluePoint13Y" fmla="*/ 42 h 102"/>
                    <a:gd name="GluePoint14X" fmla="*/ 44 w 72"/>
                    <a:gd name="GluePoint14Y" fmla="*/ 38 h 102"/>
                    <a:gd name="GluePoint15X" fmla="*/ 56 w 72"/>
                    <a:gd name="GluePoint15Y" fmla="*/ 20 h 102"/>
                    <a:gd name="GluePoint16X" fmla="*/ 49 w 72"/>
                    <a:gd name="GluePoint16Y" fmla="*/ 9 h 102"/>
                    <a:gd name="GluePoint17X" fmla="*/ 28 w 72"/>
                    <a:gd name="GluePoint17Y" fmla="*/ 14 h 102"/>
                    <a:gd name="GluePoint18X" fmla="*/ 20 w 72"/>
                    <a:gd name="GluePoint18Y" fmla="*/ 13 h 102"/>
                    <a:gd name="GluePoint19X" fmla="*/ 22 w 72"/>
                    <a:gd name="GluePoint19Y" fmla="*/ 6 h 102"/>
                    <a:gd name="GluePoint20X" fmla="*/ 50 w 72"/>
                    <a:gd name="GluePoint20Y" fmla="*/ 1 h 102"/>
                    <a:gd name="GluePoint21X" fmla="*/ 68 w 72"/>
                    <a:gd name="GluePoint21Y" fmla="*/ 12 h 102"/>
                    <a:gd name="GluePoint22X" fmla="*/ 67 w 72"/>
                    <a:gd name="GluePoint22Y" fmla="*/ 24 h 102"/>
                    <a:gd name="GluePoint23X" fmla="*/ 49 w 72"/>
                    <a:gd name="GluePoint23Y" fmla="*/ 48 h 102"/>
                    <a:gd name="GluePoint24X" fmla="*/ 42 w 72"/>
                    <a:gd name="GluePoint24Y" fmla="*/ 49 h 102"/>
                    <a:gd name="GluePoint25X" fmla="*/ 37 w 72"/>
                    <a:gd name="GluePoint25Y" fmla="*/ 47 h 102"/>
                    <a:gd name="GluePoint26X" fmla="*/ 35 w 72"/>
                    <a:gd name="GluePoint26Y" fmla="*/ 52 h 102"/>
                    <a:gd name="GluePoint27X" fmla="*/ 41 w 72"/>
                    <a:gd name="GluePoint27Y" fmla="*/ 58 h 102"/>
                    <a:gd name="GluePoint28X" fmla="*/ 48 w 72"/>
                    <a:gd name="GluePoint28Y" fmla="*/ 57 h 102"/>
                    <a:gd name="GluePoint29X" fmla="*/ 53 w 72"/>
                    <a:gd name="GluePoint29Y" fmla="*/ 59 h 102"/>
                    <a:gd name="GluePoint30X" fmla="*/ 53 w 72"/>
                    <a:gd name="GluePoint30Y" fmla="*/ 66 h 102"/>
                    <a:gd name="GluePoint31X" fmla="*/ 48 w 72"/>
                    <a:gd name="GluePoint31Y" fmla="*/ 70 h 102"/>
                    <a:gd name="GluePoint32X" fmla="*/ 37 w 72"/>
                    <a:gd name="GluePoint32Y" fmla="*/ 81 h 102"/>
                    <a:gd name="GluePoint33X" fmla="*/ 45 w 72"/>
                    <a:gd name="GluePoint33Y" fmla="*/ 81 h 102"/>
                    <a:gd name="GluePoint34X" fmla="*/ 57 w 72"/>
                    <a:gd name="GluePoint34Y" fmla="*/ 89 h 102"/>
                    <a:gd name="GluePoint35X" fmla="*/ 51 w 72"/>
                    <a:gd name="GluePoint35Y" fmla="*/ 98 h 102"/>
                    <a:gd name="GluePoint36X" fmla="*/ 26 w 72"/>
                    <a:gd name="GluePoint36Y" fmla="*/ 101 h 102"/>
                    <a:gd name="GluePoint37X" fmla="*/ 17 w 72"/>
                    <a:gd name="GluePoint37Y" fmla="*/ 96 h 102"/>
                    <a:gd name="GluePoint38X" fmla="*/ 15 w 72"/>
                    <a:gd name="GluePoint38Y" fmla="*/ 94 h 102"/>
                    <a:gd name="GluePoint39X" fmla="*/ 19 w 72"/>
                    <a:gd name="GluePoint39Y" fmla="*/ 77 h 102"/>
                    <a:gd name="GluePoint40X" fmla="*/ 27 w 72"/>
                    <a:gd name="GluePoint40Y" fmla="*/ 70 h 102"/>
                    <a:gd name="GluePoint41X" fmla="*/ 27 w 72"/>
                    <a:gd name="GluePoint41Y" fmla="*/ 69 h 102"/>
                    <a:gd name="GluePoint42X" fmla="*/ 21 w 72"/>
                    <a:gd name="GluePoint42Y" fmla="*/ 71 h 102"/>
                    <a:gd name="GluePoint43X" fmla="*/ 9 w 72"/>
                    <a:gd name="GluePoint43Y" fmla="*/ 76 h 102"/>
                    <a:gd name="GluePoint44X" fmla="*/ 3 w 72"/>
                    <a:gd name="GluePoint44Y" fmla="*/ 75 h 102"/>
                    <a:gd name="GluePoint45X" fmla="*/ 4 w 72"/>
                    <a:gd name="GluePoint45Y" fmla="*/ 69 h 102"/>
                    <a:gd name="GluePoint46X" fmla="*/ 26 w 72"/>
                    <a:gd name="GluePoint46Y" fmla="*/ 60 h 102"/>
                    <a:gd name="GluePoint47X" fmla="*/ 28 w 72"/>
                    <a:gd name="GluePoint47Y" fmla="*/ 57 h 102"/>
                    <a:gd name="GluePoint48X" fmla="*/ 29 w 72"/>
                    <a:gd name="GluePoint48Y" fmla="*/ 49 h 102"/>
                    <a:gd name="GluePoint49X" fmla="*/ 34 w 72"/>
                    <a:gd name="GluePoint49Y" fmla="*/ 29 h 102"/>
                    <a:gd name="GluePoint50X" fmla="*/ 33 w 72"/>
                    <a:gd name="GluePoint50Y" fmla="*/ 28 h 102"/>
                    <a:gd name="GluePoint51X" fmla="*/ 26 w 72"/>
                    <a:gd name="GluePoint51Y" fmla="*/ 32 h 102"/>
                    <a:gd name="GluePoint52X" fmla="*/ 23 w 72"/>
                    <a:gd name="GluePoint52Y" fmla="*/ 36 h 102"/>
                    <a:gd name="GluePoint53X" fmla="*/ 26 w 72"/>
                    <a:gd name="GluePoint53Y" fmla="*/ 42 h 102"/>
                    <a:gd name="GluePoint54X" fmla="*/ 31 w 72"/>
                    <a:gd name="GluePoint54Y" fmla="*/ 40 h 102"/>
                    <a:gd name="GluePoint55X" fmla="*/ 34 w 72"/>
                    <a:gd name="GluePoint55Y" fmla="*/ 29 h 10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  <a:cxn ang="0">
                      <a:pos x="GluePoint50X" y="GluePoint50Y"/>
                    </a:cxn>
                    <a:cxn ang="0">
                      <a:pos x="GluePoint51X" y="GluePoint51Y"/>
                    </a:cxn>
                    <a:cxn ang="0">
                      <a:pos x="GluePoint52X" y="GluePoint52Y"/>
                    </a:cxn>
                    <a:cxn ang="0">
                      <a:pos x="GluePoint53X" y="GluePoint53Y"/>
                    </a:cxn>
                    <a:cxn ang="0">
                      <a:pos x="GluePoint54X" y="GluePoint54Y"/>
                    </a:cxn>
                    <a:cxn ang="0">
                      <a:pos x="GluePoint55X" y="GluePoint55Y"/>
                    </a:cxn>
                  </a:cxnLst>
                  <a:rect l="textAreaLeft" t="textAreaTop" r="textAreaRight" b="textAreaBottom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059" name="Freeform 12"/>
                <p:cNvSpPr/>
                <p:nvPr/>
              </p:nvSpPr>
              <p:spPr>
                <a:xfrm>
                  <a:off x="1501920" y="6453360"/>
                  <a:ext cx="69480" cy="174960"/>
                </a:xfrm>
                <a:custGeom>
                  <a:avLst/>
                  <a:gdLst>
                    <a:gd name="textAreaLeft" fmla="*/ 0 w 69480"/>
                    <a:gd name="textAreaRight" fmla="*/ 69840 w 69480"/>
                    <a:gd name="textAreaTop" fmla="*/ 0 h 174960"/>
                    <a:gd name="textAreaBottom" fmla="*/ 175320 h 174960"/>
                    <a:gd name="GluePoint1X" fmla="*/ 30 w 39"/>
                    <a:gd name="GluePoint1Y" fmla="*/ 44 h 98"/>
                    <a:gd name="GluePoint2X" fmla="*/ 36 w 39"/>
                    <a:gd name="GluePoint2Y" fmla="*/ 34 h 98"/>
                    <a:gd name="GluePoint3X" fmla="*/ 37 w 39"/>
                    <a:gd name="GluePoint3Y" fmla="*/ 51 h 98"/>
                    <a:gd name="GluePoint4X" fmla="*/ 25 w 39"/>
                    <a:gd name="GluePoint4Y" fmla="*/ 82 h 98"/>
                    <a:gd name="GluePoint5X" fmla="*/ 21 w 39"/>
                    <a:gd name="GluePoint5Y" fmla="*/ 98 h 98"/>
                    <a:gd name="GluePoint6X" fmla="*/ 13 w 39"/>
                    <a:gd name="GluePoint6Y" fmla="*/ 96 h 98"/>
                    <a:gd name="GluePoint7X" fmla="*/ 5 w 39"/>
                    <a:gd name="GluePoint7Y" fmla="*/ 83 h 98"/>
                    <a:gd name="GluePoint8X" fmla="*/ 11 w 39"/>
                    <a:gd name="GluePoint8Y" fmla="*/ 62 h 98"/>
                    <a:gd name="GluePoint9X" fmla="*/ 9 w 39"/>
                    <a:gd name="GluePoint9Y" fmla="*/ 43 h 98"/>
                    <a:gd name="GluePoint10X" fmla="*/ 12 w 39"/>
                    <a:gd name="GluePoint10Y" fmla="*/ 38 h 98"/>
                    <a:gd name="GluePoint11X" fmla="*/ 18 w 39"/>
                    <a:gd name="GluePoint11Y" fmla="*/ 33 h 98"/>
                    <a:gd name="GluePoint12X" fmla="*/ 23 w 39"/>
                    <a:gd name="GluePoint12Y" fmla="*/ 12 h 98"/>
                    <a:gd name="GluePoint13X" fmla="*/ 11 w 39"/>
                    <a:gd name="GluePoint13Y" fmla="*/ 16 h 98"/>
                    <a:gd name="GluePoint14X" fmla="*/ 2 w 39"/>
                    <a:gd name="GluePoint14Y" fmla="*/ 16 h 98"/>
                    <a:gd name="GluePoint15X" fmla="*/ 0 w 39"/>
                    <a:gd name="GluePoint15Y" fmla="*/ 12 h 98"/>
                    <a:gd name="GluePoint16X" fmla="*/ 3 w 39"/>
                    <a:gd name="GluePoint16Y" fmla="*/ 10 h 98"/>
                    <a:gd name="GluePoint17X" fmla="*/ 16 w 39"/>
                    <a:gd name="GluePoint17Y" fmla="*/ 7 h 98"/>
                    <a:gd name="GluePoint18X" fmla="*/ 26 w 39"/>
                    <a:gd name="GluePoint18Y" fmla="*/ 2 h 98"/>
                    <a:gd name="GluePoint19X" fmla="*/ 32 w 39"/>
                    <a:gd name="GluePoint19Y" fmla="*/ 1 h 98"/>
                    <a:gd name="GluePoint20X" fmla="*/ 35 w 39"/>
                    <a:gd name="GluePoint20Y" fmla="*/ 9 h 98"/>
                    <a:gd name="GluePoint21X" fmla="*/ 34 w 39"/>
                    <a:gd name="GluePoint21Y" fmla="*/ 11 h 98"/>
                    <a:gd name="GluePoint22X" fmla="*/ 27 w 39"/>
                    <a:gd name="GluePoint22Y" fmla="*/ 38 h 98"/>
                    <a:gd name="GluePoint23X" fmla="*/ 28 w 39"/>
                    <a:gd name="GluePoint23Y" fmla="*/ 44 h 98"/>
                    <a:gd name="GluePoint24X" fmla="*/ 30 w 39"/>
                    <a:gd name="GluePoint24Y" fmla="*/ 44 h 9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</a:cxnLst>
                  <a:rect l="textAreaLeft" t="textAreaTop" r="textAreaRight" b="textAreaBottom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1840" rIns="518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</p:grp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页样式3-一段一图-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文本框 70"/>
          <p:cNvSpPr/>
          <p:nvPr/>
        </p:nvSpPr>
        <p:spPr>
          <a:xfrm>
            <a:off x="11233080" y="6353280"/>
            <a:ext cx="55044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>
              <a:lnSpc>
                <a:spcPct val="100000"/>
              </a:lnSpc>
            </a:pPr>
            <a:fld id="{236ED9B6-048B-4422-955B-9E8039122490}" type="slidenum">
              <a:rPr lang="en-US" sz="1600" b="0" u="none" strike="noStrike">
                <a:solidFill>
                  <a:schemeClr val="accent3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61" name="直接连接符 95"/>
          <p:cNvCxnSpPr/>
          <p:nvPr/>
        </p:nvCxnSpPr>
        <p:spPr>
          <a:xfrm>
            <a:off x="442800" y="6264000"/>
            <a:ext cx="11306520" cy="36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</a:ln>
        </p:spPr>
      </p:cxnSp>
      <p:sp>
        <p:nvSpPr>
          <p:cNvPr id="1062" name="PlaceHolder 1"/>
          <p:cNvSpPr>
            <a:spLocks noGrp="1"/>
          </p:cNvSpPr>
          <p:nvPr>
            <p:ph type="title"/>
          </p:nvPr>
        </p:nvSpPr>
        <p:spPr>
          <a:xfrm>
            <a:off x="1767600" y="3019680"/>
            <a:ext cx="8643600" cy="69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spAutoFit/>
          </a:bodyPr>
          <a:lstStyle>
            <a:lvl1pPr indent="0" algn="ctr">
              <a:lnSpc>
                <a:spcPct val="90000"/>
              </a:lnSpc>
              <a:buNone/>
              <a:defRPr lang="zh-CN" sz="4400" b="1" u="none" strike="noStrike">
                <a:solidFill>
                  <a:srgbClr val="006C39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ctr">
              <a:lnSpc>
                <a:spcPct val="90000"/>
              </a:lnSpc>
              <a:buNone/>
            </a:pPr>
            <a:r>
              <a:rPr lang="zh-CN" sz="4400" b="1" u="none" strike="noStrike">
                <a:solidFill>
                  <a:srgbClr val="006C39"/>
                </a:solidFill>
                <a:effectLst/>
                <a:uFillTx/>
                <a:latin typeface="微软雅黑"/>
                <a:ea typeface="微软雅黑"/>
              </a:rPr>
              <a:t>单击此处编辑母版标题样式</a:t>
            </a:r>
            <a:endParaRPr lang="en-US" sz="4400" b="1" u="none" strike="noStrike">
              <a:solidFill>
                <a:srgbClr val="006C39"/>
              </a:solidFill>
              <a:effectLst/>
              <a:uFillTx/>
              <a:latin typeface="微软雅黑"/>
            </a:endParaRPr>
          </a:p>
        </p:txBody>
      </p:sp>
      <p:grpSp>
        <p:nvGrpSpPr>
          <p:cNvPr id="1063" name="组合 32"/>
          <p:cNvGrpSpPr/>
          <p:nvPr/>
        </p:nvGrpSpPr>
        <p:grpSpPr>
          <a:xfrm>
            <a:off x="587160" y="6381720"/>
            <a:ext cx="2479320" cy="304560"/>
            <a:chOff x="587160" y="6381720"/>
            <a:chExt cx="2479320" cy="304560"/>
          </a:xfrm>
        </p:grpSpPr>
        <p:grpSp>
          <p:nvGrpSpPr>
            <p:cNvPr id="1064" name="组合 33"/>
            <p:cNvGrpSpPr/>
            <p:nvPr/>
          </p:nvGrpSpPr>
          <p:grpSpPr>
            <a:xfrm>
              <a:off x="2014200" y="6385320"/>
              <a:ext cx="1052280" cy="298080"/>
              <a:chOff x="2014200" y="6385320"/>
              <a:chExt cx="1052280" cy="298080"/>
            </a:xfrm>
          </p:grpSpPr>
          <p:sp>
            <p:nvSpPr>
              <p:cNvPr id="1065" name="Freeform 5"/>
              <p:cNvSpPr/>
              <p:nvPr/>
            </p:nvSpPr>
            <p:spPr>
              <a:xfrm>
                <a:off x="2595600" y="6404040"/>
                <a:ext cx="234720" cy="264960"/>
              </a:xfrm>
              <a:custGeom>
                <a:avLst/>
                <a:gdLst>
                  <a:gd name="textAreaLeft" fmla="*/ 0 w 234720"/>
                  <a:gd name="textAreaRight" fmla="*/ 235080 w 234720"/>
                  <a:gd name="textAreaTop" fmla="*/ 0 h 264960"/>
                  <a:gd name="textAreaBottom" fmla="*/ 265320 h 264960"/>
                  <a:gd name="GluePoint1X" fmla="*/ 41 w 125"/>
                  <a:gd name="GluePoint1Y" fmla="*/ 16 h 142"/>
                  <a:gd name="GluePoint2X" fmla="*/ 49 w 125"/>
                  <a:gd name="GluePoint2Y" fmla="*/ 3 h 142"/>
                  <a:gd name="GluePoint3X" fmla="*/ 62 w 125"/>
                  <a:gd name="GluePoint3Y" fmla="*/ 20 h 142"/>
                  <a:gd name="GluePoint4X" fmla="*/ 64 w 125"/>
                  <a:gd name="GluePoint4Y" fmla="*/ 33 h 142"/>
                  <a:gd name="GluePoint5X" fmla="*/ 50 w 125"/>
                  <a:gd name="GluePoint5Y" fmla="*/ 34 h 142"/>
                  <a:gd name="GluePoint6X" fmla="*/ 58 w 125"/>
                  <a:gd name="GluePoint6Y" fmla="*/ 58 h 142"/>
                  <a:gd name="GluePoint7X" fmla="*/ 75 w 125"/>
                  <a:gd name="GluePoint7Y" fmla="*/ 59 h 142"/>
                  <a:gd name="GluePoint8X" fmla="*/ 71 w 125"/>
                  <a:gd name="GluePoint8Y" fmla="*/ 50 h 142"/>
                  <a:gd name="GluePoint9X" fmla="*/ 81 w 125"/>
                  <a:gd name="GluePoint9Y" fmla="*/ 47 h 142"/>
                  <a:gd name="GluePoint10X" fmla="*/ 65 w 125"/>
                  <a:gd name="GluePoint10Y" fmla="*/ 42 h 142"/>
                  <a:gd name="GluePoint11X" fmla="*/ 63 w 125"/>
                  <a:gd name="GluePoint11Y" fmla="*/ 37 h 142"/>
                  <a:gd name="GluePoint12X" fmla="*/ 85 w 125"/>
                  <a:gd name="GluePoint12Y" fmla="*/ 27 h 142"/>
                  <a:gd name="GluePoint13X" fmla="*/ 93 w 125"/>
                  <a:gd name="GluePoint13Y" fmla="*/ 2 h 142"/>
                  <a:gd name="GluePoint14X" fmla="*/ 99 w 125"/>
                  <a:gd name="GluePoint14Y" fmla="*/ 5 h 142"/>
                  <a:gd name="GluePoint15X" fmla="*/ 111 w 125"/>
                  <a:gd name="GluePoint15Y" fmla="*/ 30 h 142"/>
                  <a:gd name="GluePoint16X" fmla="*/ 102 w 125"/>
                  <a:gd name="GluePoint16Y" fmla="*/ 34 h 142"/>
                  <a:gd name="GluePoint17X" fmla="*/ 95 w 125"/>
                  <a:gd name="GluePoint17Y" fmla="*/ 59 h 142"/>
                  <a:gd name="GluePoint18X" fmla="*/ 123 w 125"/>
                  <a:gd name="GluePoint18Y" fmla="*/ 61 h 142"/>
                  <a:gd name="GluePoint19X" fmla="*/ 110 w 125"/>
                  <a:gd name="GluePoint19Y" fmla="*/ 71 h 142"/>
                  <a:gd name="GluePoint20X" fmla="*/ 104 w 125"/>
                  <a:gd name="GluePoint20Y" fmla="*/ 82 h 142"/>
                  <a:gd name="GluePoint21X" fmla="*/ 112 w 125"/>
                  <a:gd name="GluePoint21Y" fmla="*/ 134 h 142"/>
                  <a:gd name="GluePoint22X" fmla="*/ 102 w 125"/>
                  <a:gd name="GluePoint22Y" fmla="*/ 140 h 142"/>
                  <a:gd name="GluePoint23X" fmla="*/ 89 w 125"/>
                  <a:gd name="GluePoint23Y" fmla="*/ 123 h 142"/>
                  <a:gd name="GluePoint24X" fmla="*/ 101 w 125"/>
                  <a:gd name="GluePoint24Y" fmla="*/ 128 h 142"/>
                  <a:gd name="GluePoint25X" fmla="*/ 101 w 125"/>
                  <a:gd name="GluePoint25Y" fmla="*/ 92 h 142"/>
                  <a:gd name="GluePoint26X" fmla="*/ 97 w 125"/>
                  <a:gd name="GluePoint26Y" fmla="*/ 99 h 142"/>
                  <a:gd name="GluePoint27X" fmla="*/ 90 w 125"/>
                  <a:gd name="GluePoint27Y" fmla="*/ 103 h 142"/>
                  <a:gd name="GluePoint28X" fmla="*/ 86 w 125"/>
                  <a:gd name="GluePoint28Y" fmla="*/ 110 h 142"/>
                  <a:gd name="GluePoint29X" fmla="*/ 81 w 125"/>
                  <a:gd name="GluePoint29Y" fmla="*/ 120 h 142"/>
                  <a:gd name="GluePoint30X" fmla="*/ 88 w 125"/>
                  <a:gd name="GluePoint30Y" fmla="*/ 71 h 142"/>
                  <a:gd name="GluePoint31X" fmla="*/ 60 w 125"/>
                  <a:gd name="GluePoint31Y" fmla="*/ 87 h 142"/>
                  <a:gd name="GluePoint32X" fmla="*/ 53 w 125"/>
                  <a:gd name="GluePoint32Y" fmla="*/ 89 h 142"/>
                  <a:gd name="GluePoint33X" fmla="*/ 51 w 125"/>
                  <a:gd name="GluePoint33Y" fmla="*/ 128 h 142"/>
                  <a:gd name="GluePoint34X" fmla="*/ 43 w 125"/>
                  <a:gd name="GluePoint34Y" fmla="*/ 134 h 142"/>
                  <a:gd name="GluePoint35X" fmla="*/ 39 w 125"/>
                  <a:gd name="GluePoint35Y" fmla="*/ 107 h 142"/>
                  <a:gd name="GluePoint36X" fmla="*/ 33 w 125"/>
                  <a:gd name="GluePoint36Y" fmla="*/ 114 h 142"/>
                  <a:gd name="GluePoint37X" fmla="*/ 17 w 125"/>
                  <a:gd name="GluePoint37Y" fmla="*/ 108 h 142"/>
                  <a:gd name="GluePoint38X" fmla="*/ 5 w 125"/>
                  <a:gd name="GluePoint38Y" fmla="*/ 81 h 142"/>
                  <a:gd name="GluePoint39X" fmla="*/ 34 w 125"/>
                  <a:gd name="GluePoint39Y" fmla="*/ 56 h 142"/>
                  <a:gd name="GluePoint40X" fmla="*/ 38 w 125"/>
                  <a:gd name="GluePoint40Y" fmla="*/ 33 h 142"/>
                  <a:gd name="GluePoint41X" fmla="*/ 22 w 125"/>
                  <a:gd name="GluePoint41Y" fmla="*/ 55 h 142"/>
                  <a:gd name="GluePoint42X" fmla="*/ 14 w 125"/>
                  <a:gd name="GluePoint42Y" fmla="*/ 55 h 142"/>
                  <a:gd name="GluePoint43X" fmla="*/ 11 w 125"/>
                  <a:gd name="GluePoint43Y" fmla="*/ 36 h 142"/>
                  <a:gd name="GluePoint44X" fmla="*/ 32 w 125"/>
                  <a:gd name="GluePoint44Y" fmla="*/ 22 h 142"/>
                  <a:gd name="GluePoint45X" fmla="*/ 28 w 125"/>
                  <a:gd name="GluePoint45Y" fmla="*/ 33 h 1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</a:cxnLst>
                <a:rect l="textAreaLeft" t="textAreaTop" r="textAreaRight" b="textAreaBottom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entury Gothic"/>
                </a:endParaRPr>
              </a:p>
            </p:txBody>
          </p:sp>
          <p:sp>
            <p:nvSpPr>
              <p:cNvPr id="1066" name="Freeform 6"/>
              <p:cNvSpPr/>
              <p:nvPr/>
            </p:nvSpPr>
            <p:spPr>
              <a:xfrm>
                <a:off x="2931480" y="6444720"/>
                <a:ext cx="135000" cy="203400"/>
              </a:xfrm>
              <a:custGeom>
                <a:avLst/>
                <a:gdLst>
                  <a:gd name="textAreaLeft" fmla="*/ 0 w 135000"/>
                  <a:gd name="textAreaRight" fmla="*/ 135360 w 135000"/>
                  <a:gd name="textAreaTop" fmla="*/ 0 h 203400"/>
                  <a:gd name="textAreaBottom" fmla="*/ 203760 h 203400"/>
                  <a:gd name="GluePoint1X" fmla="*/ 33 w 72"/>
                  <a:gd name="GluePoint1Y" fmla="*/ 76 h 109"/>
                  <a:gd name="GluePoint2X" fmla="*/ 44 w 72"/>
                  <a:gd name="GluePoint2Y" fmla="*/ 73 h 109"/>
                  <a:gd name="GluePoint3X" fmla="*/ 59 w 72"/>
                  <a:gd name="GluePoint3Y" fmla="*/ 71 h 109"/>
                  <a:gd name="GluePoint4X" fmla="*/ 69 w 72"/>
                  <a:gd name="GluePoint4Y" fmla="*/ 92 h 109"/>
                  <a:gd name="GluePoint5X" fmla="*/ 66 w 72"/>
                  <a:gd name="GluePoint5Y" fmla="*/ 94 h 109"/>
                  <a:gd name="GluePoint6X" fmla="*/ 49 w 72"/>
                  <a:gd name="GluePoint6Y" fmla="*/ 96 h 109"/>
                  <a:gd name="GluePoint7X" fmla="*/ 28 w 72"/>
                  <a:gd name="GluePoint7Y" fmla="*/ 106 h 109"/>
                  <a:gd name="GluePoint8X" fmla="*/ 16 w 72"/>
                  <a:gd name="GluePoint8Y" fmla="*/ 106 h 109"/>
                  <a:gd name="GluePoint9X" fmla="*/ 1 w 72"/>
                  <a:gd name="GluePoint9Y" fmla="*/ 80 h 109"/>
                  <a:gd name="GluePoint10X" fmla="*/ 2 w 72"/>
                  <a:gd name="GluePoint10Y" fmla="*/ 74 h 109"/>
                  <a:gd name="GluePoint11X" fmla="*/ 23 w 72"/>
                  <a:gd name="GluePoint11Y" fmla="*/ 31 h 109"/>
                  <a:gd name="GluePoint12X" fmla="*/ 22 w 72"/>
                  <a:gd name="GluePoint12Y" fmla="*/ 26 h 109"/>
                  <a:gd name="GluePoint13X" fmla="*/ 12 w 72"/>
                  <a:gd name="GluePoint13Y" fmla="*/ 16 h 109"/>
                  <a:gd name="GluePoint14X" fmla="*/ 15 w 72"/>
                  <a:gd name="GluePoint14Y" fmla="*/ 10 h 109"/>
                  <a:gd name="GluePoint15X" fmla="*/ 32 w 72"/>
                  <a:gd name="GluePoint15Y" fmla="*/ 5 h 109"/>
                  <a:gd name="GluePoint16X" fmla="*/ 60 w 72"/>
                  <a:gd name="GluePoint16Y" fmla="*/ 18 h 109"/>
                  <a:gd name="GluePoint17X" fmla="*/ 59 w 72"/>
                  <a:gd name="GluePoint17Y" fmla="*/ 26 h 109"/>
                  <a:gd name="GluePoint18X" fmla="*/ 52 w 72"/>
                  <a:gd name="GluePoint18Y" fmla="*/ 36 h 109"/>
                  <a:gd name="GluePoint19X" fmla="*/ 34 w 72"/>
                  <a:gd name="GluePoint19Y" fmla="*/ 72 h 109"/>
                  <a:gd name="GluePoint20X" fmla="*/ 33 w 72"/>
                  <a:gd name="GluePoint20Y" fmla="*/ 76 h 10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</a:cxnLst>
                <a:rect l="textAreaLeft" t="textAreaTop" r="textAreaRight" b="textAreaBottom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entury Gothic"/>
                </a:endParaRPr>
              </a:p>
            </p:txBody>
          </p:sp>
          <p:grpSp>
            <p:nvGrpSpPr>
              <p:cNvPr id="1067" name="组合 50"/>
              <p:cNvGrpSpPr/>
              <p:nvPr/>
            </p:nvGrpSpPr>
            <p:grpSpPr>
              <a:xfrm>
                <a:off x="2014200" y="6385320"/>
                <a:ext cx="240480" cy="298080"/>
                <a:chOff x="2014200" y="6385320"/>
                <a:chExt cx="240480" cy="298080"/>
              </a:xfrm>
            </p:grpSpPr>
            <p:sp>
              <p:nvSpPr>
                <p:cNvPr id="1068" name="Freeform 7"/>
                <p:cNvSpPr/>
                <p:nvPr/>
              </p:nvSpPr>
              <p:spPr>
                <a:xfrm>
                  <a:off x="2014200" y="6385320"/>
                  <a:ext cx="240480" cy="195840"/>
                </a:xfrm>
                <a:custGeom>
                  <a:avLst/>
                  <a:gdLst>
                    <a:gd name="textAreaLeft" fmla="*/ 0 w 240480"/>
                    <a:gd name="textAreaRight" fmla="*/ 240840 w 240480"/>
                    <a:gd name="textAreaTop" fmla="*/ 0 h 195840"/>
                    <a:gd name="textAreaBottom" fmla="*/ 196200 h 195840"/>
                    <a:gd name="GluePoint1X" fmla="*/ 101 w 128"/>
                    <a:gd name="GluePoint1Y" fmla="*/ 58 h 105"/>
                    <a:gd name="GluePoint2X" fmla="*/ 74 w 128"/>
                    <a:gd name="GluePoint2Y" fmla="*/ 56 h 105"/>
                    <a:gd name="GluePoint3X" fmla="*/ 68 w 128"/>
                    <a:gd name="GluePoint3Y" fmla="*/ 57 h 105"/>
                    <a:gd name="GluePoint4X" fmla="*/ 51 w 128"/>
                    <a:gd name="GluePoint4Y" fmla="*/ 59 h 105"/>
                    <a:gd name="GluePoint5X" fmla="*/ 36 w 128"/>
                    <a:gd name="GluePoint5Y" fmla="*/ 65 h 105"/>
                    <a:gd name="GluePoint6X" fmla="*/ 28 w 128"/>
                    <a:gd name="GluePoint6Y" fmla="*/ 73 h 105"/>
                    <a:gd name="GluePoint7X" fmla="*/ 16 w 128"/>
                    <a:gd name="GluePoint7Y" fmla="*/ 102 h 105"/>
                    <a:gd name="GluePoint8X" fmla="*/ 13 w 128"/>
                    <a:gd name="GluePoint8Y" fmla="*/ 104 h 105"/>
                    <a:gd name="GluePoint9X" fmla="*/ 1 w 128"/>
                    <a:gd name="GluePoint9Y" fmla="*/ 98 h 105"/>
                    <a:gd name="GluePoint10X" fmla="*/ 0 w 128"/>
                    <a:gd name="GluePoint10Y" fmla="*/ 93 h 105"/>
                    <a:gd name="GluePoint11X" fmla="*/ 15 w 128"/>
                    <a:gd name="GluePoint11Y" fmla="*/ 60 h 105"/>
                    <a:gd name="GluePoint12X" fmla="*/ 16 w 128"/>
                    <a:gd name="GluePoint12Y" fmla="*/ 58 h 105"/>
                    <a:gd name="GluePoint13X" fmla="*/ 20 w 128"/>
                    <a:gd name="GluePoint13Y" fmla="*/ 52 h 105"/>
                    <a:gd name="GluePoint14X" fmla="*/ 32 w 128"/>
                    <a:gd name="GluePoint14Y" fmla="*/ 54 h 105"/>
                    <a:gd name="GluePoint15X" fmla="*/ 39 w 128"/>
                    <a:gd name="GluePoint15Y" fmla="*/ 55 h 105"/>
                    <a:gd name="GluePoint16X" fmla="*/ 72 w 128"/>
                    <a:gd name="GluePoint16Y" fmla="*/ 21 h 105"/>
                    <a:gd name="GluePoint17X" fmla="*/ 74 w 128"/>
                    <a:gd name="GluePoint17Y" fmla="*/ 16 h 105"/>
                    <a:gd name="GluePoint18X" fmla="*/ 74 w 128"/>
                    <a:gd name="GluePoint18Y" fmla="*/ 11 h 105"/>
                    <a:gd name="GluePoint19X" fmla="*/ 71 w 128"/>
                    <a:gd name="GluePoint19Y" fmla="*/ 11 h 105"/>
                    <a:gd name="GluePoint20X" fmla="*/ 68 w 128"/>
                    <a:gd name="GluePoint20Y" fmla="*/ 15 h 105"/>
                    <a:gd name="GluePoint21X" fmla="*/ 68 w 128"/>
                    <a:gd name="GluePoint21Y" fmla="*/ 21 h 105"/>
                    <a:gd name="GluePoint22X" fmla="*/ 59 w 128"/>
                    <a:gd name="GluePoint22Y" fmla="*/ 29 h 105"/>
                    <a:gd name="GluePoint23X" fmla="*/ 53 w 128"/>
                    <a:gd name="GluePoint23Y" fmla="*/ 27 h 105"/>
                    <a:gd name="GluePoint24X" fmla="*/ 47 w 128"/>
                    <a:gd name="GluePoint24Y" fmla="*/ 24 h 105"/>
                    <a:gd name="GluePoint25X" fmla="*/ 47 w 128"/>
                    <a:gd name="GluePoint25Y" fmla="*/ 32 h 105"/>
                    <a:gd name="GluePoint26X" fmla="*/ 47 w 128"/>
                    <a:gd name="GluePoint26Y" fmla="*/ 34 h 105"/>
                    <a:gd name="GluePoint27X" fmla="*/ 43 w 128"/>
                    <a:gd name="GluePoint27Y" fmla="*/ 45 h 105"/>
                    <a:gd name="GluePoint28X" fmla="*/ 31 w 128"/>
                    <a:gd name="GluePoint28Y" fmla="*/ 39 h 105"/>
                    <a:gd name="GluePoint29X" fmla="*/ 29 w 128"/>
                    <a:gd name="GluePoint29Y" fmla="*/ 23 h 105"/>
                    <a:gd name="GluePoint30X" fmla="*/ 33 w 128"/>
                    <a:gd name="GluePoint30Y" fmla="*/ 14 h 105"/>
                    <a:gd name="GluePoint31X" fmla="*/ 36 w 128"/>
                    <a:gd name="GluePoint31Y" fmla="*/ 9 h 105"/>
                    <a:gd name="GluePoint32X" fmla="*/ 42 w 128"/>
                    <a:gd name="GluePoint32Y" fmla="*/ 13 h 105"/>
                    <a:gd name="GluePoint33X" fmla="*/ 44 w 128"/>
                    <a:gd name="GluePoint33Y" fmla="*/ 16 h 105"/>
                    <a:gd name="GluePoint34X" fmla="*/ 57 w 128"/>
                    <a:gd name="GluePoint34Y" fmla="*/ 14 h 105"/>
                    <a:gd name="GluePoint35X" fmla="*/ 62 w 128"/>
                    <a:gd name="GluePoint35Y" fmla="*/ 11 h 105"/>
                    <a:gd name="GluePoint36X" fmla="*/ 84 w 128"/>
                    <a:gd name="GluePoint36Y" fmla="*/ 0 h 105"/>
                    <a:gd name="GluePoint37X" fmla="*/ 96 w 128"/>
                    <a:gd name="GluePoint37Y" fmla="*/ 7 h 105"/>
                    <a:gd name="GluePoint38X" fmla="*/ 96 w 128"/>
                    <a:gd name="GluePoint38Y" fmla="*/ 20 h 105"/>
                    <a:gd name="GluePoint39X" fmla="*/ 83 w 128"/>
                    <a:gd name="GluePoint39Y" fmla="*/ 43 h 105"/>
                    <a:gd name="GluePoint40X" fmla="*/ 94 w 128"/>
                    <a:gd name="GluePoint40Y" fmla="*/ 44 h 105"/>
                    <a:gd name="GluePoint41X" fmla="*/ 122 w 128"/>
                    <a:gd name="GluePoint41Y" fmla="*/ 59 h 105"/>
                    <a:gd name="GluePoint42X" fmla="*/ 120 w 128"/>
                    <a:gd name="GluePoint42Y" fmla="*/ 73 h 105"/>
                    <a:gd name="GluePoint43X" fmla="*/ 98 w 128"/>
                    <a:gd name="GluePoint43Y" fmla="*/ 73 h 105"/>
                    <a:gd name="GluePoint44X" fmla="*/ 97 w 128"/>
                    <a:gd name="GluePoint44Y" fmla="*/ 66 h 105"/>
                    <a:gd name="GluePoint45X" fmla="*/ 101 w 128"/>
                    <a:gd name="GluePoint45Y" fmla="*/ 58 h 10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</a:cxnLst>
                  <a:rect l="textAreaLeft" t="textAreaTop" r="textAreaRight" b="textAreaBottom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069" name="Freeform 8"/>
                <p:cNvSpPr/>
                <p:nvPr/>
              </p:nvSpPr>
              <p:spPr>
                <a:xfrm>
                  <a:off x="2065320" y="6504480"/>
                  <a:ext cx="149760" cy="178920"/>
                </a:xfrm>
                <a:custGeom>
                  <a:avLst/>
                  <a:gdLst>
                    <a:gd name="textAreaLeft" fmla="*/ 0 w 149760"/>
                    <a:gd name="textAreaRight" fmla="*/ 150120 w 149760"/>
                    <a:gd name="textAreaTop" fmla="*/ 0 h 178920"/>
                    <a:gd name="textAreaBottom" fmla="*/ 179280 h 178920"/>
                    <a:gd name="GluePoint1X" fmla="*/ 46 w 80"/>
                    <a:gd name="GluePoint1Y" fmla="*/ 29 h 96"/>
                    <a:gd name="GluePoint2X" fmla="*/ 65 w 80"/>
                    <a:gd name="GluePoint2Y" fmla="*/ 29 h 96"/>
                    <a:gd name="GluePoint3X" fmla="*/ 79 w 80"/>
                    <a:gd name="GluePoint3Y" fmla="*/ 41 h 96"/>
                    <a:gd name="GluePoint4X" fmla="*/ 74 w 80"/>
                    <a:gd name="GluePoint4Y" fmla="*/ 43 h 96"/>
                    <a:gd name="GluePoint5X" fmla="*/ 60 w 80"/>
                    <a:gd name="GluePoint5Y" fmla="*/ 43 h 96"/>
                    <a:gd name="GluePoint6X" fmla="*/ 52 w 80"/>
                    <a:gd name="GluePoint6Y" fmla="*/ 50 h 96"/>
                    <a:gd name="GluePoint7X" fmla="*/ 49 w 80"/>
                    <a:gd name="GluePoint7Y" fmla="*/ 87 h 96"/>
                    <a:gd name="GluePoint8X" fmla="*/ 37 w 80"/>
                    <a:gd name="GluePoint8Y" fmla="*/ 95 h 96"/>
                    <a:gd name="GluePoint9X" fmla="*/ 21 w 80"/>
                    <a:gd name="GluePoint9Y" fmla="*/ 68 h 96"/>
                    <a:gd name="GluePoint10X" fmla="*/ 22 w 80"/>
                    <a:gd name="GluePoint10Y" fmla="*/ 62 h 96"/>
                    <a:gd name="GluePoint11X" fmla="*/ 30 w 80"/>
                    <a:gd name="GluePoint11Y" fmla="*/ 72 h 96"/>
                    <a:gd name="GluePoint12X" fmla="*/ 40 w 80"/>
                    <a:gd name="GluePoint12Y" fmla="*/ 70 h 96"/>
                    <a:gd name="GluePoint13X" fmla="*/ 43 w 80"/>
                    <a:gd name="GluePoint13Y" fmla="*/ 46 h 96"/>
                    <a:gd name="GluePoint14X" fmla="*/ 24 w 80"/>
                    <a:gd name="GluePoint14Y" fmla="*/ 52 h 96"/>
                    <a:gd name="GluePoint15X" fmla="*/ 19 w 80"/>
                    <a:gd name="GluePoint15Y" fmla="*/ 54 h 96"/>
                    <a:gd name="GluePoint16X" fmla="*/ 6 w 80"/>
                    <a:gd name="GluePoint16Y" fmla="*/ 54 h 96"/>
                    <a:gd name="GluePoint17X" fmla="*/ 2 w 80"/>
                    <a:gd name="GluePoint17Y" fmla="*/ 40 h 96"/>
                    <a:gd name="GluePoint18X" fmla="*/ 6 w 80"/>
                    <a:gd name="GluePoint18Y" fmla="*/ 37 h 96"/>
                    <a:gd name="GluePoint19X" fmla="*/ 28 w 80"/>
                    <a:gd name="GluePoint19Y" fmla="*/ 33 h 96"/>
                    <a:gd name="GluePoint20X" fmla="*/ 33 w 80"/>
                    <a:gd name="GluePoint20Y" fmla="*/ 32 h 96"/>
                    <a:gd name="GluePoint21X" fmla="*/ 36 w 80"/>
                    <a:gd name="GluePoint21Y" fmla="*/ 22 h 96"/>
                    <a:gd name="GluePoint22X" fmla="*/ 46 w 80"/>
                    <a:gd name="GluePoint22Y" fmla="*/ 12 h 96"/>
                    <a:gd name="GluePoint23X" fmla="*/ 45 w 80"/>
                    <a:gd name="GluePoint23Y" fmla="*/ 10 h 96"/>
                    <a:gd name="GluePoint24X" fmla="*/ 26 w 80"/>
                    <a:gd name="GluePoint24Y" fmla="*/ 17 h 96"/>
                    <a:gd name="GluePoint25X" fmla="*/ 15 w 80"/>
                    <a:gd name="GluePoint25Y" fmla="*/ 24 h 96"/>
                    <a:gd name="GluePoint26X" fmla="*/ 5 w 80"/>
                    <a:gd name="GluePoint26Y" fmla="*/ 22 h 96"/>
                    <a:gd name="GluePoint27X" fmla="*/ 1 w 80"/>
                    <a:gd name="GluePoint27Y" fmla="*/ 17 h 96"/>
                    <a:gd name="GluePoint28X" fmla="*/ 36 w 80"/>
                    <a:gd name="GluePoint28Y" fmla="*/ 2 h 96"/>
                    <a:gd name="GluePoint29X" fmla="*/ 55 w 80"/>
                    <a:gd name="GluePoint29Y" fmla="*/ 0 h 96"/>
                    <a:gd name="GluePoint30X" fmla="*/ 61 w 80"/>
                    <a:gd name="GluePoint30Y" fmla="*/ 6 h 96"/>
                    <a:gd name="GluePoint31X" fmla="*/ 59 w 80"/>
                    <a:gd name="GluePoint31Y" fmla="*/ 13 h 96"/>
                    <a:gd name="GluePoint32X" fmla="*/ 46 w 80"/>
                    <a:gd name="GluePoint32Y" fmla="*/ 29 h 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</a:cxnLst>
                  <a:rect l="textAreaLeft" t="textAreaTop" r="textAreaRight" b="textAreaBottom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1070" name="组合 51"/>
              <p:cNvGrpSpPr/>
              <p:nvPr/>
            </p:nvGrpSpPr>
            <p:grpSpPr>
              <a:xfrm>
                <a:off x="2349720" y="6467040"/>
                <a:ext cx="145440" cy="155520"/>
                <a:chOff x="2349720" y="6467040"/>
                <a:chExt cx="145440" cy="155520"/>
              </a:xfrm>
            </p:grpSpPr>
            <p:sp>
              <p:nvSpPr>
                <p:cNvPr id="1071" name="Freeform 15"/>
                <p:cNvSpPr/>
                <p:nvPr/>
              </p:nvSpPr>
              <p:spPr>
                <a:xfrm>
                  <a:off x="2349720" y="6501600"/>
                  <a:ext cx="66960" cy="107640"/>
                </a:xfrm>
                <a:custGeom>
                  <a:avLst/>
                  <a:gdLst>
                    <a:gd name="textAreaLeft" fmla="*/ 0 w 66960"/>
                    <a:gd name="textAreaRight" fmla="*/ 67320 w 66960"/>
                    <a:gd name="textAreaTop" fmla="*/ 0 h 107640"/>
                    <a:gd name="textAreaBottom" fmla="*/ 108000 h 107640"/>
                    <a:gd name="GluePoint1X" fmla="*/ 16 w 39"/>
                    <a:gd name="GluePoint1Y" fmla="*/ 29 h 58"/>
                    <a:gd name="GluePoint2X" fmla="*/ 27 w 39"/>
                    <a:gd name="GluePoint2Y" fmla="*/ 7 h 58"/>
                    <a:gd name="GluePoint3X" fmla="*/ 31 w 39"/>
                    <a:gd name="GluePoint3Y" fmla="*/ 1 h 58"/>
                    <a:gd name="GluePoint4X" fmla="*/ 34 w 39"/>
                    <a:gd name="GluePoint4Y" fmla="*/ 6 h 58"/>
                    <a:gd name="GluePoint5X" fmla="*/ 35 w 39"/>
                    <a:gd name="GluePoint5Y" fmla="*/ 26 h 58"/>
                    <a:gd name="GluePoint6X" fmla="*/ 20 w 39"/>
                    <a:gd name="GluePoint6Y" fmla="*/ 52 h 58"/>
                    <a:gd name="GluePoint7X" fmla="*/ 9 w 39"/>
                    <a:gd name="GluePoint7Y" fmla="*/ 57 h 58"/>
                    <a:gd name="GluePoint8X" fmla="*/ 1 w 39"/>
                    <a:gd name="GluePoint8Y" fmla="*/ 43 h 58"/>
                    <a:gd name="GluePoint9X" fmla="*/ 4 w 39"/>
                    <a:gd name="GluePoint9Y" fmla="*/ 6 h 58"/>
                    <a:gd name="GluePoint10X" fmla="*/ 8 w 39"/>
                    <a:gd name="GluePoint10Y" fmla="*/ 0 h 58"/>
                    <a:gd name="GluePoint11X" fmla="*/ 15 w 39"/>
                    <a:gd name="GluePoint11Y" fmla="*/ 6 h 58"/>
                    <a:gd name="GluePoint12X" fmla="*/ 14 w 39"/>
                    <a:gd name="GluePoint12Y" fmla="*/ 20 h 58"/>
                    <a:gd name="GluePoint13X" fmla="*/ 14 w 39"/>
                    <a:gd name="GluePoint13Y" fmla="*/ 28 h 58"/>
                    <a:gd name="GluePoint14X" fmla="*/ 16 w 39"/>
                    <a:gd name="GluePoint14Y" fmla="*/ 29 h 5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76320" rIns="7632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072" name="Freeform 16"/>
                <p:cNvSpPr/>
                <p:nvPr/>
              </p:nvSpPr>
              <p:spPr>
                <a:xfrm>
                  <a:off x="2422080" y="6470640"/>
                  <a:ext cx="73080" cy="151920"/>
                </a:xfrm>
                <a:custGeom>
                  <a:avLst/>
                  <a:gdLst>
                    <a:gd name="textAreaLeft" fmla="*/ 0 w 73080"/>
                    <a:gd name="textAreaRight" fmla="*/ 73440 w 73080"/>
                    <a:gd name="textAreaTop" fmla="*/ 0 h 151920"/>
                    <a:gd name="textAreaBottom" fmla="*/ 152280 h 151920"/>
                    <a:gd name="GluePoint1X" fmla="*/ 9 w 47"/>
                    <a:gd name="GluePoint1Y" fmla="*/ 73 h 88"/>
                    <a:gd name="GluePoint2X" fmla="*/ 3 w 47"/>
                    <a:gd name="GluePoint2Y" fmla="*/ 67 h 88"/>
                    <a:gd name="GluePoint3X" fmla="*/ 3 w 47"/>
                    <a:gd name="GluePoint3Y" fmla="*/ 57 h 88"/>
                    <a:gd name="GluePoint4X" fmla="*/ 20 w 47"/>
                    <a:gd name="GluePoint4Y" fmla="*/ 38 h 88"/>
                    <a:gd name="GluePoint5X" fmla="*/ 33 w 47"/>
                    <a:gd name="GluePoint5Y" fmla="*/ 20 h 88"/>
                    <a:gd name="GluePoint6X" fmla="*/ 33 w 47"/>
                    <a:gd name="GluePoint6Y" fmla="*/ 4 h 88"/>
                    <a:gd name="GluePoint7X" fmla="*/ 32 w 47"/>
                    <a:gd name="GluePoint7Y" fmla="*/ 1 h 88"/>
                    <a:gd name="GluePoint8X" fmla="*/ 33 w 47"/>
                    <a:gd name="GluePoint8Y" fmla="*/ 0 h 88"/>
                    <a:gd name="GluePoint9X" fmla="*/ 41 w 47"/>
                    <a:gd name="GluePoint9Y" fmla="*/ 6 h 88"/>
                    <a:gd name="GluePoint10X" fmla="*/ 43 w 47"/>
                    <a:gd name="GluePoint10Y" fmla="*/ 26 h 88"/>
                    <a:gd name="GluePoint11X" fmla="*/ 29 w 47"/>
                    <a:gd name="GluePoint11Y" fmla="*/ 48 h 88"/>
                    <a:gd name="GluePoint12X" fmla="*/ 30 w 47"/>
                    <a:gd name="GluePoint12Y" fmla="*/ 52 h 88"/>
                    <a:gd name="GluePoint13X" fmla="*/ 40 w 47"/>
                    <a:gd name="GluePoint13Y" fmla="*/ 73 h 88"/>
                    <a:gd name="GluePoint14X" fmla="*/ 41 w 47"/>
                    <a:gd name="GluePoint14Y" fmla="*/ 84 h 88"/>
                    <a:gd name="GluePoint15X" fmla="*/ 37 w 47"/>
                    <a:gd name="GluePoint15Y" fmla="*/ 86 h 88"/>
                    <a:gd name="GluePoint16X" fmla="*/ 31 w 47"/>
                    <a:gd name="GluePoint16Y" fmla="*/ 75 h 88"/>
                    <a:gd name="GluePoint17X" fmla="*/ 28 w 47"/>
                    <a:gd name="GluePoint17Y" fmla="*/ 60 h 88"/>
                    <a:gd name="GluePoint18X" fmla="*/ 22 w 47"/>
                    <a:gd name="GluePoint18Y" fmla="*/ 59 h 88"/>
                    <a:gd name="GluePoint19X" fmla="*/ 9 w 47"/>
                    <a:gd name="GluePoint19Y" fmla="*/ 73 h 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</a:cxnLst>
                  <a:rect l="textAreaLeft" t="textAreaTop" r="textAreaRight" b="textAreaBottom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83160" rIns="8316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073" name="Freeform 17"/>
                <p:cNvSpPr/>
                <p:nvPr/>
              </p:nvSpPr>
              <p:spPr>
                <a:xfrm>
                  <a:off x="2387880" y="6467040"/>
                  <a:ext cx="47880" cy="27720"/>
                </a:xfrm>
                <a:custGeom>
                  <a:avLst/>
                  <a:gdLst>
                    <a:gd name="textAreaLeft" fmla="*/ 0 w 47880"/>
                    <a:gd name="textAreaRight" fmla="*/ 48240 w 47880"/>
                    <a:gd name="textAreaTop" fmla="*/ 0 h 27720"/>
                    <a:gd name="textAreaBottom" fmla="*/ 28080 h 27720"/>
                    <a:gd name="GluePoint1X" fmla="*/ 0 w 26"/>
                    <a:gd name="GluePoint1Y" fmla="*/ 0 h 19"/>
                    <a:gd name="GluePoint2X" fmla="*/ 20 w 26"/>
                    <a:gd name="GluePoint2Y" fmla="*/ 1 h 19"/>
                    <a:gd name="GluePoint3X" fmla="*/ 23 w 26"/>
                    <a:gd name="GluePoint3Y" fmla="*/ 12 h 19"/>
                    <a:gd name="GluePoint4X" fmla="*/ 12 w 26"/>
                    <a:gd name="GluePoint4Y" fmla="*/ 18 h 19"/>
                    <a:gd name="GluePoint5X" fmla="*/ 3 w 26"/>
                    <a:gd name="GluePoint5Y" fmla="*/ 11 h 19"/>
                    <a:gd name="GluePoint6X" fmla="*/ 0 w 26"/>
                    <a:gd name="GluePoint6Y" fmla="*/ 0 h 1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4720" tIns="14040" rIns="54720" bIns="140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  <p:grpSp>
          <p:nvGrpSpPr>
            <p:cNvPr id="1074" name="组合 34"/>
            <p:cNvGrpSpPr/>
            <p:nvPr/>
          </p:nvGrpSpPr>
          <p:grpSpPr>
            <a:xfrm>
              <a:off x="587160" y="6381720"/>
              <a:ext cx="1100160" cy="304560"/>
              <a:chOff x="587160" y="6381720"/>
              <a:chExt cx="1100160" cy="304560"/>
            </a:xfrm>
          </p:grpSpPr>
          <p:grpSp>
            <p:nvGrpSpPr>
              <p:cNvPr id="1075" name="组合 35"/>
              <p:cNvGrpSpPr/>
              <p:nvPr/>
            </p:nvGrpSpPr>
            <p:grpSpPr>
              <a:xfrm>
                <a:off x="1171800" y="6431400"/>
                <a:ext cx="212760" cy="223560"/>
                <a:chOff x="1171800" y="6431400"/>
                <a:chExt cx="212760" cy="223560"/>
              </a:xfrm>
            </p:grpSpPr>
            <p:sp>
              <p:nvSpPr>
                <p:cNvPr id="1076" name="Freeform 9"/>
                <p:cNvSpPr/>
                <p:nvPr/>
              </p:nvSpPr>
              <p:spPr>
                <a:xfrm>
                  <a:off x="1171800" y="6447960"/>
                  <a:ext cx="110520" cy="187920"/>
                </a:xfrm>
                <a:custGeom>
                  <a:avLst/>
                  <a:gdLst>
                    <a:gd name="textAreaLeft" fmla="*/ 0 w 110520"/>
                    <a:gd name="textAreaRight" fmla="*/ 110880 w 110520"/>
                    <a:gd name="textAreaTop" fmla="*/ 0 h 187920"/>
                    <a:gd name="textAreaBottom" fmla="*/ 188280 h 187920"/>
                    <a:gd name="GluePoint1X" fmla="*/ 39 w 59"/>
                    <a:gd name="GluePoint1Y" fmla="*/ 78 h 101"/>
                    <a:gd name="GluePoint2X" fmla="*/ 17 w 59"/>
                    <a:gd name="GluePoint2Y" fmla="*/ 94 h 101"/>
                    <a:gd name="GluePoint3X" fmla="*/ 8 w 59"/>
                    <a:gd name="GluePoint3Y" fmla="*/ 94 h 101"/>
                    <a:gd name="GluePoint4X" fmla="*/ 0 w 59"/>
                    <a:gd name="GluePoint4Y" fmla="*/ 79 h 101"/>
                    <a:gd name="GluePoint5X" fmla="*/ 17 w 59"/>
                    <a:gd name="GluePoint5Y" fmla="*/ 73 h 101"/>
                    <a:gd name="GluePoint6X" fmla="*/ 10 w 59"/>
                    <a:gd name="GluePoint6Y" fmla="*/ 68 h 101"/>
                    <a:gd name="GluePoint7X" fmla="*/ 8 w 59"/>
                    <a:gd name="GluePoint7Y" fmla="*/ 60 h 101"/>
                    <a:gd name="GluePoint8X" fmla="*/ 18 w 59"/>
                    <a:gd name="GluePoint8Y" fmla="*/ 23 h 101"/>
                    <a:gd name="GluePoint9X" fmla="*/ 26 w 59"/>
                    <a:gd name="GluePoint9Y" fmla="*/ 17 h 101"/>
                    <a:gd name="GluePoint10X" fmla="*/ 36 w 59"/>
                    <a:gd name="GluePoint10Y" fmla="*/ 26 h 101"/>
                    <a:gd name="GluePoint11X" fmla="*/ 36 w 59"/>
                    <a:gd name="GluePoint11Y" fmla="*/ 27 h 101"/>
                    <a:gd name="GluePoint12X" fmla="*/ 43 w 59"/>
                    <a:gd name="GluePoint12Y" fmla="*/ 40 h 101"/>
                    <a:gd name="GluePoint13X" fmla="*/ 42 w 59"/>
                    <a:gd name="GluePoint13Y" fmla="*/ 12 h 101"/>
                    <a:gd name="GluePoint14X" fmla="*/ 21 w 59"/>
                    <a:gd name="GluePoint14Y" fmla="*/ 5 h 101"/>
                    <a:gd name="GluePoint15X" fmla="*/ 44 w 59"/>
                    <a:gd name="GluePoint15Y" fmla="*/ 1 h 101"/>
                    <a:gd name="GluePoint16X" fmla="*/ 57 w 59"/>
                    <a:gd name="GluePoint16Y" fmla="*/ 17 h 101"/>
                    <a:gd name="GluePoint17X" fmla="*/ 56 w 59"/>
                    <a:gd name="GluePoint17Y" fmla="*/ 48 h 101"/>
                    <a:gd name="GluePoint18X" fmla="*/ 57 w 59"/>
                    <a:gd name="GluePoint18Y" fmla="*/ 55 h 101"/>
                    <a:gd name="GluePoint19X" fmla="*/ 55 w 59"/>
                    <a:gd name="GluePoint19Y" fmla="*/ 64 h 101"/>
                    <a:gd name="GluePoint20X" fmla="*/ 54 w 59"/>
                    <a:gd name="GluePoint20Y" fmla="*/ 71 h 101"/>
                    <a:gd name="GluePoint21X" fmla="*/ 52 w 59"/>
                    <a:gd name="GluePoint21Y" fmla="*/ 95 h 101"/>
                    <a:gd name="GluePoint22X" fmla="*/ 49 w 59"/>
                    <a:gd name="GluePoint22Y" fmla="*/ 101 h 101"/>
                    <a:gd name="GluePoint23X" fmla="*/ 43 w 59"/>
                    <a:gd name="GluePoint23Y" fmla="*/ 98 h 101"/>
                    <a:gd name="GluePoint24X" fmla="*/ 38 w 59"/>
                    <a:gd name="GluePoint24Y" fmla="*/ 86 h 101"/>
                    <a:gd name="GluePoint25X" fmla="*/ 39 w 59"/>
                    <a:gd name="GluePoint25Y" fmla="*/ 78 h 101"/>
                    <a:gd name="GluePoint26X" fmla="*/ 42 w 59"/>
                    <a:gd name="GluePoint26Y" fmla="*/ 47 h 101"/>
                    <a:gd name="GluePoint27X" fmla="*/ 32 w 59"/>
                    <a:gd name="GluePoint27Y" fmla="*/ 44 h 101"/>
                    <a:gd name="GluePoint28X" fmla="*/ 29 w 59"/>
                    <a:gd name="GluePoint28Y" fmla="*/ 64 h 101"/>
                    <a:gd name="GluePoint29X" fmla="*/ 42 w 59"/>
                    <a:gd name="GluePoint29Y" fmla="*/ 47 h 10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</a:cxnLst>
                  <a:rect l="textAreaLeft" t="textAreaTop" r="textAreaRight" b="textAreaBottom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077" name="Freeform 10"/>
                <p:cNvSpPr/>
                <p:nvPr/>
              </p:nvSpPr>
              <p:spPr>
                <a:xfrm>
                  <a:off x="1280880" y="6431400"/>
                  <a:ext cx="103680" cy="223560"/>
                </a:xfrm>
                <a:custGeom>
                  <a:avLst/>
                  <a:gdLst>
                    <a:gd name="textAreaLeft" fmla="*/ 0 w 103680"/>
                    <a:gd name="textAreaRight" fmla="*/ 104040 w 103680"/>
                    <a:gd name="textAreaTop" fmla="*/ 0 h 223560"/>
                    <a:gd name="textAreaBottom" fmla="*/ 223920 h 223560"/>
                    <a:gd name="GluePoint1X" fmla="*/ 11 w 55"/>
                    <a:gd name="GluePoint1Y" fmla="*/ 89 h 120"/>
                    <a:gd name="GluePoint2X" fmla="*/ 10 w 55"/>
                    <a:gd name="GluePoint2Y" fmla="*/ 100 h 120"/>
                    <a:gd name="GluePoint3X" fmla="*/ 6 w 55"/>
                    <a:gd name="GluePoint3Y" fmla="*/ 104 h 120"/>
                    <a:gd name="GluePoint4X" fmla="*/ 1 w 55"/>
                    <a:gd name="GluePoint4Y" fmla="*/ 99 h 120"/>
                    <a:gd name="GluePoint5X" fmla="*/ 3 w 55"/>
                    <a:gd name="GluePoint5Y" fmla="*/ 84 h 120"/>
                    <a:gd name="GluePoint6X" fmla="*/ 14 w 55"/>
                    <a:gd name="GluePoint6Y" fmla="*/ 37 h 120"/>
                    <a:gd name="GluePoint7X" fmla="*/ 22 w 55"/>
                    <a:gd name="GluePoint7Y" fmla="*/ 11 h 120"/>
                    <a:gd name="GluePoint8X" fmla="*/ 26 w 55"/>
                    <a:gd name="GluePoint8Y" fmla="*/ 19 h 120"/>
                    <a:gd name="GluePoint9X" fmla="*/ 20 w 55"/>
                    <a:gd name="GluePoint9Y" fmla="*/ 40 h 120"/>
                    <a:gd name="GluePoint10X" fmla="*/ 27 w 55"/>
                    <a:gd name="GluePoint10Y" fmla="*/ 35 h 120"/>
                    <a:gd name="GluePoint11X" fmla="*/ 35 w 55"/>
                    <a:gd name="GluePoint11Y" fmla="*/ 30 h 120"/>
                    <a:gd name="GluePoint12X" fmla="*/ 33 w 55"/>
                    <a:gd name="GluePoint12Y" fmla="*/ 9 h 120"/>
                    <a:gd name="GluePoint13X" fmla="*/ 28 w 55"/>
                    <a:gd name="GluePoint13Y" fmla="*/ 8 h 120"/>
                    <a:gd name="GluePoint14X" fmla="*/ 19 w 55"/>
                    <a:gd name="GluePoint14Y" fmla="*/ 12 h 120"/>
                    <a:gd name="GluePoint15X" fmla="*/ 12 w 55"/>
                    <a:gd name="GluePoint15Y" fmla="*/ 15 h 120"/>
                    <a:gd name="GluePoint16X" fmla="*/ 9 w 55"/>
                    <a:gd name="GluePoint16Y" fmla="*/ 11 h 120"/>
                    <a:gd name="GluePoint17X" fmla="*/ 11 w 55"/>
                    <a:gd name="GluePoint17Y" fmla="*/ 8 h 120"/>
                    <a:gd name="GluePoint18X" fmla="*/ 31 w 55"/>
                    <a:gd name="GluePoint18Y" fmla="*/ 0 h 120"/>
                    <a:gd name="GluePoint19X" fmla="*/ 45 w 55"/>
                    <a:gd name="GluePoint19Y" fmla="*/ 15 h 120"/>
                    <a:gd name="GluePoint20X" fmla="*/ 44 w 55"/>
                    <a:gd name="GluePoint20Y" fmla="*/ 46 h 120"/>
                    <a:gd name="GluePoint21X" fmla="*/ 48 w 55"/>
                    <a:gd name="GluePoint21Y" fmla="*/ 54 h 120"/>
                    <a:gd name="GluePoint22X" fmla="*/ 48 w 55"/>
                    <a:gd name="GluePoint22Y" fmla="*/ 71 h 120"/>
                    <a:gd name="GluePoint23X" fmla="*/ 44 w 55"/>
                    <a:gd name="GluePoint23Y" fmla="*/ 77 h 120"/>
                    <a:gd name="GluePoint24X" fmla="*/ 44 w 55"/>
                    <a:gd name="GluePoint24Y" fmla="*/ 110 h 120"/>
                    <a:gd name="GluePoint25X" fmla="*/ 44 w 55"/>
                    <a:gd name="GluePoint25Y" fmla="*/ 114 h 120"/>
                    <a:gd name="GluePoint26X" fmla="*/ 41 w 55"/>
                    <a:gd name="GluePoint26Y" fmla="*/ 120 h 120"/>
                    <a:gd name="GluePoint27X" fmla="*/ 32 w 55"/>
                    <a:gd name="GluePoint27Y" fmla="*/ 118 h 120"/>
                    <a:gd name="GluePoint28X" fmla="*/ 13 w 55"/>
                    <a:gd name="GluePoint28Y" fmla="*/ 91 h 120"/>
                    <a:gd name="GluePoint29X" fmla="*/ 12 w 55"/>
                    <a:gd name="GluePoint29Y" fmla="*/ 89 h 120"/>
                    <a:gd name="GluePoint30X" fmla="*/ 11 w 55"/>
                    <a:gd name="GluePoint30Y" fmla="*/ 89 h 120"/>
                    <a:gd name="GluePoint31X" fmla="*/ 24 w 55"/>
                    <a:gd name="GluePoint31Y" fmla="*/ 76 h 120"/>
                    <a:gd name="GluePoint32X" fmla="*/ 23 w 55"/>
                    <a:gd name="GluePoint32Y" fmla="*/ 74 h 120"/>
                    <a:gd name="GluePoint33X" fmla="*/ 27 w 55"/>
                    <a:gd name="GluePoint33Y" fmla="*/ 71 h 120"/>
                    <a:gd name="GluePoint34X" fmla="*/ 33 w 55"/>
                    <a:gd name="GluePoint34Y" fmla="*/ 67 h 120"/>
                    <a:gd name="GluePoint35X" fmla="*/ 32 w 55"/>
                    <a:gd name="GluePoint35Y" fmla="*/ 63 h 120"/>
                    <a:gd name="GluePoint36X" fmla="*/ 22 w 55"/>
                    <a:gd name="GluePoint36Y" fmla="*/ 52 h 120"/>
                    <a:gd name="GluePoint37X" fmla="*/ 18 w 55"/>
                    <a:gd name="GluePoint37Y" fmla="*/ 89 h 120"/>
                    <a:gd name="GluePoint38X" fmla="*/ 33 w 55"/>
                    <a:gd name="GluePoint38Y" fmla="*/ 107 h 120"/>
                    <a:gd name="GluePoint39X" fmla="*/ 35 w 55"/>
                    <a:gd name="GluePoint39Y" fmla="*/ 77 h 120"/>
                    <a:gd name="GluePoint40X" fmla="*/ 31 w 55"/>
                    <a:gd name="GluePoint40Y" fmla="*/ 75 h 120"/>
                    <a:gd name="GluePoint41X" fmla="*/ 24 w 55"/>
                    <a:gd name="GluePoint41Y" fmla="*/ 76 h 12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</a:cxnLst>
                  <a:rect l="textAreaLeft" t="textAreaTop" r="textAreaRight" b="textAreaBottom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1078" name="组合 36"/>
              <p:cNvGrpSpPr/>
              <p:nvPr/>
            </p:nvGrpSpPr>
            <p:grpSpPr>
              <a:xfrm>
                <a:off x="587160" y="6381720"/>
                <a:ext cx="241200" cy="304560"/>
                <a:chOff x="587160" y="6381720"/>
                <a:chExt cx="241200" cy="304560"/>
              </a:xfrm>
            </p:grpSpPr>
            <p:sp>
              <p:nvSpPr>
                <p:cNvPr id="1079" name="Freeform 13"/>
                <p:cNvSpPr/>
                <p:nvPr/>
              </p:nvSpPr>
              <p:spPr>
                <a:xfrm>
                  <a:off x="587160" y="6381720"/>
                  <a:ext cx="241200" cy="288000"/>
                </a:xfrm>
                <a:custGeom>
                  <a:avLst/>
                  <a:gdLst>
                    <a:gd name="textAreaLeft" fmla="*/ 0 w 241200"/>
                    <a:gd name="textAreaRight" fmla="*/ 241560 w 241200"/>
                    <a:gd name="textAreaTop" fmla="*/ 0 h 288000"/>
                    <a:gd name="textAreaBottom" fmla="*/ 288360 h 288000"/>
                    <a:gd name="GluePoint1X" fmla="*/ 54 w 128"/>
                    <a:gd name="GluePoint1Y" fmla="*/ 76 h 154"/>
                    <a:gd name="GluePoint2X" fmla="*/ 66 w 128"/>
                    <a:gd name="GluePoint2Y" fmla="*/ 53 h 154"/>
                    <a:gd name="GluePoint3X" fmla="*/ 49 w 128"/>
                    <a:gd name="GluePoint3Y" fmla="*/ 47 h 154"/>
                    <a:gd name="GluePoint4X" fmla="*/ 64 w 128"/>
                    <a:gd name="GluePoint4Y" fmla="*/ 44 h 154"/>
                    <a:gd name="GluePoint5X" fmla="*/ 83 w 128"/>
                    <a:gd name="GluePoint5Y" fmla="*/ 6 h 154"/>
                    <a:gd name="GluePoint6X" fmla="*/ 91 w 128"/>
                    <a:gd name="GluePoint6Y" fmla="*/ 11 h 154"/>
                    <a:gd name="GluePoint7X" fmla="*/ 96 w 128"/>
                    <a:gd name="GluePoint7Y" fmla="*/ 36 h 154"/>
                    <a:gd name="GluePoint8X" fmla="*/ 106 w 128"/>
                    <a:gd name="GluePoint8Y" fmla="*/ 41 h 154"/>
                    <a:gd name="GluePoint9X" fmla="*/ 82 w 128"/>
                    <a:gd name="GluePoint9Y" fmla="*/ 50 h 154"/>
                    <a:gd name="GluePoint10X" fmla="*/ 71 w 128"/>
                    <a:gd name="GluePoint10Y" fmla="*/ 65 h 154"/>
                    <a:gd name="GluePoint11X" fmla="*/ 110 w 128"/>
                    <a:gd name="GluePoint11Y" fmla="*/ 74 h 154"/>
                    <a:gd name="GluePoint12X" fmla="*/ 101 w 128"/>
                    <a:gd name="GluePoint12Y" fmla="*/ 87 h 154"/>
                    <a:gd name="GluePoint13X" fmla="*/ 111 w 128"/>
                    <a:gd name="GluePoint13Y" fmla="*/ 98 h 154"/>
                    <a:gd name="GluePoint14X" fmla="*/ 92 w 128"/>
                    <a:gd name="GluePoint14Y" fmla="*/ 104 h 154"/>
                    <a:gd name="GluePoint15X" fmla="*/ 86 w 128"/>
                    <a:gd name="GluePoint15Y" fmla="*/ 116 h 154"/>
                    <a:gd name="GluePoint16X" fmla="*/ 124 w 128"/>
                    <a:gd name="GluePoint16Y" fmla="*/ 112 h 154"/>
                    <a:gd name="GluePoint17X" fmla="*/ 120 w 128"/>
                    <a:gd name="GluePoint17Y" fmla="*/ 122 h 154"/>
                    <a:gd name="GluePoint18X" fmla="*/ 111 w 128"/>
                    <a:gd name="GluePoint18Y" fmla="*/ 144 h 154"/>
                    <a:gd name="GluePoint19X" fmla="*/ 105 w 128"/>
                    <a:gd name="GluePoint19Y" fmla="*/ 153 h 154"/>
                    <a:gd name="GluePoint20X" fmla="*/ 55 w 128"/>
                    <a:gd name="GluePoint20Y" fmla="*/ 129 h 154"/>
                    <a:gd name="GluePoint21X" fmla="*/ 53 w 128"/>
                    <a:gd name="GluePoint21Y" fmla="*/ 121 h 154"/>
                    <a:gd name="GluePoint22X" fmla="*/ 61 w 128"/>
                    <a:gd name="GluePoint22Y" fmla="*/ 125 h 154"/>
                    <a:gd name="GluePoint23X" fmla="*/ 94 w 128"/>
                    <a:gd name="GluePoint23Y" fmla="*/ 140 h 154"/>
                    <a:gd name="GluePoint24X" fmla="*/ 85 w 128"/>
                    <a:gd name="GluePoint24Y" fmla="*/ 127 h 154"/>
                    <a:gd name="GluePoint25X" fmla="*/ 71 w 128"/>
                    <a:gd name="GluePoint25Y" fmla="*/ 108 h 154"/>
                    <a:gd name="GluePoint26X" fmla="*/ 52 w 128"/>
                    <a:gd name="GluePoint26Y" fmla="*/ 113 h 154"/>
                    <a:gd name="GluePoint27X" fmla="*/ 38 w 128"/>
                    <a:gd name="GluePoint27Y" fmla="*/ 97 h 154"/>
                    <a:gd name="GluePoint28X" fmla="*/ 51 w 128"/>
                    <a:gd name="GluePoint28Y" fmla="*/ 97 h 154"/>
                    <a:gd name="GluePoint29X" fmla="*/ 34 w 128"/>
                    <a:gd name="GluePoint29Y" fmla="*/ 93 h 154"/>
                    <a:gd name="GluePoint30X" fmla="*/ 35 w 128"/>
                    <a:gd name="GluePoint30Y" fmla="*/ 105 h 154"/>
                    <a:gd name="GluePoint31X" fmla="*/ 26 w 128"/>
                    <a:gd name="GluePoint31Y" fmla="*/ 154 h 154"/>
                    <a:gd name="GluePoint32X" fmla="*/ 20 w 128"/>
                    <a:gd name="GluePoint32Y" fmla="*/ 118 h 154"/>
                    <a:gd name="GluePoint33X" fmla="*/ 0 w 128"/>
                    <a:gd name="GluePoint33Y" fmla="*/ 103 h 154"/>
                    <a:gd name="GluePoint34X" fmla="*/ 19 w 128"/>
                    <a:gd name="GluePoint34Y" fmla="*/ 72 h 154"/>
                    <a:gd name="GluePoint35X" fmla="*/ 25 w 128"/>
                    <a:gd name="GluePoint35Y" fmla="*/ 51 h 154"/>
                    <a:gd name="GluePoint36X" fmla="*/ 39 w 128"/>
                    <a:gd name="GluePoint36Y" fmla="*/ 14 h 154"/>
                    <a:gd name="GluePoint37X" fmla="*/ 51 w 128"/>
                    <a:gd name="GluePoint37Y" fmla="*/ 24 h 154"/>
                    <a:gd name="GluePoint38X" fmla="*/ 39 w 128"/>
                    <a:gd name="GluePoint38Y" fmla="*/ 44 h 154"/>
                    <a:gd name="GluePoint39X" fmla="*/ 48 w 128"/>
                    <a:gd name="GluePoint39Y" fmla="*/ 73 h 154"/>
                    <a:gd name="GluePoint40X" fmla="*/ 81 w 128"/>
                    <a:gd name="GluePoint40Y" fmla="*/ 90 h 154"/>
                    <a:gd name="GluePoint41X" fmla="*/ 92 w 128"/>
                    <a:gd name="GluePoint41Y" fmla="*/ 71 h 154"/>
                    <a:gd name="GluePoint42X" fmla="*/ 81 w 128"/>
                    <a:gd name="GluePoint42Y" fmla="*/ 80 h 154"/>
                    <a:gd name="GluePoint43X" fmla="*/ 76 w 128"/>
                    <a:gd name="GluePoint43Y" fmla="*/ 73 h 154"/>
                    <a:gd name="GluePoint44X" fmla="*/ 67 w 128"/>
                    <a:gd name="GluePoint44Y" fmla="*/ 79 h 154"/>
                    <a:gd name="GluePoint45X" fmla="*/ 76 w 128"/>
                    <a:gd name="GluePoint45Y" fmla="*/ 73 h 154"/>
                    <a:gd name="GluePoint46X" fmla="*/ 56 w 128"/>
                    <a:gd name="GluePoint46Y" fmla="*/ 88 h 154"/>
                    <a:gd name="GluePoint47X" fmla="*/ 63 w 128"/>
                    <a:gd name="GluePoint47Y" fmla="*/ 81 h 154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</a:cxnLst>
                  <a:rect l="textAreaLeft" t="textAreaTop" r="textAreaRight" b="textAreaBottom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080" name="Freeform 14"/>
                <p:cNvSpPr/>
                <p:nvPr/>
              </p:nvSpPr>
              <p:spPr>
                <a:xfrm>
                  <a:off x="653760" y="6606360"/>
                  <a:ext cx="29520" cy="79920"/>
                </a:xfrm>
                <a:custGeom>
                  <a:avLst/>
                  <a:gdLst>
                    <a:gd name="textAreaLeft" fmla="*/ 0 w 29520"/>
                    <a:gd name="textAreaRight" fmla="*/ 29880 w 29520"/>
                    <a:gd name="textAreaTop" fmla="*/ 0 h 79920"/>
                    <a:gd name="textAreaBottom" fmla="*/ 80280 h 79920"/>
                    <a:gd name="GluePoint1X" fmla="*/ 9 w 16"/>
                    <a:gd name="GluePoint1Y" fmla="*/ 0 h 43"/>
                    <a:gd name="GluePoint2X" fmla="*/ 15 w 16"/>
                    <a:gd name="GluePoint2Y" fmla="*/ 11 h 43"/>
                    <a:gd name="GluePoint3X" fmla="*/ 9 w 16"/>
                    <a:gd name="GluePoint3Y" fmla="*/ 43 h 43"/>
                    <a:gd name="GluePoint4X" fmla="*/ 2 w 16"/>
                    <a:gd name="GluePoint4Y" fmla="*/ 39 h 43"/>
                    <a:gd name="GluePoint5X" fmla="*/ 0 w 16"/>
                    <a:gd name="GluePoint5Y" fmla="*/ 35 h 43"/>
                    <a:gd name="GluePoint6X" fmla="*/ 9 w 16"/>
                    <a:gd name="GluePoint6Y" fmla="*/ 0 h 4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34200" tIns="39960" rIns="34200" bIns="3996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1081" name="组合 37"/>
              <p:cNvGrpSpPr/>
              <p:nvPr/>
            </p:nvGrpSpPr>
            <p:grpSpPr>
              <a:xfrm>
                <a:off x="914400" y="6468840"/>
                <a:ext cx="161640" cy="139320"/>
                <a:chOff x="914400" y="6468840"/>
                <a:chExt cx="161640" cy="139320"/>
              </a:xfrm>
            </p:grpSpPr>
            <p:sp>
              <p:nvSpPr>
                <p:cNvPr id="1082" name="Freeform 18"/>
                <p:cNvSpPr/>
                <p:nvPr/>
              </p:nvSpPr>
              <p:spPr>
                <a:xfrm>
                  <a:off x="968760" y="6468840"/>
                  <a:ext cx="107280" cy="139320"/>
                </a:xfrm>
                <a:custGeom>
                  <a:avLst/>
                  <a:gdLst>
                    <a:gd name="textAreaLeft" fmla="*/ 0 w 107280"/>
                    <a:gd name="textAreaRight" fmla="*/ 107640 w 107280"/>
                    <a:gd name="textAreaTop" fmla="*/ 0 h 139320"/>
                    <a:gd name="textAreaBottom" fmla="*/ 139680 h 139320"/>
                    <a:gd name="GluePoint1X" fmla="*/ 49 w 57"/>
                    <a:gd name="GluePoint1Y" fmla="*/ 74 h 75"/>
                    <a:gd name="GluePoint2X" fmla="*/ 40 w 57"/>
                    <a:gd name="GluePoint2Y" fmla="*/ 67 h 75"/>
                    <a:gd name="GluePoint3X" fmla="*/ 33 w 57"/>
                    <a:gd name="GluePoint3Y" fmla="*/ 48 h 75"/>
                    <a:gd name="GluePoint4X" fmla="*/ 27 w 57"/>
                    <a:gd name="GluePoint4Y" fmla="*/ 46 h 75"/>
                    <a:gd name="GluePoint5X" fmla="*/ 11 w 57"/>
                    <a:gd name="GluePoint5Y" fmla="*/ 60 h 75"/>
                    <a:gd name="GluePoint6X" fmla="*/ 5 w 57"/>
                    <a:gd name="GluePoint6Y" fmla="*/ 60 h 75"/>
                    <a:gd name="GluePoint7X" fmla="*/ 6 w 57"/>
                    <a:gd name="GluePoint7Y" fmla="*/ 46 h 75"/>
                    <a:gd name="GluePoint8X" fmla="*/ 27 w 57"/>
                    <a:gd name="GluePoint8Y" fmla="*/ 26 h 75"/>
                    <a:gd name="GluePoint9X" fmla="*/ 40 w 57"/>
                    <a:gd name="GluePoint9Y" fmla="*/ 10 h 75"/>
                    <a:gd name="GluePoint10X" fmla="*/ 41 w 57"/>
                    <a:gd name="GluePoint10Y" fmla="*/ 6 h 75"/>
                    <a:gd name="GluePoint11X" fmla="*/ 45 w 57"/>
                    <a:gd name="GluePoint11Y" fmla="*/ 0 h 75"/>
                    <a:gd name="GluePoint12X" fmla="*/ 53 w 57"/>
                    <a:gd name="GluePoint12Y" fmla="*/ 3 h 75"/>
                    <a:gd name="GluePoint13X" fmla="*/ 53 w 57"/>
                    <a:gd name="GluePoint13Y" fmla="*/ 20 h 75"/>
                    <a:gd name="GluePoint14X" fmla="*/ 37 w 57"/>
                    <a:gd name="GluePoint14Y" fmla="*/ 38 h 75"/>
                    <a:gd name="GluePoint15X" fmla="*/ 49 w 57"/>
                    <a:gd name="GluePoint15Y" fmla="*/ 74 h 7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083" name="Freeform 19"/>
                <p:cNvSpPr/>
                <p:nvPr/>
              </p:nvSpPr>
              <p:spPr>
                <a:xfrm>
                  <a:off x="914400" y="6503760"/>
                  <a:ext cx="54000" cy="102960"/>
                </a:xfrm>
                <a:custGeom>
                  <a:avLst/>
                  <a:gdLst>
                    <a:gd name="textAreaLeft" fmla="*/ 0 w 54000"/>
                    <a:gd name="textAreaRight" fmla="*/ 54360 w 54000"/>
                    <a:gd name="textAreaTop" fmla="*/ 0 h 102960"/>
                    <a:gd name="textAreaBottom" fmla="*/ 103320 h 102960"/>
                    <a:gd name="GluePoint1X" fmla="*/ 12 w 29"/>
                    <a:gd name="GluePoint1Y" fmla="*/ 30 h 55"/>
                    <a:gd name="GluePoint2X" fmla="*/ 20 w 29"/>
                    <a:gd name="GluePoint2Y" fmla="*/ 7 h 55"/>
                    <a:gd name="GluePoint3X" fmla="*/ 25 w 29"/>
                    <a:gd name="GluePoint3Y" fmla="*/ 1 h 55"/>
                    <a:gd name="GluePoint4X" fmla="*/ 26 w 29"/>
                    <a:gd name="GluePoint4Y" fmla="*/ 9 h 55"/>
                    <a:gd name="GluePoint5X" fmla="*/ 16 w 29"/>
                    <a:gd name="GluePoint5Y" fmla="*/ 39 h 55"/>
                    <a:gd name="GluePoint6X" fmla="*/ 13 w 29"/>
                    <a:gd name="GluePoint6Y" fmla="*/ 52 h 55"/>
                    <a:gd name="GluePoint7X" fmla="*/ 7 w 29"/>
                    <a:gd name="GluePoint7Y" fmla="*/ 54 h 55"/>
                    <a:gd name="GluePoint8X" fmla="*/ 2 w 29"/>
                    <a:gd name="GluePoint8Y" fmla="*/ 41 h 55"/>
                    <a:gd name="GluePoint9X" fmla="*/ 3 w 29"/>
                    <a:gd name="GluePoint9Y" fmla="*/ 32 h 55"/>
                    <a:gd name="GluePoint10X" fmla="*/ 2 w 29"/>
                    <a:gd name="GluePoint10Y" fmla="*/ 6 h 55"/>
                    <a:gd name="GluePoint11X" fmla="*/ 6 w 29"/>
                    <a:gd name="GluePoint11Y" fmla="*/ 5 h 55"/>
                    <a:gd name="GluePoint12X" fmla="*/ 10 w 29"/>
                    <a:gd name="GluePoint12Y" fmla="*/ 14 h 55"/>
                    <a:gd name="GluePoint13X" fmla="*/ 11 w 29"/>
                    <a:gd name="GluePoint13Y" fmla="*/ 30 h 55"/>
                    <a:gd name="GluePoint14X" fmla="*/ 12 w 29"/>
                    <a:gd name="GluePoint14Y" fmla="*/ 30 h 5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61920" rIns="6192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084" name="Freeform 20"/>
                <p:cNvSpPr/>
                <p:nvPr/>
              </p:nvSpPr>
              <p:spPr>
                <a:xfrm>
                  <a:off x="946440" y="6470280"/>
                  <a:ext cx="50040" cy="31680"/>
                </a:xfrm>
                <a:custGeom>
                  <a:avLst/>
                  <a:gdLst>
                    <a:gd name="textAreaLeft" fmla="*/ 0 w 50040"/>
                    <a:gd name="textAreaRight" fmla="*/ 50400 w 50040"/>
                    <a:gd name="textAreaTop" fmla="*/ 0 h 31680"/>
                    <a:gd name="textAreaBottom" fmla="*/ 32040 h 31680"/>
                    <a:gd name="GluePoint1X" fmla="*/ 27 w 27"/>
                    <a:gd name="GluePoint1Y" fmla="*/ 1 h 17"/>
                    <a:gd name="GluePoint2X" fmla="*/ 16 w 27"/>
                    <a:gd name="GluePoint2Y" fmla="*/ 14 h 17"/>
                    <a:gd name="GluePoint3X" fmla="*/ 5 w 27"/>
                    <a:gd name="GluePoint3Y" fmla="*/ 13 h 17"/>
                    <a:gd name="GluePoint4X" fmla="*/ 0 w 27"/>
                    <a:gd name="GluePoint4Y" fmla="*/ 4 h 17"/>
                    <a:gd name="GluePoint5X" fmla="*/ 9 w 27"/>
                    <a:gd name="GluePoint5Y" fmla="*/ 2 h 17"/>
                    <a:gd name="GluePoint6X" fmla="*/ 27 w 27"/>
                    <a:gd name="GluePoint6Y" fmla="*/ 0 h 17"/>
                    <a:gd name="GluePoint7X" fmla="*/ 27 w 27"/>
                    <a:gd name="GluePoint7Y" fmla="*/ 1 h 1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</a:cxnLst>
                  <a:rect l="textAreaLeft" t="textAreaTop" r="textAreaRight" b="textAreaBottom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7240" tIns="15840" rIns="57240" bIns="158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1085" name="组合 38"/>
              <p:cNvGrpSpPr/>
              <p:nvPr/>
            </p:nvGrpSpPr>
            <p:grpSpPr>
              <a:xfrm>
                <a:off x="1501920" y="6443640"/>
                <a:ext cx="185400" cy="184680"/>
                <a:chOff x="1501920" y="6443640"/>
                <a:chExt cx="185400" cy="184680"/>
              </a:xfrm>
            </p:grpSpPr>
            <p:sp>
              <p:nvSpPr>
                <p:cNvPr id="1086" name="Freeform 11"/>
                <p:cNvSpPr/>
                <p:nvPr/>
              </p:nvSpPr>
              <p:spPr>
                <a:xfrm>
                  <a:off x="1557720" y="6443640"/>
                  <a:ext cx="129600" cy="181440"/>
                </a:xfrm>
                <a:custGeom>
                  <a:avLst/>
                  <a:gdLst>
                    <a:gd name="textAreaLeft" fmla="*/ 0 w 129600"/>
                    <a:gd name="textAreaRight" fmla="*/ 129960 w 129600"/>
                    <a:gd name="textAreaTop" fmla="*/ 0 h 181440"/>
                    <a:gd name="textAreaBottom" fmla="*/ 181800 h 181440"/>
                    <a:gd name="GluePoint1X" fmla="*/ 29 w 72"/>
                    <a:gd name="GluePoint1Y" fmla="*/ 49 h 102"/>
                    <a:gd name="GluePoint2X" fmla="*/ 15 w 72"/>
                    <a:gd name="GluePoint2Y" fmla="*/ 43 h 102"/>
                    <a:gd name="GluePoint3X" fmla="*/ 10 w 72"/>
                    <a:gd name="GluePoint3Y" fmla="*/ 21 h 102"/>
                    <a:gd name="GluePoint4X" fmla="*/ 13 w 72"/>
                    <a:gd name="GluePoint4Y" fmla="*/ 15 h 102"/>
                    <a:gd name="GluePoint5X" fmla="*/ 19 w 72"/>
                    <a:gd name="GluePoint5Y" fmla="*/ 18 h 102"/>
                    <a:gd name="GluePoint6X" fmla="*/ 20 w 72"/>
                    <a:gd name="GluePoint6Y" fmla="*/ 26 h 102"/>
                    <a:gd name="GluePoint7X" fmla="*/ 35 w 72"/>
                    <a:gd name="GluePoint7Y" fmla="*/ 22 h 102"/>
                    <a:gd name="GluePoint8X" fmla="*/ 40 w 72"/>
                    <a:gd name="GluePoint8Y" fmla="*/ 16 h 102"/>
                    <a:gd name="GluePoint9X" fmla="*/ 43 w 72"/>
                    <a:gd name="GluePoint9Y" fmla="*/ 14 h 102"/>
                    <a:gd name="GluePoint10X" fmla="*/ 44 w 72"/>
                    <a:gd name="GluePoint10Y" fmla="*/ 19 h 102"/>
                    <a:gd name="GluePoint11X" fmla="*/ 43 w 72"/>
                    <a:gd name="GluePoint11Y" fmla="*/ 28 h 102"/>
                    <a:gd name="GluePoint12X" fmla="*/ 36 w 72"/>
                    <a:gd name="GluePoint12Y" fmla="*/ 40 h 102"/>
                    <a:gd name="GluePoint13X" fmla="*/ 37 w 72"/>
                    <a:gd name="GluePoint13Y" fmla="*/ 42 h 102"/>
                    <a:gd name="GluePoint14X" fmla="*/ 44 w 72"/>
                    <a:gd name="GluePoint14Y" fmla="*/ 38 h 102"/>
                    <a:gd name="GluePoint15X" fmla="*/ 56 w 72"/>
                    <a:gd name="GluePoint15Y" fmla="*/ 20 h 102"/>
                    <a:gd name="GluePoint16X" fmla="*/ 49 w 72"/>
                    <a:gd name="GluePoint16Y" fmla="*/ 9 h 102"/>
                    <a:gd name="GluePoint17X" fmla="*/ 28 w 72"/>
                    <a:gd name="GluePoint17Y" fmla="*/ 14 h 102"/>
                    <a:gd name="GluePoint18X" fmla="*/ 20 w 72"/>
                    <a:gd name="GluePoint18Y" fmla="*/ 13 h 102"/>
                    <a:gd name="GluePoint19X" fmla="*/ 22 w 72"/>
                    <a:gd name="GluePoint19Y" fmla="*/ 6 h 102"/>
                    <a:gd name="GluePoint20X" fmla="*/ 50 w 72"/>
                    <a:gd name="GluePoint20Y" fmla="*/ 1 h 102"/>
                    <a:gd name="GluePoint21X" fmla="*/ 68 w 72"/>
                    <a:gd name="GluePoint21Y" fmla="*/ 12 h 102"/>
                    <a:gd name="GluePoint22X" fmla="*/ 67 w 72"/>
                    <a:gd name="GluePoint22Y" fmla="*/ 24 h 102"/>
                    <a:gd name="GluePoint23X" fmla="*/ 49 w 72"/>
                    <a:gd name="GluePoint23Y" fmla="*/ 48 h 102"/>
                    <a:gd name="GluePoint24X" fmla="*/ 42 w 72"/>
                    <a:gd name="GluePoint24Y" fmla="*/ 49 h 102"/>
                    <a:gd name="GluePoint25X" fmla="*/ 37 w 72"/>
                    <a:gd name="GluePoint25Y" fmla="*/ 47 h 102"/>
                    <a:gd name="GluePoint26X" fmla="*/ 35 w 72"/>
                    <a:gd name="GluePoint26Y" fmla="*/ 52 h 102"/>
                    <a:gd name="GluePoint27X" fmla="*/ 41 w 72"/>
                    <a:gd name="GluePoint27Y" fmla="*/ 58 h 102"/>
                    <a:gd name="GluePoint28X" fmla="*/ 48 w 72"/>
                    <a:gd name="GluePoint28Y" fmla="*/ 57 h 102"/>
                    <a:gd name="GluePoint29X" fmla="*/ 53 w 72"/>
                    <a:gd name="GluePoint29Y" fmla="*/ 59 h 102"/>
                    <a:gd name="GluePoint30X" fmla="*/ 53 w 72"/>
                    <a:gd name="GluePoint30Y" fmla="*/ 66 h 102"/>
                    <a:gd name="GluePoint31X" fmla="*/ 48 w 72"/>
                    <a:gd name="GluePoint31Y" fmla="*/ 70 h 102"/>
                    <a:gd name="GluePoint32X" fmla="*/ 37 w 72"/>
                    <a:gd name="GluePoint32Y" fmla="*/ 81 h 102"/>
                    <a:gd name="GluePoint33X" fmla="*/ 45 w 72"/>
                    <a:gd name="GluePoint33Y" fmla="*/ 81 h 102"/>
                    <a:gd name="GluePoint34X" fmla="*/ 57 w 72"/>
                    <a:gd name="GluePoint34Y" fmla="*/ 89 h 102"/>
                    <a:gd name="GluePoint35X" fmla="*/ 51 w 72"/>
                    <a:gd name="GluePoint35Y" fmla="*/ 98 h 102"/>
                    <a:gd name="GluePoint36X" fmla="*/ 26 w 72"/>
                    <a:gd name="GluePoint36Y" fmla="*/ 101 h 102"/>
                    <a:gd name="GluePoint37X" fmla="*/ 17 w 72"/>
                    <a:gd name="GluePoint37Y" fmla="*/ 96 h 102"/>
                    <a:gd name="GluePoint38X" fmla="*/ 15 w 72"/>
                    <a:gd name="GluePoint38Y" fmla="*/ 94 h 102"/>
                    <a:gd name="GluePoint39X" fmla="*/ 19 w 72"/>
                    <a:gd name="GluePoint39Y" fmla="*/ 77 h 102"/>
                    <a:gd name="GluePoint40X" fmla="*/ 27 w 72"/>
                    <a:gd name="GluePoint40Y" fmla="*/ 70 h 102"/>
                    <a:gd name="GluePoint41X" fmla="*/ 27 w 72"/>
                    <a:gd name="GluePoint41Y" fmla="*/ 69 h 102"/>
                    <a:gd name="GluePoint42X" fmla="*/ 21 w 72"/>
                    <a:gd name="GluePoint42Y" fmla="*/ 71 h 102"/>
                    <a:gd name="GluePoint43X" fmla="*/ 9 w 72"/>
                    <a:gd name="GluePoint43Y" fmla="*/ 76 h 102"/>
                    <a:gd name="GluePoint44X" fmla="*/ 3 w 72"/>
                    <a:gd name="GluePoint44Y" fmla="*/ 75 h 102"/>
                    <a:gd name="GluePoint45X" fmla="*/ 4 w 72"/>
                    <a:gd name="GluePoint45Y" fmla="*/ 69 h 102"/>
                    <a:gd name="GluePoint46X" fmla="*/ 26 w 72"/>
                    <a:gd name="GluePoint46Y" fmla="*/ 60 h 102"/>
                    <a:gd name="GluePoint47X" fmla="*/ 28 w 72"/>
                    <a:gd name="GluePoint47Y" fmla="*/ 57 h 102"/>
                    <a:gd name="GluePoint48X" fmla="*/ 29 w 72"/>
                    <a:gd name="GluePoint48Y" fmla="*/ 49 h 102"/>
                    <a:gd name="GluePoint49X" fmla="*/ 34 w 72"/>
                    <a:gd name="GluePoint49Y" fmla="*/ 29 h 102"/>
                    <a:gd name="GluePoint50X" fmla="*/ 33 w 72"/>
                    <a:gd name="GluePoint50Y" fmla="*/ 28 h 102"/>
                    <a:gd name="GluePoint51X" fmla="*/ 26 w 72"/>
                    <a:gd name="GluePoint51Y" fmla="*/ 32 h 102"/>
                    <a:gd name="GluePoint52X" fmla="*/ 23 w 72"/>
                    <a:gd name="GluePoint52Y" fmla="*/ 36 h 102"/>
                    <a:gd name="GluePoint53X" fmla="*/ 26 w 72"/>
                    <a:gd name="GluePoint53Y" fmla="*/ 42 h 102"/>
                    <a:gd name="GluePoint54X" fmla="*/ 31 w 72"/>
                    <a:gd name="GluePoint54Y" fmla="*/ 40 h 102"/>
                    <a:gd name="GluePoint55X" fmla="*/ 34 w 72"/>
                    <a:gd name="GluePoint55Y" fmla="*/ 29 h 10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  <a:cxn ang="0">
                      <a:pos x="GluePoint50X" y="GluePoint50Y"/>
                    </a:cxn>
                    <a:cxn ang="0">
                      <a:pos x="GluePoint51X" y="GluePoint51Y"/>
                    </a:cxn>
                    <a:cxn ang="0">
                      <a:pos x="GluePoint52X" y="GluePoint52Y"/>
                    </a:cxn>
                    <a:cxn ang="0">
                      <a:pos x="GluePoint53X" y="GluePoint53Y"/>
                    </a:cxn>
                    <a:cxn ang="0">
                      <a:pos x="GluePoint54X" y="GluePoint54Y"/>
                    </a:cxn>
                    <a:cxn ang="0">
                      <a:pos x="GluePoint55X" y="GluePoint55Y"/>
                    </a:cxn>
                  </a:cxnLst>
                  <a:rect l="textAreaLeft" t="textAreaTop" r="textAreaRight" b="textAreaBottom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1087" name="Freeform 12"/>
                <p:cNvSpPr/>
                <p:nvPr/>
              </p:nvSpPr>
              <p:spPr>
                <a:xfrm>
                  <a:off x="1501920" y="6453360"/>
                  <a:ext cx="69480" cy="174960"/>
                </a:xfrm>
                <a:custGeom>
                  <a:avLst/>
                  <a:gdLst>
                    <a:gd name="textAreaLeft" fmla="*/ 0 w 69480"/>
                    <a:gd name="textAreaRight" fmla="*/ 69840 w 69480"/>
                    <a:gd name="textAreaTop" fmla="*/ 0 h 174960"/>
                    <a:gd name="textAreaBottom" fmla="*/ 175320 h 174960"/>
                    <a:gd name="GluePoint1X" fmla="*/ 30 w 39"/>
                    <a:gd name="GluePoint1Y" fmla="*/ 44 h 98"/>
                    <a:gd name="GluePoint2X" fmla="*/ 36 w 39"/>
                    <a:gd name="GluePoint2Y" fmla="*/ 34 h 98"/>
                    <a:gd name="GluePoint3X" fmla="*/ 37 w 39"/>
                    <a:gd name="GluePoint3Y" fmla="*/ 51 h 98"/>
                    <a:gd name="GluePoint4X" fmla="*/ 25 w 39"/>
                    <a:gd name="GluePoint4Y" fmla="*/ 82 h 98"/>
                    <a:gd name="GluePoint5X" fmla="*/ 21 w 39"/>
                    <a:gd name="GluePoint5Y" fmla="*/ 98 h 98"/>
                    <a:gd name="GluePoint6X" fmla="*/ 13 w 39"/>
                    <a:gd name="GluePoint6Y" fmla="*/ 96 h 98"/>
                    <a:gd name="GluePoint7X" fmla="*/ 5 w 39"/>
                    <a:gd name="GluePoint7Y" fmla="*/ 83 h 98"/>
                    <a:gd name="GluePoint8X" fmla="*/ 11 w 39"/>
                    <a:gd name="GluePoint8Y" fmla="*/ 62 h 98"/>
                    <a:gd name="GluePoint9X" fmla="*/ 9 w 39"/>
                    <a:gd name="GluePoint9Y" fmla="*/ 43 h 98"/>
                    <a:gd name="GluePoint10X" fmla="*/ 12 w 39"/>
                    <a:gd name="GluePoint10Y" fmla="*/ 38 h 98"/>
                    <a:gd name="GluePoint11X" fmla="*/ 18 w 39"/>
                    <a:gd name="GluePoint11Y" fmla="*/ 33 h 98"/>
                    <a:gd name="GluePoint12X" fmla="*/ 23 w 39"/>
                    <a:gd name="GluePoint12Y" fmla="*/ 12 h 98"/>
                    <a:gd name="GluePoint13X" fmla="*/ 11 w 39"/>
                    <a:gd name="GluePoint13Y" fmla="*/ 16 h 98"/>
                    <a:gd name="GluePoint14X" fmla="*/ 2 w 39"/>
                    <a:gd name="GluePoint14Y" fmla="*/ 16 h 98"/>
                    <a:gd name="GluePoint15X" fmla="*/ 0 w 39"/>
                    <a:gd name="GluePoint15Y" fmla="*/ 12 h 98"/>
                    <a:gd name="GluePoint16X" fmla="*/ 3 w 39"/>
                    <a:gd name="GluePoint16Y" fmla="*/ 10 h 98"/>
                    <a:gd name="GluePoint17X" fmla="*/ 16 w 39"/>
                    <a:gd name="GluePoint17Y" fmla="*/ 7 h 98"/>
                    <a:gd name="GluePoint18X" fmla="*/ 26 w 39"/>
                    <a:gd name="GluePoint18Y" fmla="*/ 2 h 98"/>
                    <a:gd name="GluePoint19X" fmla="*/ 32 w 39"/>
                    <a:gd name="GluePoint19Y" fmla="*/ 1 h 98"/>
                    <a:gd name="GluePoint20X" fmla="*/ 35 w 39"/>
                    <a:gd name="GluePoint20Y" fmla="*/ 9 h 98"/>
                    <a:gd name="GluePoint21X" fmla="*/ 34 w 39"/>
                    <a:gd name="GluePoint21Y" fmla="*/ 11 h 98"/>
                    <a:gd name="GluePoint22X" fmla="*/ 27 w 39"/>
                    <a:gd name="GluePoint22Y" fmla="*/ 38 h 98"/>
                    <a:gd name="GluePoint23X" fmla="*/ 28 w 39"/>
                    <a:gd name="GluePoint23Y" fmla="*/ 44 h 98"/>
                    <a:gd name="GluePoint24X" fmla="*/ 30 w 39"/>
                    <a:gd name="GluePoint24Y" fmla="*/ 44 h 9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</a:cxnLst>
                  <a:rect l="textAreaLeft" t="textAreaTop" r="textAreaRight" b="textAreaBottom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1840" rIns="51840" anchor="t">
                  <a:noAutofit/>
                </a:bodyPr>
                <a:p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</p:grp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页样式４-常规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8" name="直接连接符 1"/>
          <p:cNvCxnSpPr/>
          <p:nvPr/>
        </p:nvCxnSpPr>
        <p:spPr>
          <a:xfrm>
            <a:off x="1366200" y="862920"/>
            <a:ext cx="10502640" cy="360"/>
          </a:xfrm>
          <a:prstGeom prst="straightConnector1">
            <a:avLst/>
          </a:prstGeom>
          <a:ln w="28575">
            <a:solidFill>
              <a:srgbClr val="006C39"/>
            </a:solidFill>
          </a:ln>
        </p:spPr>
      </p:cxnSp>
      <p:sp>
        <p:nvSpPr>
          <p:cNvPr id="1089" name="矩形 23"/>
          <p:cNvSpPr/>
          <p:nvPr/>
        </p:nvSpPr>
        <p:spPr>
          <a:xfrm>
            <a:off x="11155320" y="6188040"/>
            <a:ext cx="712800" cy="669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1090" name="矩形 2"/>
          <p:cNvSpPr/>
          <p:nvPr/>
        </p:nvSpPr>
        <p:spPr>
          <a:xfrm>
            <a:off x="318600" y="0"/>
            <a:ext cx="1048320" cy="872640"/>
          </a:xfrm>
          <a:prstGeom prst="rect">
            <a:avLst/>
          </a:prstGeom>
          <a:solidFill>
            <a:schemeClr val="accent4"/>
          </a:solidFill>
          <a:ln>
            <a:solidFill>
              <a:srgbClr val="A13F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1091" name="PlaceHolder 1"/>
          <p:cNvSpPr>
            <a:spLocks noGrp="1"/>
          </p:cNvSpPr>
          <p:nvPr>
            <p:ph type="title"/>
          </p:nvPr>
        </p:nvSpPr>
        <p:spPr>
          <a:xfrm>
            <a:off x="1368720" y="345960"/>
            <a:ext cx="8643600" cy="475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spAutoFit/>
          </a:bodyPr>
          <a:lstStyle>
            <a:lvl1pPr indent="0" algn="l">
              <a:lnSpc>
                <a:spcPct val="90000"/>
              </a:lnSpc>
              <a:buNone/>
              <a:defRPr lang="zh-CN" sz="2800" b="1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zh-CN" sz="2800" b="1" u="none" strike="noStrike">
                <a:solidFill>
                  <a:schemeClr val="dk1"/>
                </a:solidFill>
                <a:effectLst/>
                <a:uFillTx/>
                <a:latin typeface="微软雅黑"/>
                <a:ea typeface="微软雅黑"/>
              </a:rPr>
              <a:t>单击此处编辑母版标题样式</a:t>
            </a:r>
            <a:endParaRPr lang="en-US" sz="2800" b="1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  <p:sp>
        <p:nvSpPr>
          <p:cNvPr id="1092" name="矩形 4"/>
          <p:cNvSpPr/>
          <p:nvPr/>
        </p:nvSpPr>
        <p:spPr>
          <a:xfrm>
            <a:off x="318600" y="6188040"/>
            <a:ext cx="10843920" cy="66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1093" name="文本框 5"/>
          <p:cNvSpPr/>
          <p:nvPr/>
        </p:nvSpPr>
        <p:spPr>
          <a:xfrm>
            <a:off x="11236680" y="6351120"/>
            <a:ext cx="550440" cy="33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algn="ctr">
              <a:lnSpc>
                <a:spcPct val="100000"/>
              </a:lnSpc>
            </a:pPr>
            <a:fld id="{7F14A82A-7313-46AD-8FFC-79378FA36D77}" type="slidenum">
              <a:rPr lang="en-US" sz="1600" b="0" u="none" strike="noStrike">
                <a:solidFill>
                  <a:srgbClr val="F2F2F2"/>
                </a:solidFill>
                <a:effectLst/>
                <a:uFillTx/>
                <a:latin typeface="微软雅黑"/>
                <a:ea typeface="微软雅黑"/>
              </a:rPr>
              <a:t>&lt;number&gt;</a:t>
            </a:fld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94" name="直接连接符 57"/>
          <p:cNvCxnSpPr/>
          <p:nvPr/>
        </p:nvCxnSpPr>
        <p:spPr>
          <a:xfrm>
            <a:off x="11155320" y="6188040"/>
            <a:ext cx="360" cy="665640"/>
          </a:xfrm>
          <a:prstGeom prst="straightConnector1">
            <a:avLst/>
          </a:prstGeom>
          <a:ln w="12700">
            <a:solidFill>
              <a:srgbClr val="FFFFFF"/>
            </a:solidFill>
          </a:ln>
        </p:spPr>
      </p:cxnSp>
      <p:pic>
        <p:nvPicPr>
          <p:cNvPr id="1095" name="图片 13"/>
          <p:cNvPicPr/>
          <p:nvPr/>
        </p:nvPicPr>
        <p:blipFill>
          <a:blip r:embed="rId2"/>
          <a:stretch/>
        </p:blipFill>
        <p:spPr>
          <a:xfrm>
            <a:off x="10101600" y="214200"/>
            <a:ext cx="1864080" cy="69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6" name="图片 14"/>
          <p:cNvPicPr/>
          <p:nvPr/>
        </p:nvPicPr>
        <p:blipFill>
          <a:blip r:embed="rId3"/>
          <a:stretch/>
        </p:blipFill>
        <p:spPr>
          <a:xfrm>
            <a:off x="409680" y="6269040"/>
            <a:ext cx="1817280" cy="5076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21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slideLayout" Target="../slideLayouts/slideLayout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31.png"/><Relationship Id="rId3" Type="http://schemas.openxmlformats.org/officeDocument/2006/relationships/image" Target="../media/image26.png"/><Relationship Id="rId4" Type="http://schemas.openxmlformats.org/officeDocument/2006/relationships/image" Target="../media/image14.png"/><Relationship Id="rId5" Type="http://schemas.openxmlformats.org/officeDocument/2006/relationships/image" Target="../media/image26.png"/><Relationship Id="rId6" Type="http://schemas.openxmlformats.org/officeDocument/2006/relationships/image" Target="../media/image14.png"/><Relationship Id="rId7" Type="http://schemas.openxmlformats.org/officeDocument/2006/relationships/slideLayout" Target="../slideLayouts/slideLayout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Layout" Target="../slideLayouts/slideLayout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35.png"/><Relationship Id="rId3" Type="http://schemas.openxmlformats.org/officeDocument/2006/relationships/image" Target="../media/image30.png"/><Relationship Id="rId4" Type="http://schemas.openxmlformats.org/officeDocument/2006/relationships/slideLayout" Target="../slideLayouts/slideLayout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3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33.xml"/><Relationship Id="rId3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6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3.xml"/><Relationship Id="rId19" Type="http://schemas.openxmlformats.org/officeDocument/2006/relationships/slideLayout" Target="../slideLayouts/slideLayout54.xml"/><Relationship Id="rId20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  <p:sldLayoutId id="2147483656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2"/>
    <p:sldLayoutId id="2147483659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2"/>
    <p:sldLayoutId id="2147483665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图片 1"/>
          <p:cNvPicPr/>
          <p:nvPr/>
        </p:nvPicPr>
        <p:blipFill>
          <a:blip r:embed="rId2"/>
          <a:stretch/>
        </p:blipFill>
        <p:spPr>
          <a:xfrm>
            <a:off x="-360" y="-2880"/>
            <a:ext cx="12192840" cy="363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8" name="任意形状 36"/>
          <p:cNvSpPr/>
          <p:nvPr/>
        </p:nvSpPr>
        <p:spPr>
          <a:xfrm>
            <a:off x="-134280" y="-106920"/>
            <a:ext cx="12467880" cy="3828960"/>
          </a:xfrm>
          <a:custGeom>
            <a:avLst/>
            <a:gdLst>
              <a:gd name="textAreaLeft" fmla="*/ 0 w 12467880"/>
              <a:gd name="textAreaRight" fmla="*/ 12468240 w 12467880"/>
              <a:gd name="textAreaTop" fmla="*/ 0 h 3828960"/>
              <a:gd name="textAreaBottom" fmla="*/ 3829320 h 3828960"/>
              <a:gd name="GluePoint1X" fmla="*/ 0 w 12192000"/>
              <a:gd name="GluePoint1Y" fmla="*/ 0 h 3632200"/>
              <a:gd name="GluePoint2X" fmla="*/ 12192000 w 12192000"/>
              <a:gd name="GluePoint2Y" fmla="*/ 0 h 3632200"/>
              <a:gd name="GluePoint3X" fmla="*/ 12192000 w 12192000"/>
              <a:gd name="GluePoint3Y" fmla="*/ 2602097 h 3632200"/>
              <a:gd name="GluePoint4X" fmla="*/ 11858362 w 12192000"/>
              <a:gd name="GluePoint4Y" fmla="*/ 2747371 h 3632200"/>
              <a:gd name="GluePoint5X" fmla="*/ 6859519 w 12192000"/>
              <a:gd name="GluePoint5Y" fmla="*/ 3619648 h 3632200"/>
              <a:gd name="GluePoint6X" fmla="*/ 6096062 w 12192000"/>
              <a:gd name="GluePoint6Y" fmla="*/ 3632200 h 3632200"/>
              <a:gd name="GluePoint7X" fmla="*/ 6095939 w 12192000"/>
              <a:gd name="GluePoint7Y" fmla="*/ 3632200 h 3632200"/>
              <a:gd name="GluePoint8X" fmla="*/ 5332482 w 12192000"/>
              <a:gd name="GluePoint8Y" fmla="*/ 3619648 h 3632200"/>
              <a:gd name="GluePoint9X" fmla="*/ 333638 w 12192000"/>
              <a:gd name="GluePoint9Y" fmla="*/ 2747371 h 3632200"/>
              <a:gd name="GluePoint10X" fmla="*/ 0 w 12192000"/>
              <a:gd name="GluePoint10Y" fmla="*/ 2602097 h 36322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</a:cxnLst>
            <a:rect l="textAreaLeft" t="textAreaTop" r="textAreaRight" b="textAreaBottom"/>
            <a:pathLst>
              <a:path w="12192000" h="3632200">
                <a:moveTo>
                  <a:pt x="0" y="0"/>
                </a:moveTo>
                <a:lnTo>
                  <a:pt x="12192000" y="0"/>
                </a:lnTo>
                <a:lnTo>
                  <a:pt x="12192000" y="2602097"/>
                </a:lnTo>
                <a:lnTo>
                  <a:pt x="11858362" y="2747371"/>
                </a:lnTo>
                <a:cubicBezTo>
                  <a:pt x="10640880" y="3227716"/>
                  <a:pt x="8867829" y="3553239"/>
                  <a:pt x="6859519" y="3619648"/>
                </a:cubicBezTo>
                <a:lnTo>
                  <a:pt x="6096062" y="3632200"/>
                </a:lnTo>
                <a:lnTo>
                  <a:pt x="6095939" y="3632200"/>
                </a:lnTo>
                <a:lnTo>
                  <a:pt x="5332482" y="3619648"/>
                </a:lnTo>
                <a:cubicBezTo>
                  <a:pt x="3324171" y="3553239"/>
                  <a:pt x="1551120" y="3227716"/>
                  <a:pt x="333638" y="2747371"/>
                </a:cubicBezTo>
                <a:lnTo>
                  <a:pt x="0" y="2602097"/>
                </a:lnTo>
                <a:close/>
              </a:path>
            </a:pathLst>
          </a:custGeom>
          <a:noFill/>
          <a:ln w="28575">
            <a:solidFill>
              <a:srgbClr val="A13F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lIns="180000" tIns="180000" rIns="180000" bIns="180000" anchor="t">
            <a:noAutofit/>
          </a:bodyPr>
          <a:p>
            <a:endParaRPr lang="en-US" sz="2000" b="0" u="none" strike="noStrike">
              <a:solidFill>
                <a:srgbClr val="404040"/>
              </a:solidFill>
              <a:effectLst/>
              <a:uFillTx/>
              <a:latin typeface="微软雅黑"/>
            </a:endParaRPr>
          </a:p>
        </p:txBody>
      </p:sp>
      <p:sp>
        <p:nvSpPr>
          <p:cNvPr id="319" name="矩形 40"/>
          <p:cNvSpPr/>
          <p:nvPr/>
        </p:nvSpPr>
        <p:spPr>
          <a:xfrm>
            <a:off x="0" y="0"/>
            <a:ext cx="12191760" cy="163080"/>
          </a:xfrm>
          <a:prstGeom prst="rect">
            <a:avLst/>
          </a:prstGeom>
          <a:solidFill>
            <a:schemeClr val="accent1"/>
          </a:solidFill>
          <a:ln>
            <a:solidFill>
              <a:srgbClr val="006C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lIns="180000" tIns="81720" rIns="180000" bIns="81720" anchor="t">
            <a:normAutofit fontScale="25000" lnSpcReduction="19999"/>
          </a:bodyPr>
          <a:p>
            <a:endParaRPr lang="en-US" sz="2000" b="0" u="none" strike="noStrike">
              <a:solidFill>
                <a:srgbClr val="404040"/>
              </a:solidFill>
              <a:effectLst/>
              <a:uFillTx/>
              <a:latin typeface="微软雅黑"/>
            </a:endParaRPr>
          </a:p>
        </p:txBody>
      </p:sp>
      <p:pic>
        <p:nvPicPr>
          <p:cNvPr id="320" name="图片 41"/>
          <p:cNvPicPr/>
          <p:nvPr/>
        </p:nvPicPr>
        <p:blipFill>
          <a:blip r:embed="rId3"/>
          <a:stretch/>
        </p:blipFill>
        <p:spPr>
          <a:xfrm>
            <a:off x="5502240" y="3048120"/>
            <a:ext cx="1193040" cy="11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1" name="文本框 42"/>
          <p:cNvSpPr/>
          <p:nvPr/>
        </p:nvSpPr>
        <p:spPr>
          <a:xfrm>
            <a:off x="150840" y="6174000"/>
            <a:ext cx="2156040" cy="61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0000" tIns="138960" rIns="180000" bIns="138960" anchor="t">
            <a:sp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1" u="none" spc="99" strike="noStrike">
                <a:solidFill>
                  <a:srgbClr val="A2A2A2"/>
                </a:solidFill>
                <a:effectLst/>
                <a:uFillTx/>
                <a:latin typeface="微软雅黑"/>
                <a:ea typeface="微软雅黑"/>
              </a:rPr>
              <a:t>BIT</a:t>
            </a:r>
            <a:r>
              <a:rPr lang="en-US" sz="1400" b="0" u="none" spc="99" strike="noStrike">
                <a:solidFill>
                  <a:srgbClr val="A2A2A2"/>
                </a:solidFill>
                <a:effectLst/>
                <a:uFillTx/>
                <a:latin typeface="微软雅黑"/>
                <a:ea typeface="微软雅黑"/>
              </a:rPr>
              <a:t> </a:t>
            </a:r>
            <a:r>
              <a:rPr lang="en-US" sz="1400" b="1" u="none" spc="99" strike="noStrike">
                <a:solidFill>
                  <a:srgbClr val="A2A2A2"/>
                </a:solidFill>
                <a:effectLst/>
                <a:uFillTx/>
                <a:latin typeface="微软雅黑"/>
                <a:ea typeface="微软雅黑"/>
              </a:rPr>
              <a:t>|</a:t>
            </a:r>
            <a:r>
              <a:rPr lang="en-US" sz="1400" b="0" u="none" spc="99" strike="noStrike">
                <a:solidFill>
                  <a:srgbClr val="A2A2A2"/>
                </a:solidFill>
                <a:effectLst/>
                <a:uFillTx/>
                <a:latin typeface="微软雅黑"/>
                <a:ea typeface="微软雅黑"/>
              </a:rPr>
              <a:t> </a:t>
            </a:r>
            <a:r>
              <a:rPr lang="en-US" sz="1400" b="1" u="none" spc="99" strike="noStrike">
                <a:solidFill>
                  <a:srgbClr val="A2A2A2"/>
                </a:solidFill>
                <a:effectLst/>
                <a:uFillTx/>
                <a:latin typeface="微软雅黑"/>
                <a:ea typeface="微软雅黑"/>
              </a:rPr>
              <a:t>SINCE 1940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22" name="组合 30"/>
          <p:cNvGrpSpPr/>
          <p:nvPr/>
        </p:nvGrpSpPr>
        <p:grpSpPr>
          <a:xfrm>
            <a:off x="10272600" y="6396480"/>
            <a:ext cx="1629000" cy="198360"/>
            <a:chOff x="10272600" y="6396480"/>
            <a:chExt cx="1629000" cy="198360"/>
          </a:xfrm>
        </p:grpSpPr>
        <p:grpSp>
          <p:nvGrpSpPr>
            <p:cNvPr id="323" name="组合 31"/>
            <p:cNvGrpSpPr/>
            <p:nvPr/>
          </p:nvGrpSpPr>
          <p:grpSpPr>
            <a:xfrm>
              <a:off x="11216880" y="6399000"/>
              <a:ext cx="684720" cy="194040"/>
              <a:chOff x="11216880" y="6399000"/>
              <a:chExt cx="684720" cy="194040"/>
            </a:xfrm>
          </p:grpSpPr>
          <p:sp>
            <p:nvSpPr>
              <p:cNvPr id="324" name="Freeform 5"/>
              <p:cNvSpPr/>
              <p:nvPr/>
            </p:nvSpPr>
            <p:spPr>
              <a:xfrm>
                <a:off x="11595240" y="6411240"/>
                <a:ext cx="152640" cy="172440"/>
              </a:xfrm>
              <a:custGeom>
                <a:avLst/>
                <a:gdLst>
                  <a:gd name="textAreaLeft" fmla="*/ 0 w 152640"/>
                  <a:gd name="textAreaRight" fmla="*/ 153000 w 152640"/>
                  <a:gd name="textAreaTop" fmla="*/ 0 h 172440"/>
                  <a:gd name="textAreaBottom" fmla="*/ 172800 h 172440"/>
                  <a:gd name="GluePoint1X" fmla="*/ 41 w 125"/>
                  <a:gd name="GluePoint1Y" fmla="*/ 16 h 142"/>
                  <a:gd name="GluePoint2X" fmla="*/ 49 w 125"/>
                  <a:gd name="GluePoint2Y" fmla="*/ 3 h 142"/>
                  <a:gd name="GluePoint3X" fmla="*/ 62 w 125"/>
                  <a:gd name="GluePoint3Y" fmla="*/ 20 h 142"/>
                  <a:gd name="GluePoint4X" fmla="*/ 64 w 125"/>
                  <a:gd name="GluePoint4Y" fmla="*/ 33 h 142"/>
                  <a:gd name="GluePoint5X" fmla="*/ 50 w 125"/>
                  <a:gd name="GluePoint5Y" fmla="*/ 34 h 142"/>
                  <a:gd name="GluePoint6X" fmla="*/ 58 w 125"/>
                  <a:gd name="GluePoint6Y" fmla="*/ 58 h 142"/>
                  <a:gd name="GluePoint7X" fmla="*/ 75 w 125"/>
                  <a:gd name="GluePoint7Y" fmla="*/ 59 h 142"/>
                  <a:gd name="GluePoint8X" fmla="*/ 71 w 125"/>
                  <a:gd name="GluePoint8Y" fmla="*/ 50 h 142"/>
                  <a:gd name="GluePoint9X" fmla="*/ 81 w 125"/>
                  <a:gd name="GluePoint9Y" fmla="*/ 47 h 142"/>
                  <a:gd name="GluePoint10X" fmla="*/ 65 w 125"/>
                  <a:gd name="GluePoint10Y" fmla="*/ 42 h 142"/>
                  <a:gd name="GluePoint11X" fmla="*/ 63 w 125"/>
                  <a:gd name="GluePoint11Y" fmla="*/ 37 h 142"/>
                  <a:gd name="GluePoint12X" fmla="*/ 85 w 125"/>
                  <a:gd name="GluePoint12Y" fmla="*/ 27 h 142"/>
                  <a:gd name="GluePoint13X" fmla="*/ 93 w 125"/>
                  <a:gd name="GluePoint13Y" fmla="*/ 2 h 142"/>
                  <a:gd name="GluePoint14X" fmla="*/ 99 w 125"/>
                  <a:gd name="GluePoint14Y" fmla="*/ 5 h 142"/>
                  <a:gd name="GluePoint15X" fmla="*/ 111 w 125"/>
                  <a:gd name="GluePoint15Y" fmla="*/ 30 h 142"/>
                  <a:gd name="GluePoint16X" fmla="*/ 102 w 125"/>
                  <a:gd name="GluePoint16Y" fmla="*/ 34 h 142"/>
                  <a:gd name="GluePoint17X" fmla="*/ 95 w 125"/>
                  <a:gd name="GluePoint17Y" fmla="*/ 59 h 142"/>
                  <a:gd name="GluePoint18X" fmla="*/ 123 w 125"/>
                  <a:gd name="GluePoint18Y" fmla="*/ 61 h 142"/>
                  <a:gd name="GluePoint19X" fmla="*/ 110 w 125"/>
                  <a:gd name="GluePoint19Y" fmla="*/ 71 h 142"/>
                  <a:gd name="GluePoint20X" fmla="*/ 104 w 125"/>
                  <a:gd name="GluePoint20Y" fmla="*/ 82 h 142"/>
                  <a:gd name="GluePoint21X" fmla="*/ 112 w 125"/>
                  <a:gd name="GluePoint21Y" fmla="*/ 134 h 142"/>
                  <a:gd name="GluePoint22X" fmla="*/ 102 w 125"/>
                  <a:gd name="GluePoint22Y" fmla="*/ 140 h 142"/>
                  <a:gd name="GluePoint23X" fmla="*/ 89 w 125"/>
                  <a:gd name="GluePoint23Y" fmla="*/ 123 h 142"/>
                  <a:gd name="GluePoint24X" fmla="*/ 101 w 125"/>
                  <a:gd name="GluePoint24Y" fmla="*/ 128 h 142"/>
                  <a:gd name="GluePoint25X" fmla="*/ 101 w 125"/>
                  <a:gd name="GluePoint25Y" fmla="*/ 92 h 142"/>
                  <a:gd name="GluePoint26X" fmla="*/ 97 w 125"/>
                  <a:gd name="GluePoint26Y" fmla="*/ 99 h 142"/>
                  <a:gd name="GluePoint27X" fmla="*/ 90 w 125"/>
                  <a:gd name="GluePoint27Y" fmla="*/ 103 h 142"/>
                  <a:gd name="GluePoint28X" fmla="*/ 86 w 125"/>
                  <a:gd name="GluePoint28Y" fmla="*/ 110 h 142"/>
                  <a:gd name="GluePoint29X" fmla="*/ 81 w 125"/>
                  <a:gd name="GluePoint29Y" fmla="*/ 120 h 142"/>
                  <a:gd name="GluePoint30X" fmla="*/ 88 w 125"/>
                  <a:gd name="GluePoint30Y" fmla="*/ 71 h 142"/>
                  <a:gd name="GluePoint31X" fmla="*/ 60 w 125"/>
                  <a:gd name="GluePoint31Y" fmla="*/ 87 h 142"/>
                  <a:gd name="GluePoint32X" fmla="*/ 53 w 125"/>
                  <a:gd name="GluePoint32Y" fmla="*/ 89 h 142"/>
                  <a:gd name="GluePoint33X" fmla="*/ 51 w 125"/>
                  <a:gd name="GluePoint33Y" fmla="*/ 128 h 142"/>
                  <a:gd name="GluePoint34X" fmla="*/ 43 w 125"/>
                  <a:gd name="GluePoint34Y" fmla="*/ 134 h 142"/>
                  <a:gd name="GluePoint35X" fmla="*/ 39 w 125"/>
                  <a:gd name="GluePoint35Y" fmla="*/ 107 h 142"/>
                  <a:gd name="GluePoint36X" fmla="*/ 33 w 125"/>
                  <a:gd name="GluePoint36Y" fmla="*/ 114 h 142"/>
                  <a:gd name="GluePoint37X" fmla="*/ 17 w 125"/>
                  <a:gd name="GluePoint37Y" fmla="*/ 108 h 142"/>
                  <a:gd name="GluePoint38X" fmla="*/ 5 w 125"/>
                  <a:gd name="GluePoint38Y" fmla="*/ 81 h 142"/>
                  <a:gd name="GluePoint39X" fmla="*/ 34 w 125"/>
                  <a:gd name="GluePoint39Y" fmla="*/ 56 h 142"/>
                  <a:gd name="GluePoint40X" fmla="*/ 38 w 125"/>
                  <a:gd name="GluePoint40Y" fmla="*/ 33 h 142"/>
                  <a:gd name="GluePoint41X" fmla="*/ 22 w 125"/>
                  <a:gd name="GluePoint41Y" fmla="*/ 55 h 142"/>
                  <a:gd name="GluePoint42X" fmla="*/ 14 w 125"/>
                  <a:gd name="GluePoint42Y" fmla="*/ 55 h 142"/>
                  <a:gd name="GluePoint43X" fmla="*/ 11 w 125"/>
                  <a:gd name="GluePoint43Y" fmla="*/ 36 h 142"/>
                  <a:gd name="GluePoint44X" fmla="*/ 32 w 125"/>
                  <a:gd name="GluePoint44Y" fmla="*/ 22 h 142"/>
                  <a:gd name="GluePoint45X" fmla="*/ 28 w 125"/>
                  <a:gd name="GluePoint45Y" fmla="*/ 33 h 1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</a:cxnLst>
                <a:rect l="textAreaLeft" t="textAreaTop" r="textAreaRight" b="textAreaBottom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entury Gothic"/>
                </a:endParaRPr>
              </a:p>
            </p:txBody>
          </p:sp>
          <p:sp>
            <p:nvSpPr>
              <p:cNvPr id="325" name="Freeform 6"/>
              <p:cNvSpPr/>
              <p:nvPr/>
            </p:nvSpPr>
            <p:spPr>
              <a:xfrm>
                <a:off x="11813760" y="6434280"/>
                <a:ext cx="87840" cy="132480"/>
              </a:xfrm>
              <a:custGeom>
                <a:avLst/>
                <a:gdLst>
                  <a:gd name="textAreaLeft" fmla="*/ 0 w 87840"/>
                  <a:gd name="textAreaRight" fmla="*/ 88200 w 87840"/>
                  <a:gd name="textAreaTop" fmla="*/ 0 h 132480"/>
                  <a:gd name="textAreaBottom" fmla="*/ 132840 h 132480"/>
                  <a:gd name="GluePoint1X" fmla="*/ 33 w 72"/>
                  <a:gd name="GluePoint1Y" fmla="*/ 76 h 109"/>
                  <a:gd name="GluePoint2X" fmla="*/ 44 w 72"/>
                  <a:gd name="GluePoint2Y" fmla="*/ 73 h 109"/>
                  <a:gd name="GluePoint3X" fmla="*/ 59 w 72"/>
                  <a:gd name="GluePoint3Y" fmla="*/ 71 h 109"/>
                  <a:gd name="GluePoint4X" fmla="*/ 69 w 72"/>
                  <a:gd name="GluePoint4Y" fmla="*/ 92 h 109"/>
                  <a:gd name="GluePoint5X" fmla="*/ 66 w 72"/>
                  <a:gd name="GluePoint5Y" fmla="*/ 94 h 109"/>
                  <a:gd name="GluePoint6X" fmla="*/ 49 w 72"/>
                  <a:gd name="GluePoint6Y" fmla="*/ 96 h 109"/>
                  <a:gd name="GluePoint7X" fmla="*/ 28 w 72"/>
                  <a:gd name="GluePoint7Y" fmla="*/ 106 h 109"/>
                  <a:gd name="GluePoint8X" fmla="*/ 16 w 72"/>
                  <a:gd name="GluePoint8Y" fmla="*/ 106 h 109"/>
                  <a:gd name="GluePoint9X" fmla="*/ 1 w 72"/>
                  <a:gd name="GluePoint9Y" fmla="*/ 80 h 109"/>
                  <a:gd name="GluePoint10X" fmla="*/ 2 w 72"/>
                  <a:gd name="GluePoint10Y" fmla="*/ 74 h 109"/>
                  <a:gd name="GluePoint11X" fmla="*/ 23 w 72"/>
                  <a:gd name="GluePoint11Y" fmla="*/ 31 h 109"/>
                  <a:gd name="GluePoint12X" fmla="*/ 22 w 72"/>
                  <a:gd name="GluePoint12Y" fmla="*/ 26 h 109"/>
                  <a:gd name="GluePoint13X" fmla="*/ 12 w 72"/>
                  <a:gd name="GluePoint13Y" fmla="*/ 16 h 109"/>
                  <a:gd name="GluePoint14X" fmla="*/ 15 w 72"/>
                  <a:gd name="GluePoint14Y" fmla="*/ 10 h 109"/>
                  <a:gd name="GluePoint15X" fmla="*/ 32 w 72"/>
                  <a:gd name="GluePoint15Y" fmla="*/ 5 h 109"/>
                  <a:gd name="GluePoint16X" fmla="*/ 60 w 72"/>
                  <a:gd name="GluePoint16Y" fmla="*/ 18 h 109"/>
                  <a:gd name="GluePoint17X" fmla="*/ 59 w 72"/>
                  <a:gd name="GluePoint17Y" fmla="*/ 26 h 109"/>
                  <a:gd name="GluePoint18X" fmla="*/ 52 w 72"/>
                  <a:gd name="GluePoint18Y" fmla="*/ 36 h 109"/>
                  <a:gd name="GluePoint19X" fmla="*/ 34 w 72"/>
                  <a:gd name="GluePoint19Y" fmla="*/ 72 h 109"/>
                  <a:gd name="GluePoint20X" fmla="*/ 33 w 72"/>
                  <a:gd name="GluePoint20Y" fmla="*/ 76 h 10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</a:cxnLst>
                <a:rect l="textAreaLeft" t="textAreaTop" r="textAreaRight" b="textAreaBottom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entury Gothic"/>
                </a:endParaRPr>
              </a:p>
            </p:txBody>
          </p:sp>
          <p:grpSp>
            <p:nvGrpSpPr>
              <p:cNvPr id="326" name="组合 76"/>
              <p:cNvGrpSpPr/>
              <p:nvPr/>
            </p:nvGrpSpPr>
            <p:grpSpPr>
              <a:xfrm>
                <a:off x="11216880" y="6399000"/>
                <a:ext cx="156240" cy="194040"/>
                <a:chOff x="11216880" y="6399000"/>
                <a:chExt cx="156240" cy="194040"/>
              </a:xfrm>
            </p:grpSpPr>
            <p:sp>
              <p:nvSpPr>
                <p:cNvPr id="327" name="Freeform 7"/>
                <p:cNvSpPr/>
                <p:nvPr/>
              </p:nvSpPr>
              <p:spPr>
                <a:xfrm>
                  <a:off x="11216880" y="6399000"/>
                  <a:ext cx="156240" cy="127440"/>
                </a:xfrm>
                <a:custGeom>
                  <a:avLst/>
                  <a:gdLst>
                    <a:gd name="textAreaLeft" fmla="*/ 0 w 156240"/>
                    <a:gd name="textAreaRight" fmla="*/ 156600 w 156240"/>
                    <a:gd name="textAreaTop" fmla="*/ 0 h 127440"/>
                    <a:gd name="textAreaBottom" fmla="*/ 127800 h 127440"/>
                    <a:gd name="GluePoint1X" fmla="*/ 101 w 128"/>
                    <a:gd name="GluePoint1Y" fmla="*/ 58 h 105"/>
                    <a:gd name="GluePoint2X" fmla="*/ 74 w 128"/>
                    <a:gd name="GluePoint2Y" fmla="*/ 56 h 105"/>
                    <a:gd name="GluePoint3X" fmla="*/ 68 w 128"/>
                    <a:gd name="GluePoint3Y" fmla="*/ 57 h 105"/>
                    <a:gd name="GluePoint4X" fmla="*/ 51 w 128"/>
                    <a:gd name="GluePoint4Y" fmla="*/ 59 h 105"/>
                    <a:gd name="GluePoint5X" fmla="*/ 36 w 128"/>
                    <a:gd name="GluePoint5Y" fmla="*/ 65 h 105"/>
                    <a:gd name="GluePoint6X" fmla="*/ 28 w 128"/>
                    <a:gd name="GluePoint6Y" fmla="*/ 73 h 105"/>
                    <a:gd name="GluePoint7X" fmla="*/ 16 w 128"/>
                    <a:gd name="GluePoint7Y" fmla="*/ 102 h 105"/>
                    <a:gd name="GluePoint8X" fmla="*/ 13 w 128"/>
                    <a:gd name="GluePoint8Y" fmla="*/ 104 h 105"/>
                    <a:gd name="GluePoint9X" fmla="*/ 1 w 128"/>
                    <a:gd name="GluePoint9Y" fmla="*/ 98 h 105"/>
                    <a:gd name="GluePoint10X" fmla="*/ 0 w 128"/>
                    <a:gd name="GluePoint10Y" fmla="*/ 93 h 105"/>
                    <a:gd name="GluePoint11X" fmla="*/ 15 w 128"/>
                    <a:gd name="GluePoint11Y" fmla="*/ 60 h 105"/>
                    <a:gd name="GluePoint12X" fmla="*/ 16 w 128"/>
                    <a:gd name="GluePoint12Y" fmla="*/ 58 h 105"/>
                    <a:gd name="GluePoint13X" fmla="*/ 20 w 128"/>
                    <a:gd name="GluePoint13Y" fmla="*/ 52 h 105"/>
                    <a:gd name="GluePoint14X" fmla="*/ 32 w 128"/>
                    <a:gd name="GluePoint14Y" fmla="*/ 54 h 105"/>
                    <a:gd name="GluePoint15X" fmla="*/ 39 w 128"/>
                    <a:gd name="GluePoint15Y" fmla="*/ 55 h 105"/>
                    <a:gd name="GluePoint16X" fmla="*/ 72 w 128"/>
                    <a:gd name="GluePoint16Y" fmla="*/ 21 h 105"/>
                    <a:gd name="GluePoint17X" fmla="*/ 74 w 128"/>
                    <a:gd name="GluePoint17Y" fmla="*/ 16 h 105"/>
                    <a:gd name="GluePoint18X" fmla="*/ 74 w 128"/>
                    <a:gd name="GluePoint18Y" fmla="*/ 11 h 105"/>
                    <a:gd name="GluePoint19X" fmla="*/ 71 w 128"/>
                    <a:gd name="GluePoint19Y" fmla="*/ 11 h 105"/>
                    <a:gd name="GluePoint20X" fmla="*/ 68 w 128"/>
                    <a:gd name="GluePoint20Y" fmla="*/ 15 h 105"/>
                    <a:gd name="GluePoint21X" fmla="*/ 68 w 128"/>
                    <a:gd name="GluePoint21Y" fmla="*/ 21 h 105"/>
                    <a:gd name="GluePoint22X" fmla="*/ 59 w 128"/>
                    <a:gd name="GluePoint22Y" fmla="*/ 29 h 105"/>
                    <a:gd name="GluePoint23X" fmla="*/ 53 w 128"/>
                    <a:gd name="GluePoint23Y" fmla="*/ 27 h 105"/>
                    <a:gd name="GluePoint24X" fmla="*/ 47 w 128"/>
                    <a:gd name="GluePoint24Y" fmla="*/ 24 h 105"/>
                    <a:gd name="GluePoint25X" fmla="*/ 47 w 128"/>
                    <a:gd name="GluePoint25Y" fmla="*/ 32 h 105"/>
                    <a:gd name="GluePoint26X" fmla="*/ 47 w 128"/>
                    <a:gd name="GluePoint26Y" fmla="*/ 34 h 105"/>
                    <a:gd name="GluePoint27X" fmla="*/ 43 w 128"/>
                    <a:gd name="GluePoint27Y" fmla="*/ 45 h 105"/>
                    <a:gd name="GluePoint28X" fmla="*/ 31 w 128"/>
                    <a:gd name="GluePoint28Y" fmla="*/ 39 h 105"/>
                    <a:gd name="GluePoint29X" fmla="*/ 29 w 128"/>
                    <a:gd name="GluePoint29Y" fmla="*/ 23 h 105"/>
                    <a:gd name="GluePoint30X" fmla="*/ 33 w 128"/>
                    <a:gd name="GluePoint30Y" fmla="*/ 14 h 105"/>
                    <a:gd name="GluePoint31X" fmla="*/ 36 w 128"/>
                    <a:gd name="GluePoint31Y" fmla="*/ 9 h 105"/>
                    <a:gd name="GluePoint32X" fmla="*/ 42 w 128"/>
                    <a:gd name="GluePoint32Y" fmla="*/ 13 h 105"/>
                    <a:gd name="GluePoint33X" fmla="*/ 44 w 128"/>
                    <a:gd name="GluePoint33Y" fmla="*/ 16 h 105"/>
                    <a:gd name="GluePoint34X" fmla="*/ 57 w 128"/>
                    <a:gd name="GluePoint34Y" fmla="*/ 14 h 105"/>
                    <a:gd name="GluePoint35X" fmla="*/ 62 w 128"/>
                    <a:gd name="GluePoint35Y" fmla="*/ 11 h 105"/>
                    <a:gd name="GluePoint36X" fmla="*/ 84 w 128"/>
                    <a:gd name="GluePoint36Y" fmla="*/ 0 h 105"/>
                    <a:gd name="GluePoint37X" fmla="*/ 96 w 128"/>
                    <a:gd name="GluePoint37Y" fmla="*/ 7 h 105"/>
                    <a:gd name="GluePoint38X" fmla="*/ 96 w 128"/>
                    <a:gd name="GluePoint38Y" fmla="*/ 20 h 105"/>
                    <a:gd name="GluePoint39X" fmla="*/ 83 w 128"/>
                    <a:gd name="GluePoint39Y" fmla="*/ 43 h 105"/>
                    <a:gd name="GluePoint40X" fmla="*/ 94 w 128"/>
                    <a:gd name="GluePoint40Y" fmla="*/ 44 h 105"/>
                    <a:gd name="GluePoint41X" fmla="*/ 122 w 128"/>
                    <a:gd name="GluePoint41Y" fmla="*/ 59 h 105"/>
                    <a:gd name="GluePoint42X" fmla="*/ 120 w 128"/>
                    <a:gd name="GluePoint42Y" fmla="*/ 73 h 105"/>
                    <a:gd name="GluePoint43X" fmla="*/ 98 w 128"/>
                    <a:gd name="GluePoint43Y" fmla="*/ 73 h 105"/>
                    <a:gd name="GluePoint44X" fmla="*/ 97 w 128"/>
                    <a:gd name="GluePoint44Y" fmla="*/ 66 h 105"/>
                    <a:gd name="GluePoint45X" fmla="*/ 101 w 128"/>
                    <a:gd name="GluePoint45Y" fmla="*/ 58 h 10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</a:cxnLst>
                  <a:rect l="textAreaLeft" t="textAreaTop" r="textAreaRight" b="textAreaBottom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328" name="Freeform 8"/>
                <p:cNvSpPr/>
                <p:nvPr/>
              </p:nvSpPr>
              <p:spPr>
                <a:xfrm>
                  <a:off x="11250000" y="6476760"/>
                  <a:ext cx="97200" cy="116280"/>
                </a:xfrm>
                <a:custGeom>
                  <a:avLst/>
                  <a:gdLst>
                    <a:gd name="textAreaLeft" fmla="*/ 0 w 97200"/>
                    <a:gd name="textAreaRight" fmla="*/ 97560 w 97200"/>
                    <a:gd name="textAreaTop" fmla="*/ 0 h 116280"/>
                    <a:gd name="textAreaBottom" fmla="*/ 116640 h 116280"/>
                    <a:gd name="GluePoint1X" fmla="*/ 46 w 80"/>
                    <a:gd name="GluePoint1Y" fmla="*/ 29 h 96"/>
                    <a:gd name="GluePoint2X" fmla="*/ 65 w 80"/>
                    <a:gd name="GluePoint2Y" fmla="*/ 29 h 96"/>
                    <a:gd name="GluePoint3X" fmla="*/ 79 w 80"/>
                    <a:gd name="GluePoint3Y" fmla="*/ 41 h 96"/>
                    <a:gd name="GluePoint4X" fmla="*/ 74 w 80"/>
                    <a:gd name="GluePoint4Y" fmla="*/ 43 h 96"/>
                    <a:gd name="GluePoint5X" fmla="*/ 60 w 80"/>
                    <a:gd name="GluePoint5Y" fmla="*/ 43 h 96"/>
                    <a:gd name="GluePoint6X" fmla="*/ 52 w 80"/>
                    <a:gd name="GluePoint6Y" fmla="*/ 50 h 96"/>
                    <a:gd name="GluePoint7X" fmla="*/ 49 w 80"/>
                    <a:gd name="GluePoint7Y" fmla="*/ 87 h 96"/>
                    <a:gd name="GluePoint8X" fmla="*/ 37 w 80"/>
                    <a:gd name="GluePoint8Y" fmla="*/ 95 h 96"/>
                    <a:gd name="GluePoint9X" fmla="*/ 21 w 80"/>
                    <a:gd name="GluePoint9Y" fmla="*/ 68 h 96"/>
                    <a:gd name="GluePoint10X" fmla="*/ 22 w 80"/>
                    <a:gd name="GluePoint10Y" fmla="*/ 62 h 96"/>
                    <a:gd name="GluePoint11X" fmla="*/ 30 w 80"/>
                    <a:gd name="GluePoint11Y" fmla="*/ 72 h 96"/>
                    <a:gd name="GluePoint12X" fmla="*/ 40 w 80"/>
                    <a:gd name="GluePoint12Y" fmla="*/ 70 h 96"/>
                    <a:gd name="GluePoint13X" fmla="*/ 43 w 80"/>
                    <a:gd name="GluePoint13Y" fmla="*/ 46 h 96"/>
                    <a:gd name="GluePoint14X" fmla="*/ 24 w 80"/>
                    <a:gd name="GluePoint14Y" fmla="*/ 52 h 96"/>
                    <a:gd name="GluePoint15X" fmla="*/ 19 w 80"/>
                    <a:gd name="GluePoint15Y" fmla="*/ 54 h 96"/>
                    <a:gd name="GluePoint16X" fmla="*/ 6 w 80"/>
                    <a:gd name="GluePoint16Y" fmla="*/ 54 h 96"/>
                    <a:gd name="GluePoint17X" fmla="*/ 2 w 80"/>
                    <a:gd name="GluePoint17Y" fmla="*/ 40 h 96"/>
                    <a:gd name="GluePoint18X" fmla="*/ 6 w 80"/>
                    <a:gd name="GluePoint18Y" fmla="*/ 37 h 96"/>
                    <a:gd name="GluePoint19X" fmla="*/ 28 w 80"/>
                    <a:gd name="GluePoint19Y" fmla="*/ 33 h 96"/>
                    <a:gd name="GluePoint20X" fmla="*/ 33 w 80"/>
                    <a:gd name="GluePoint20Y" fmla="*/ 32 h 96"/>
                    <a:gd name="GluePoint21X" fmla="*/ 36 w 80"/>
                    <a:gd name="GluePoint21Y" fmla="*/ 22 h 96"/>
                    <a:gd name="GluePoint22X" fmla="*/ 46 w 80"/>
                    <a:gd name="GluePoint22Y" fmla="*/ 12 h 96"/>
                    <a:gd name="GluePoint23X" fmla="*/ 45 w 80"/>
                    <a:gd name="GluePoint23Y" fmla="*/ 10 h 96"/>
                    <a:gd name="GluePoint24X" fmla="*/ 26 w 80"/>
                    <a:gd name="GluePoint24Y" fmla="*/ 17 h 96"/>
                    <a:gd name="GluePoint25X" fmla="*/ 15 w 80"/>
                    <a:gd name="GluePoint25Y" fmla="*/ 24 h 96"/>
                    <a:gd name="GluePoint26X" fmla="*/ 5 w 80"/>
                    <a:gd name="GluePoint26Y" fmla="*/ 22 h 96"/>
                    <a:gd name="GluePoint27X" fmla="*/ 1 w 80"/>
                    <a:gd name="GluePoint27Y" fmla="*/ 17 h 96"/>
                    <a:gd name="GluePoint28X" fmla="*/ 36 w 80"/>
                    <a:gd name="GluePoint28Y" fmla="*/ 2 h 96"/>
                    <a:gd name="GluePoint29X" fmla="*/ 55 w 80"/>
                    <a:gd name="GluePoint29Y" fmla="*/ 0 h 96"/>
                    <a:gd name="GluePoint30X" fmla="*/ 61 w 80"/>
                    <a:gd name="GluePoint30Y" fmla="*/ 6 h 96"/>
                    <a:gd name="GluePoint31X" fmla="*/ 59 w 80"/>
                    <a:gd name="GluePoint31Y" fmla="*/ 13 h 96"/>
                    <a:gd name="GluePoint32X" fmla="*/ 46 w 80"/>
                    <a:gd name="GluePoint32Y" fmla="*/ 29 h 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</a:cxnLst>
                  <a:rect l="textAreaLeft" t="textAreaTop" r="textAreaRight" b="textAreaBottom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329" name="组合 77"/>
              <p:cNvGrpSpPr/>
              <p:nvPr/>
            </p:nvGrpSpPr>
            <p:grpSpPr>
              <a:xfrm>
                <a:off x="11435040" y="6451920"/>
                <a:ext cx="94680" cy="101520"/>
                <a:chOff x="11435040" y="6451920"/>
                <a:chExt cx="94680" cy="101520"/>
              </a:xfrm>
            </p:grpSpPr>
            <p:sp>
              <p:nvSpPr>
                <p:cNvPr id="330" name="Freeform 15"/>
                <p:cNvSpPr/>
                <p:nvPr/>
              </p:nvSpPr>
              <p:spPr>
                <a:xfrm>
                  <a:off x="11435040" y="6474600"/>
                  <a:ext cx="43560" cy="70200"/>
                </a:xfrm>
                <a:custGeom>
                  <a:avLst/>
                  <a:gdLst>
                    <a:gd name="textAreaLeft" fmla="*/ 0 w 43560"/>
                    <a:gd name="textAreaRight" fmla="*/ 43920 w 43560"/>
                    <a:gd name="textAreaTop" fmla="*/ 0 h 70200"/>
                    <a:gd name="textAreaBottom" fmla="*/ 70560 h 70200"/>
                    <a:gd name="GluePoint1X" fmla="*/ 16 w 39"/>
                    <a:gd name="GluePoint1Y" fmla="*/ 29 h 58"/>
                    <a:gd name="GluePoint2X" fmla="*/ 27 w 39"/>
                    <a:gd name="GluePoint2Y" fmla="*/ 7 h 58"/>
                    <a:gd name="GluePoint3X" fmla="*/ 31 w 39"/>
                    <a:gd name="GluePoint3Y" fmla="*/ 1 h 58"/>
                    <a:gd name="GluePoint4X" fmla="*/ 34 w 39"/>
                    <a:gd name="GluePoint4Y" fmla="*/ 6 h 58"/>
                    <a:gd name="GluePoint5X" fmla="*/ 35 w 39"/>
                    <a:gd name="GluePoint5Y" fmla="*/ 26 h 58"/>
                    <a:gd name="GluePoint6X" fmla="*/ 20 w 39"/>
                    <a:gd name="GluePoint6Y" fmla="*/ 52 h 58"/>
                    <a:gd name="GluePoint7X" fmla="*/ 9 w 39"/>
                    <a:gd name="GluePoint7Y" fmla="*/ 57 h 58"/>
                    <a:gd name="GluePoint8X" fmla="*/ 1 w 39"/>
                    <a:gd name="GluePoint8Y" fmla="*/ 43 h 58"/>
                    <a:gd name="GluePoint9X" fmla="*/ 4 w 39"/>
                    <a:gd name="GluePoint9Y" fmla="*/ 6 h 58"/>
                    <a:gd name="GluePoint10X" fmla="*/ 8 w 39"/>
                    <a:gd name="GluePoint10Y" fmla="*/ 0 h 58"/>
                    <a:gd name="GluePoint11X" fmla="*/ 15 w 39"/>
                    <a:gd name="GluePoint11Y" fmla="*/ 6 h 58"/>
                    <a:gd name="GluePoint12X" fmla="*/ 14 w 39"/>
                    <a:gd name="GluePoint12Y" fmla="*/ 20 h 58"/>
                    <a:gd name="GluePoint13X" fmla="*/ 14 w 39"/>
                    <a:gd name="GluePoint13Y" fmla="*/ 28 h 58"/>
                    <a:gd name="GluePoint14X" fmla="*/ 16 w 39"/>
                    <a:gd name="GluePoint14Y" fmla="*/ 29 h 5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76320" tIns="35280" rIns="76320" bIns="3528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331" name="Freeform 16"/>
                <p:cNvSpPr/>
                <p:nvPr/>
              </p:nvSpPr>
              <p:spPr>
                <a:xfrm>
                  <a:off x="11482200" y="6454440"/>
                  <a:ext cx="47520" cy="99000"/>
                </a:xfrm>
                <a:custGeom>
                  <a:avLst/>
                  <a:gdLst>
                    <a:gd name="textAreaLeft" fmla="*/ 0 w 47520"/>
                    <a:gd name="textAreaRight" fmla="*/ 47880 w 47520"/>
                    <a:gd name="textAreaTop" fmla="*/ 0 h 99000"/>
                    <a:gd name="textAreaBottom" fmla="*/ 99360 h 99000"/>
                    <a:gd name="GluePoint1X" fmla="*/ 9 w 47"/>
                    <a:gd name="GluePoint1Y" fmla="*/ 73 h 88"/>
                    <a:gd name="GluePoint2X" fmla="*/ 3 w 47"/>
                    <a:gd name="GluePoint2Y" fmla="*/ 67 h 88"/>
                    <a:gd name="GluePoint3X" fmla="*/ 3 w 47"/>
                    <a:gd name="GluePoint3Y" fmla="*/ 57 h 88"/>
                    <a:gd name="GluePoint4X" fmla="*/ 20 w 47"/>
                    <a:gd name="GluePoint4Y" fmla="*/ 38 h 88"/>
                    <a:gd name="GluePoint5X" fmla="*/ 33 w 47"/>
                    <a:gd name="GluePoint5Y" fmla="*/ 20 h 88"/>
                    <a:gd name="GluePoint6X" fmla="*/ 33 w 47"/>
                    <a:gd name="GluePoint6Y" fmla="*/ 4 h 88"/>
                    <a:gd name="GluePoint7X" fmla="*/ 32 w 47"/>
                    <a:gd name="GluePoint7Y" fmla="*/ 1 h 88"/>
                    <a:gd name="GluePoint8X" fmla="*/ 33 w 47"/>
                    <a:gd name="GluePoint8Y" fmla="*/ 0 h 88"/>
                    <a:gd name="GluePoint9X" fmla="*/ 41 w 47"/>
                    <a:gd name="GluePoint9Y" fmla="*/ 6 h 88"/>
                    <a:gd name="GluePoint10X" fmla="*/ 43 w 47"/>
                    <a:gd name="GluePoint10Y" fmla="*/ 26 h 88"/>
                    <a:gd name="GluePoint11X" fmla="*/ 29 w 47"/>
                    <a:gd name="GluePoint11Y" fmla="*/ 48 h 88"/>
                    <a:gd name="GluePoint12X" fmla="*/ 30 w 47"/>
                    <a:gd name="GluePoint12Y" fmla="*/ 52 h 88"/>
                    <a:gd name="GluePoint13X" fmla="*/ 40 w 47"/>
                    <a:gd name="GluePoint13Y" fmla="*/ 73 h 88"/>
                    <a:gd name="GluePoint14X" fmla="*/ 41 w 47"/>
                    <a:gd name="GluePoint14Y" fmla="*/ 84 h 88"/>
                    <a:gd name="GluePoint15X" fmla="*/ 37 w 47"/>
                    <a:gd name="GluePoint15Y" fmla="*/ 86 h 88"/>
                    <a:gd name="GluePoint16X" fmla="*/ 31 w 47"/>
                    <a:gd name="GluePoint16Y" fmla="*/ 75 h 88"/>
                    <a:gd name="GluePoint17X" fmla="*/ 28 w 47"/>
                    <a:gd name="GluePoint17Y" fmla="*/ 60 h 88"/>
                    <a:gd name="GluePoint18X" fmla="*/ 22 w 47"/>
                    <a:gd name="GluePoint18Y" fmla="*/ 59 h 88"/>
                    <a:gd name="GluePoint19X" fmla="*/ 9 w 47"/>
                    <a:gd name="GluePoint19Y" fmla="*/ 73 h 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</a:cxnLst>
                  <a:rect l="textAreaLeft" t="textAreaTop" r="textAreaRight" b="textAreaBottom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83160" rIns="8316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332" name="Freeform 17"/>
                <p:cNvSpPr/>
                <p:nvPr/>
              </p:nvSpPr>
              <p:spPr>
                <a:xfrm>
                  <a:off x="11459880" y="6451920"/>
                  <a:ext cx="30960" cy="18000"/>
                </a:xfrm>
                <a:custGeom>
                  <a:avLst/>
                  <a:gdLst>
                    <a:gd name="textAreaLeft" fmla="*/ 0 w 30960"/>
                    <a:gd name="textAreaRight" fmla="*/ 31320 w 30960"/>
                    <a:gd name="textAreaTop" fmla="*/ 0 h 18000"/>
                    <a:gd name="textAreaBottom" fmla="*/ 18360 h 18000"/>
                    <a:gd name="GluePoint1X" fmla="*/ 0 w 26"/>
                    <a:gd name="GluePoint1Y" fmla="*/ 0 h 19"/>
                    <a:gd name="GluePoint2X" fmla="*/ 20 w 26"/>
                    <a:gd name="GluePoint2Y" fmla="*/ 1 h 19"/>
                    <a:gd name="GluePoint3X" fmla="*/ 23 w 26"/>
                    <a:gd name="GluePoint3Y" fmla="*/ 12 h 19"/>
                    <a:gd name="GluePoint4X" fmla="*/ 12 w 26"/>
                    <a:gd name="GluePoint4Y" fmla="*/ 18 h 19"/>
                    <a:gd name="GluePoint5X" fmla="*/ 3 w 26"/>
                    <a:gd name="GluePoint5Y" fmla="*/ 11 h 19"/>
                    <a:gd name="GluePoint6X" fmla="*/ 0 w 26"/>
                    <a:gd name="GluePoint6Y" fmla="*/ 0 h 1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4720" tIns="9000" rIns="54720" bIns="900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  <p:grpSp>
          <p:nvGrpSpPr>
            <p:cNvPr id="333" name="组合 32"/>
            <p:cNvGrpSpPr/>
            <p:nvPr/>
          </p:nvGrpSpPr>
          <p:grpSpPr>
            <a:xfrm>
              <a:off x="10272600" y="6396480"/>
              <a:ext cx="716040" cy="198360"/>
              <a:chOff x="10272600" y="6396480"/>
              <a:chExt cx="716040" cy="198360"/>
            </a:xfrm>
          </p:grpSpPr>
          <p:grpSp>
            <p:nvGrpSpPr>
              <p:cNvPr id="334" name="组合 33"/>
              <p:cNvGrpSpPr/>
              <p:nvPr/>
            </p:nvGrpSpPr>
            <p:grpSpPr>
              <a:xfrm>
                <a:off x="10653120" y="6428880"/>
                <a:ext cx="138240" cy="145440"/>
                <a:chOff x="10653120" y="6428880"/>
                <a:chExt cx="138240" cy="145440"/>
              </a:xfrm>
            </p:grpSpPr>
            <p:sp>
              <p:nvSpPr>
                <p:cNvPr id="335" name="Freeform 9"/>
                <p:cNvSpPr/>
                <p:nvPr/>
              </p:nvSpPr>
              <p:spPr>
                <a:xfrm>
                  <a:off x="10653120" y="6440040"/>
                  <a:ext cx="72000" cy="122400"/>
                </a:xfrm>
                <a:custGeom>
                  <a:avLst/>
                  <a:gdLst>
                    <a:gd name="textAreaLeft" fmla="*/ 0 w 72000"/>
                    <a:gd name="textAreaRight" fmla="*/ 72360 w 72000"/>
                    <a:gd name="textAreaTop" fmla="*/ 0 h 122400"/>
                    <a:gd name="textAreaBottom" fmla="*/ 122760 h 122400"/>
                    <a:gd name="GluePoint1X" fmla="*/ 39 w 59"/>
                    <a:gd name="GluePoint1Y" fmla="*/ 78 h 101"/>
                    <a:gd name="GluePoint2X" fmla="*/ 17 w 59"/>
                    <a:gd name="GluePoint2Y" fmla="*/ 94 h 101"/>
                    <a:gd name="GluePoint3X" fmla="*/ 8 w 59"/>
                    <a:gd name="GluePoint3Y" fmla="*/ 94 h 101"/>
                    <a:gd name="GluePoint4X" fmla="*/ 0 w 59"/>
                    <a:gd name="GluePoint4Y" fmla="*/ 79 h 101"/>
                    <a:gd name="GluePoint5X" fmla="*/ 17 w 59"/>
                    <a:gd name="GluePoint5Y" fmla="*/ 73 h 101"/>
                    <a:gd name="GluePoint6X" fmla="*/ 10 w 59"/>
                    <a:gd name="GluePoint6Y" fmla="*/ 68 h 101"/>
                    <a:gd name="GluePoint7X" fmla="*/ 8 w 59"/>
                    <a:gd name="GluePoint7Y" fmla="*/ 60 h 101"/>
                    <a:gd name="GluePoint8X" fmla="*/ 18 w 59"/>
                    <a:gd name="GluePoint8Y" fmla="*/ 23 h 101"/>
                    <a:gd name="GluePoint9X" fmla="*/ 26 w 59"/>
                    <a:gd name="GluePoint9Y" fmla="*/ 17 h 101"/>
                    <a:gd name="GluePoint10X" fmla="*/ 36 w 59"/>
                    <a:gd name="GluePoint10Y" fmla="*/ 26 h 101"/>
                    <a:gd name="GluePoint11X" fmla="*/ 36 w 59"/>
                    <a:gd name="GluePoint11Y" fmla="*/ 27 h 101"/>
                    <a:gd name="GluePoint12X" fmla="*/ 43 w 59"/>
                    <a:gd name="GluePoint12Y" fmla="*/ 40 h 101"/>
                    <a:gd name="GluePoint13X" fmla="*/ 42 w 59"/>
                    <a:gd name="GluePoint13Y" fmla="*/ 12 h 101"/>
                    <a:gd name="GluePoint14X" fmla="*/ 21 w 59"/>
                    <a:gd name="GluePoint14Y" fmla="*/ 5 h 101"/>
                    <a:gd name="GluePoint15X" fmla="*/ 44 w 59"/>
                    <a:gd name="GluePoint15Y" fmla="*/ 1 h 101"/>
                    <a:gd name="GluePoint16X" fmla="*/ 57 w 59"/>
                    <a:gd name="GluePoint16Y" fmla="*/ 17 h 101"/>
                    <a:gd name="GluePoint17X" fmla="*/ 56 w 59"/>
                    <a:gd name="GluePoint17Y" fmla="*/ 48 h 101"/>
                    <a:gd name="GluePoint18X" fmla="*/ 57 w 59"/>
                    <a:gd name="GluePoint18Y" fmla="*/ 55 h 101"/>
                    <a:gd name="GluePoint19X" fmla="*/ 55 w 59"/>
                    <a:gd name="GluePoint19Y" fmla="*/ 64 h 101"/>
                    <a:gd name="GluePoint20X" fmla="*/ 54 w 59"/>
                    <a:gd name="GluePoint20Y" fmla="*/ 71 h 101"/>
                    <a:gd name="GluePoint21X" fmla="*/ 52 w 59"/>
                    <a:gd name="GluePoint21Y" fmla="*/ 95 h 101"/>
                    <a:gd name="GluePoint22X" fmla="*/ 49 w 59"/>
                    <a:gd name="GluePoint22Y" fmla="*/ 101 h 101"/>
                    <a:gd name="GluePoint23X" fmla="*/ 43 w 59"/>
                    <a:gd name="GluePoint23Y" fmla="*/ 98 h 101"/>
                    <a:gd name="GluePoint24X" fmla="*/ 38 w 59"/>
                    <a:gd name="GluePoint24Y" fmla="*/ 86 h 101"/>
                    <a:gd name="GluePoint25X" fmla="*/ 39 w 59"/>
                    <a:gd name="GluePoint25Y" fmla="*/ 78 h 101"/>
                    <a:gd name="GluePoint26X" fmla="*/ 42 w 59"/>
                    <a:gd name="GluePoint26Y" fmla="*/ 47 h 101"/>
                    <a:gd name="GluePoint27X" fmla="*/ 32 w 59"/>
                    <a:gd name="GluePoint27Y" fmla="*/ 44 h 101"/>
                    <a:gd name="GluePoint28X" fmla="*/ 29 w 59"/>
                    <a:gd name="GluePoint28Y" fmla="*/ 64 h 101"/>
                    <a:gd name="GluePoint29X" fmla="*/ 42 w 59"/>
                    <a:gd name="GluePoint29Y" fmla="*/ 47 h 10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</a:cxnLst>
                  <a:rect l="textAreaLeft" t="textAreaTop" r="textAreaRight" b="textAreaBottom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336" name="Freeform 10"/>
                <p:cNvSpPr/>
                <p:nvPr/>
              </p:nvSpPr>
              <p:spPr>
                <a:xfrm>
                  <a:off x="10724040" y="6428880"/>
                  <a:ext cx="67320" cy="145440"/>
                </a:xfrm>
                <a:custGeom>
                  <a:avLst/>
                  <a:gdLst>
                    <a:gd name="textAreaLeft" fmla="*/ 0 w 67320"/>
                    <a:gd name="textAreaRight" fmla="*/ 67680 w 67320"/>
                    <a:gd name="textAreaTop" fmla="*/ 0 h 145440"/>
                    <a:gd name="textAreaBottom" fmla="*/ 145800 h 145440"/>
                    <a:gd name="GluePoint1X" fmla="*/ 11 w 55"/>
                    <a:gd name="GluePoint1Y" fmla="*/ 89 h 120"/>
                    <a:gd name="GluePoint2X" fmla="*/ 10 w 55"/>
                    <a:gd name="GluePoint2Y" fmla="*/ 100 h 120"/>
                    <a:gd name="GluePoint3X" fmla="*/ 6 w 55"/>
                    <a:gd name="GluePoint3Y" fmla="*/ 104 h 120"/>
                    <a:gd name="GluePoint4X" fmla="*/ 1 w 55"/>
                    <a:gd name="GluePoint4Y" fmla="*/ 99 h 120"/>
                    <a:gd name="GluePoint5X" fmla="*/ 3 w 55"/>
                    <a:gd name="GluePoint5Y" fmla="*/ 84 h 120"/>
                    <a:gd name="GluePoint6X" fmla="*/ 14 w 55"/>
                    <a:gd name="GluePoint6Y" fmla="*/ 37 h 120"/>
                    <a:gd name="GluePoint7X" fmla="*/ 22 w 55"/>
                    <a:gd name="GluePoint7Y" fmla="*/ 11 h 120"/>
                    <a:gd name="GluePoint8X" fmla="*/ 26 w 55"/>
                    <a:gd name="GluePoint8Y" fmla="*/ 19 h 120"/>
                    <a:gd name="GluePoint9X" fmla="*/ 20 w 55"/>
                    <a:gd name="GluePoint9Y" fmla="*/ 40 h 120"/>
                    <a:gd name="GluePoint10X" fmla="*/ 27 w 55"/>
                    <a:gd name="GluePoint10Y" fmla="*/ 35 h 120"/>
                    <a:gd name="GluePoint11X" fmla="*/ 35 w 55"/>
                    <a:gd name="GluePoint11Y" fmla="*/ 30 h 120"/>
                    <a:gd name="GluePoint12X" fmla="*/ 33 w 55"/>
                    <a:gd name="GluePoint12Y" fmla="*/ 9 h 120"/>
                    <a:gd name="GluePoint13X" fmla="*/ 28 w 55"/>
                    <a:gd name="GluePoint13Y" fmla="*/ 8 h 120"/>
                    <a:gd name="GluePoint14X" fmla="*/ 19 w 55"/>
                    <a:gd name="GluePoint14Y" fmla="*/ 12 h 120"/>
                    <a:gd name="GluePoint15X" fmla="*/ 12 w 55"/>
                    <a:gd name="GluePoint15Y" fmla="*/ 15 h 120"/>
                    <a:gd name="GluePoint16X" fmla="*/ 9 w 55"/>
                    <a:gd name="GluePoint16Y" fmla="*/ 11 h 120"/>
                    <a:gd name="GluePoint17X" fmla="*/ 11 w 55"/>
                    <a:gd name="GluePoint17Y" fmla="*/ 8 h 120"/>
                    <a:gd name="GluePoint18X" fmla="*/ 31 w 55"/>
                    <a:gd name="GluePoint18Y" fmla="*/ 0 h 120"/>
                    <a:gd name="GluePoint19X" fmla="*/ 45 w 55"/>
                    <a:gd name="GluePoint19Y" fmla="*/ 15 h 120"/>
                    <a:gd name="GluePoint20X" fmla="*/ 44 w 55"/>
                    <a:gd name="GluePoint20Y" fmla="*/ 46 h 120"/>
                    <a:gd name="GluePoint21X" fmla="*/ 48 w 55"/>
                    <a:gd name="GluePoint21Y" fmla="*/ 54 h 120"/>
                    <a:gd name="GluePoint22X" fmla="*/ 48 w 55"/>
                    <a:gd name="GluePoint22Y" fmla="*/ 71 h 120"/>
                    <a:gd name="GluePoint23X" fmla="*/ 44 w 55"/>
                    <a:gd name="GluePoint23Y" fmla="*/ 77 h 120"/>
                    <a:gd name="GluePoint24X" fmla="*/ 44 w 55"/>
                    <a:gd name="GluePoint24Y" fmla="*/ 110 h 120"/>
                    <a:gd name="GluePoint25X" fmla="*/ 44 w 55"/>
                    <a:gd name="GluePoint25Y" fmla="*/ 114 h 120"/>
                    <a:gd name="GluePoint26X" fmla="*/ 41 w 55"/>
                    <a:gd name="GluePoint26Y" fmla="*/ 120 h 120"/>
                    <a:gd name="GluePoint27X" fmla="*/ 32 w 55"/>
                    <a:gd name="GluePoint27Y" fmla="*/ 118 h 120"/>
                    <a:gd name="GluePoint28X" fmla="*/ 13 w 55"/>
                    <a:gd name="GluePoint28Y" fmla="*/ 91 h 120"/>
                    <a:gd name="GluePoint29X" fmla="*/ 12 w 55"/>
                    <a:gd name="GluePoint29Y" fmla="*/ 89 h 120"/>
                    <a:gd name="GluePoint30X" fmla="*/ 11 w 55"/>
                    <a:gd name="GluePoint30Y" fmla="*/ 89 h 120"/>
                    <a:gd name="GluePoint31X" fmla="*/ 24 w 55"/>
                    <a:gd name="GluePoint31Y" fmla="*/ 76 h 120"/>
                    <a:gd name="GluePoint32X" fmla="*/ 23 w 55"/>
                    <a:gd name="GluePoint32Y" fmla="*/ 74 h 120"/>
                    <a:gd name="GluePoint33X" fmla="*/ 27 w 55"/>
                    <a:gd name="GluePoint33Y" fmla="*/ 71 h 120"/>
                    <a:gd name="GluePoint34X" fmla="*/ 33 w 55"/>
                    <a:gd name="GluePoint34Y" fmla="*/ 67 h 120"/>
                    <a:gd name="GluePoint35X" fmla="*/ 32 w 55"/>
                    <a:gd name="GluePoint35Y" fmla="*/ 63 h 120"/>
                    <a:gd name="GluePoint36X" fmla="*/ 22 w 55"/>
                    <a:gd name="GluePoint36Y" fmla="*/ 52 h 120"/>
                    <a:gd name="GluePoint37X" fmla="*/ 18 w 55"/>
                    <a:gd name="GluePoint37Y" fmla="*/ 89 h 120"/>
                    <a:gd name="GluePoint38X" fmla="*/ 33 w 55"/>
                    <a:gd name="GluePoint38Y" fmla="*/ 107 h 120"/>
                    <a:gd name="GluePoint39X" fmla="*/ 35 w 55"/>
                    <a:gd name="GluePoint39Y" fmla="*/ 77 h 120"/>
                    <a:gd name="GluePoint40X" fmla="*/ 31 w 55"/>
                    <a:gd name="GluePoint40Y" fmla="*/ 75 h 120"/>
                    <a:gd name="GluePoint41X" fmla="*/ 24 w 55"/>
                    <a:gd name="GluePoint41Y" fmla="*/ 76 h 12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</a:cxnLst>
                  <a:rect l="textAreaLeft" t="textAreaTop" r="textAreaRight" b="textAreaBottom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337" name="组合 34"/>
              <p:cNvGrpSpPr/>
              <p:nvPr/>
            </p:nvGrpSpPr>
            <p:grpSpPr>
              <a:xfrm>
                <a:off x="10272600" y="6396480"/>
                <a:ext cx="156960" cy="198360"/>
                <a:chOff x="10272600" y="6396480"/>
                <a:chExt cx="156960" cy="198360"/>
              </a:xfrm>
            </p:grpSpPr>
            <p:sp>
              <p:nvSpPr>
                <p:cNvPr id="338" name="Freeform 13"/>
                <p:cNvSpPr/>
                <p:nvPr/>
              </p:nvSpPr>
              <p:spPr>
                <a:xfrm>
                  <a:off x="10272600" y="6396480"/>
                  <a:ext cx="156960" cy="187200"/>
                </a:xfrm>
                <a:custGeom>
                  <a:avLst/>
                  <a:gdLst>
                    <a:gd name="textAreaLeft" fmla="*/ 0 w 156960"/>
                    <a:gd name="textAreaRight" fmla="*/ 157320 w 156960"/>
                    <a:gd name="textAreaTop" fmla="*/ 0 h 187200"/>
                    <a:gd name="textAreaBottom" fmla="*/ 187560 h 187200"/>
                    <a:gd name="GluePoint1X" fmla="*/ 54 w 128"/>
                    <a:gd name="GluePoint1Y" fmla="*/ 76 h 154"/>
                    <a:gd name="GluePoint2X" fmla="*/ 66 w 128"/>
                    <a:gd name="GluePoint2Y" fmla="*/ 53 h 154"/>
                    <a:gd name="GluePoint3X" fmla="*/ 49 w 128"/>
                    <a:gd name="GluePoint3Y" fmla="*/ 47 h 154"/>
                    <a:gd name="GluePoint4X" fmla="*/ 64 w 128"/>
                    <a:gd name="GluePoint4Y" fmla="*/ 44 h 154"/>
                    <a:gd name="GluePoint5X" fmla="*/ 83 w 128"/>
                    <a:gd name="GluePoint5Y" fmla="*/ 6 h 154"/>
                    <a:gd name="GluePoint6X" fmla="*/ 91 w 128"/>
                    <a:gd name="GluePoint6Y" fmla="*/ 11 h 154"/>
                    <a:gd name="GluePoint7X" fmla="*/ 96 w 128"/>
                    <a:gd name="GluePoint7Y" fmla="*/ 36 h 154"/>
                    <a:gd name="GluePoint8X" fmla="*/ 106 w 128"/>
                    <a:gd name="GluePoint8Y" fmla="*/ 41 h 154"/>
                    <a:gd name="GluePoint9X" fmla="*/ 82 w 128"/>
                    <a:gd name="GluePoint9Y" fmla="*/ 50 h 154"/>
                    <a:gd name="GluePoint10X" fmla="*/ 71 w 128"/>
                    <a:gd name="GluePoint10Y" fmla="*/ 65 h 154"/>
                    <a:gd name="GluePoint11X" fmla="*/ 110 w 128"/>
                    <a:gd name="GluePoint11Y" fmla="*/ 74 h 154"/>
                    <a:gd name="GluePoint12X" fmla="*/ 101 w 128"/>
                    <a:gd name="GluePoint12Y" fmla="*/ 87 h 154"/>
                    <a:gd name="GluePoint13X" fmla="*/ 111 w 128"/>
                    <a:gd name="GluePoint13Y" fmla="*/ 98 h 154"/>
                    <a:gd name="GluePoint14X" fmla="*/ 92 w 128"/>
                    <a:gd name="GluePoint14Y" fmla="*/ 104 h 154"/>
                    <a:gd name="GluePoint15X" fmla="*/ 86 w 128"/>
                    <a:gd name="GluePoint15Y" fmla="*/ 116 h 154"/>
                    <a:gd name="GluePoint16X" fmla="*/ 124 w 128"/>
                    <a:gd name="GluePoint16Y" fmla="*/ 112 h 154"/>
                    <a:gd name="GluePoint17X" fmla="*/ 120 w 128"/>
                    <a:gd name="GluePoint17Y" fmla="*/ 122 h 154"/>
                    <a:gd name="GluePoint18X" fmla="*/ 111 w 128"/>
                    <a:gd name="GluePoint18Y" fmla="*/ 144 h 154"/>
                    <a:gd name="GluePoint19X" fmla="*/ 105 w 128"/>
                    <a:gd name="GluePoint19Y" fmla="*/ 153 h 154"/>
                    <a:gd name="GluePoint20X" fmla="*/ 55 w 128"/>
                    <a:gd name="GluePoint20Y" fmla="*/ 129 h 154"/>
                    <a:gd name="GluePoint21X" fmla="*/ 53 w 128"/>
                    <a:gd name="GluePoint21Y" fmla="*/ 121 h 154"/>
                    <a:gd name="GluePoint22X" fmla="*/ 61 w 128"/>
                    <a:gd name="GluePoint22Y" fmla="*/ 125 h 154"/>
                    <a:gd name="GluePoint23X" fmla="*/ 94 w 128"/>
                    <a:gd name="GluePoint23Y" fmla="*/ 140 h 154"/>
                    <a:gd name="GluePoint24X" fmla="*/ 85 w 128"/>
                    <a:gd name="GluePoint24Y" fmla="*/ 127 h 154"/>
                    <a:gd name="GluePoint25X" fmla="*/ 71 w 128"/>
                    <a:gd name="GluePoint25Y" fmla="*/ 108 h 154"/>
                    <a:gd name="GluePoint26X" fmla="*/ 52 w 128"/>
                    <a:gd name="GluePoint26Y" fmla="*/ 113 h 154"/>
                    <a:gd name="GluePoint27X" fmla="*/ 38 w 128"/>
                    <a:gd name="GluePoint27Y" fmla="*/ 97 h 154"/>
                    <a:gd name="GluePoint28X" fmla="*/ 51 w 128"/>
                    <a:gd name="GluePoint28Y" fmla="*/ 97 h 154"/>
                    <a:gd name="GluePoint29X" fmla="*/ 34 w 128"/>
                    <a:gd name="GluePoint29Y" fmla="*/ 93 h 154"/>
                    <a:gd name="GluePoint30X" fmla="*/ 35 w 128"/>
                    <a:gd name="GluePoint30Y" fmla="*/ 105 h 154"/>
                    <a:gd name="GluePoint31X" fmla="*/ 26 w 128"/>
                    <a:gd name="GluePoint31Y" fmla="*/ 154 h 154"/>
                    <a:gd name="GluePoint32X" fmla="*/ 20 w 128"/>
                    <a:gd name="GluePoint32Y" fmla="*/ 118 h 154"/>
                    <a:gd name="GluePoint33X" fmla="*/ 0 w 128"/>
                    <a:gd name="GluePoint33Y" fmla="*/ 103 h 154"/>
                    <a:gd name="GluePoint34X" fmla="*/ 19 w 128"/>
                    <a:gd name="GluePoint34Y" fmla="*/ 72 h 154"/>
                    <a:gd name="GluePoint35X" fmla="*/ 25 w 128"/>
                    <a:gd name="GluePoint35Y" fmla="*/ 51 h 154"/>
                    <a:gd name="GluePoint36X" fmla="*/ 39 w 128"/>
                    <a:gd name="GluePoint36Y" fmla="*/ 14 h 154"/>
                    <a:gd name="GluePoint37X" fmla="*/ 51 w 128"/>
                    <a:gd name="GluePoint37Y" fmla="*/ 24 h 154"/>
                    <a:gd name="GluePoint38X" fmla="*/ 39 w 128"/>
                    <a:gd name="GluePoint38Y" fmla="*/ 44 h 154"/>
                    <a:gd name="GluePoint39X" fmla="*/ 48 w 128"/>
                    <a:gd name="GluePoint39Y" fmla="*/ 73 h 154"/>
                    <a:gd name="GluePoint40X" fmla="*/ 81 w 128"/>
                    <a:gd name="GluePoint40Y" fmla="*/ 90 h 154"/>
                    <a:gd name="GluePoint41X" fmla="*/ 92 w 128"/>
                    <a:gd name="GluePoint41Y" fmla="*/ 71 h 154"/>
                    <a:gd name="GluePoint42X" fmla="*/ 81 w 128"/>
                    <a:gd name="GluePoint42Y" fmla="*/ 80 h 154"/>
                    <a:gd name="GluePoint43X" fmla="*/ 76 w 128"/>
                    <a:gd name="GluePoint43Y" fmla="*/ 73 h 154"/>
                    <a:gd name="GluePoint44X" fmla="*/ 67 w 128"/>
                    <a:gd name="GluePoint44Y" fmla="*/ 79 h 154"/>
                    <a:gd name="GluePoint45X" fmla="*/ 76 w 128"/>
                    <a:gd name="GluePoint45Y" fmla="*/ 73 h 154"/>
                    <a:gd name="GluePoint46X" fmla="*/ 56 w 128"/>
                    <a:gd name="GluePoint46Y" fmla="*/ 88 h 154"/>
                    <a:gd name="GluePoint47X" fmla="*/ 63 w 128"/>
                    <a:gd name="GluePoint47Y" fmla="*/ 81 h 154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</a:cxnLst>
                  <a:rect l="textAreaLeft" t="textAreaTop" r="textAreaRight" b="textAreaBottom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339" name="Freeform 14"/>
                <p:cNvSpPr/>
                <p:nvPr/>
              </p:nvSpPr>
              <p:spPr>
                <a:xfrm>
                  <a:off x="10315800" y="6543000"/>
                  <a:ext cx="19080" cy="51840"/>
                </a:xfrm>
                <a:custGeom>
                  <a:avLst/>
                  <a:gdLst>
                    <a:gd name="textAreaLeft" fmla="*/ 0 w 19080"/>
                    <a:gd name="textAreaRight" fmla="*/ 19440 w 19080"/>
                    <a:gd name="textAreaTop" fmla="*/ 0 h 51840"/>
                    <a:gd name="textAreaBottom" fmla="*/ 52200 h 51840"/>
                    <a:gd name="GluePoint1X" fmla="*/ 9 w 16"/>
                    <a:gd name="GluePoint1Y" fmla="*/ 0 h 43"/>
                    <a:gd name="GluePoint2X" fmla="*/ 15 w 16"/>
                    <a:gd name="GluePoint2Y" fmla="*/ 11 h 43"/>
                    <a:gd name="GluePoint3X" fmla="*/ 9 w 16"/>
                    <a:gd name="GluePoint3Y" fmla="*/ 43 h 43"/>
                    <a:gd name="GluePoint4X" fmla="*/ 2 w 16"/>
                    <a:gd name="GluePoint4Y" fmla="*/ 39 h 43"/>
                    <a:gd name="GluePoint5X" fmla="*/ 0 w 16"/>
                    <a:gd name="GluePoint5Y" fmla="*/ 35 h 43"/>
                    <a:gd name="GluePoint6X" fmla="*/ 9 w 16"/>
                    <a:gd name="GluePoint6Y" fmla="*/ 0 h 4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34200" tIns="25920" rIns="34200" bIns="2592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340" name="组合 35"/>
              <p:cNvGrpSpPr/>
              <p:nvPr/>
            </p:nvGrpSpPr>
            <p:grpSpPr>
              <a:xfrm>
                <a:off x="10485360" y="6453360"/>
                <a:ext cx="105120" cy="90360"/>
                <a:chOff x="10485360" y="6453360"/>
                <a:chExt cx="105120" cy="90360"/>
              </a:xfrm>
            </p:grpSpPr>
            <p:sp>
              <p:nvSpPr>
                <p:cNvPr id="341" name="Freeform 18"/>
                <p:cNvSpPr/>
                <p:nvPr/>
              </p:nvSpPr>
              <p:spPr>
                <a:xfrm>
                  <a:off x="10521000" y="6453360"/>
                  <a:ext cx="69480" cy="90360"/>
                </a:xfrm>
                <a:custGeom>
                  <a:avLst/>
                  <a:gdLst>
                    <a:gd name="textAreaLeft" fmla="*/ 0 w 69480"/>
                    <a:gd name="textAreaRight" fmla="*/ 69840 w 69480"/>
                    <a:gd name="textAreaTop" fmla="*/ 0 h 90360"/>
                    <a:gd name="textAreaBottom" fmla="*/ 90720 h 90360"/>
                    <a:gd name="GluePoint1X" fmla="*/ 49 w 57"/>
                    <a:gd name="GluePoint1Y" fmla="*/ 74 h 75"/>
                    <a:gd name="GluePoint2X" fmla="*/ 40 w 57"/>
                    <a:gd name="GluePoint2Y" fmla="*/ 67 h 75"/>
                    <a:gd name="GluePoint3X" fmla="*/ 33 w 57"/>
                    <a:gd name="GluePoint3Y" fmla="*/ 48 h 75"/>
                    <a:gd name="GluePoint4X" fmla="*/ 27 w 57"/>
                    <a:gd name="GluePoint4Y" fmla="*/ 46 h 75"/>
                    <a:gd name="GluePoint5X" fmla="*/ 11 w 57"/>
                    <a:gd name="GluePoint5Y" fmla="*/ 60 h 75"/>
                    <a:gd name="GluePoint6X" fmla="*/ 5 w 57"/>
                    <a:gd name="GluePoint6Y" fmla="*/ 60 h 75"/>
                    <a:gd name="GluePoint7X" fmla="*/ 6 w 57"/>
                    <a:gd name="GluePoint7Y" fmla="*/ 46 h 75"/>
                    <a:gd name="GluePoint8X" fmla="*/ 27 w 57"/>
                    <a:gd name="GluePoint8Y" fmla="*/ 26 h 75"/>
                    <a:gd name="GluePoint9X" fmla="*/ 40 w 57"/>
                    <a:gd name="GluePoint9Y" fmla="*/ 10 h 75"/>
                    <a:gd name="GluePoint10X" fmla="*/ 41 w 57"/>
                    <a:gd name="GluePoint10Y" fmla="*/ 6 h 75"/>
                    <a:gd name="GluePoint11X" fmla="*/ 45 w 57"/>
                    <a:gd name="GluePoint11Y" fmla="*/ 0 h 75"/>
                    <a:gd name="GluePoint12X" fmla="*/ 53 w 57"/>
                    <a:gd name="GluePoint12Y" fmla="*/ 3 h 75"/>
                    <a:gd name="GluePoint13X" fmla="*/ 53 w 57"/>
                    <a:gd name="GluePoint13Y" fmla="*/ 20 h 75"/>
                    <a:gd name="GluePoint14X" fmla="*/ 37 w 57"/>
                    <a:gd name="GluePoint14Y" fmla="*/ 38 h 75"/>
                    <a:gd name="GluePoint15X" fmla="*/ 49 w 57"/>
                    <a:gd name="GluePoint15Y" fmla="*/ 74 h 7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tIns="45360" bIns="4536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342" name="Freeform 19"/>
                <p:cNvSpPr/>
                <p:nvPr/>
              </p:nvSpPr>
              <p:spPr>
                <a:xfrm>
                  <a:off x="10485360" y="6476040"/>
                  <a:ext cx="34920" cy="66960"/>
                </a:xfrm>
                <a:custGeom>
                  <a:avLst/>
                  <a:gdLst>
                    <a:gd name="textAreaLeft" fmla="*/ 0 w 34920"/>
                    <a:gd name="textAreaRight" fmla="*/ 35280 w 34920"/>
                    <a:gd name="textAreaTop" fmla="*/ 0 h 66960"/>
                    <a:gd name="textAreaBottom" fmla="*/ 67320 h 66960"/>
                    <a:gd name="GluePoint1X" fmla="*/ 12 w 29"/>
                    <a:gd name="GluePoint1Y" fmla="*/ 30 h 55"/>
                    <a:gd name="GluePoint2X" fmla="*/ 20 w 29"/>
                    <a:gd name="GluePoint2Y" fmla="*/ 7 h 55"/>
                    <a:gd name="GluePoint3X" fmla="*/ 25 w 29"/>
                    <a:gd name="GluePoint3Y" fmla="*/ 1 h 55"/>
                    <a:gd name="GluePoint4X" fmla="*/ 26 w 29"/>
                    <a:gd name="GluePoint4Y" fmla="*/ 9 h 55"/>
                    <a:gd name="GluePoint5X" fmla="*/ 16 w 29"/>
                    <a:gd name="GluePoint5Y" fmla="*/ 39 h 55"/>
                    <a:gd name="GluePoint6X" fmla="*/ 13 w 29"/>
                    <a:gd name="GluePoint6Y" fmla="*/ 52 h 55"/>
                    <a:gd name="GluePoint7X" fmla="*/ 7 w 29"/>
                    <a:gd name="GluePoint7Y" fmla="*/ 54 h 55"/>
                    <a:gd name="GluePoint8X" fmla="*/ 2 w 29"/>
                    <a:gd name="GluePoint8Y" fmla="*/ 41 h 55"/>
                    <a:gd name="GluePoint9X" fmla="*/ 3 w 29"/>
                    <a:gd name="GluePoint9Y" fmla="*/ 32 h 55"/>
                    <a:gd name="GluePoint10X" fmla="*/ 2 w 29"/>
                    <a:gd name="GluePoint10Y" fmla="*/ 6 h 55"/>
                    <a:gd name="GluePoint11X" fmla="*/ 6 w 29"/>
                    <a:gd name="GluePoint11Y" fmla="*/ 5 h 55"/>
                    <a:gd name="GluePoint12X" fmla="*/ 10 w 29"/>
                    <a:gd name="GluePoint12Y" fmla="*/ 14 h 55"/>
                    <a:gd name="GluePoint13X" fmla="*/ 11 w 29"/>
                    <a:gd name="GluePoint13Y" fmla="*/ 30 h 55"/>
                    <a:gd name="GluePoint14X" fmla="*/ 12 w 29"/>
                    <a:gd name="GluePoint14Y" fmla="*/ 30 h 5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61920" tIns="33480" rIns="61920" bIns="3348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343" name="Freeform 20"/>
                <p:cNvSpPr/>
                <p:nvPr/>
              </p:nvSpPr>
              <p:spPr>
                <a:xfrm>
                  <a:off x="10506240" y="6454440"/>
                  <a:ext cx="32400" cy="20520"/>
                </a:xfrm>
                <a:custGeom>
                  <a:avLst/>
                  <a:gdLst>
                    <a:gd name="textAreaLeft" fmla="*/ 0 w 32400"/>
                    <a:gd name="textAreaRight" fmla="*/ 32760 w 32400"/>
                    <a:gd name="textAreaTop" fmla="*/ 0 h 20520"/>
                    <a:gd name="textAreaBottom" fmla="*/ 20880 h 20520"/>
                    <a:gd name="GluePoint1X" fmla="*/ 27 w 27"/>
                    <a:gd name="GluePoint1Y" fmla="*/ 1 h 17"/>
                    <a:gd name="GluePoint2X" fmla="*/ 16 w 27"/>
                    <a:gd name="GluePoint2Y" fmla="*/ 14 h 17"/>
                    <a:gd name="GluePoint3X" fmla="*/ 5 w 27"/>
                    <a:gd name="GluePoint3Y" fmla="*/ 13 h 17"/>
                    <a:gd name="GluePoint4X" fmla="*/ 0 w 27"/>
                    <a:gd name="GluePoint4Y" fmla="*/ 4 h 17"/>
                    <a:gd name="GluePoint5X" fmla="*/ 9 w 27"/>
                    <a:gd name="GluePoint5Y" fmla="*/ 2 h 17"/>
                    <a:gd name="GluePoint6X" fmla="*/ 27 w 27"/>
                    <a:gd name="GluePoint6Y" fmla="*/ 0 h 17"/>
                    <a:gd name="GluePoint7X" fmla="*/ 27 w 27"/>
                    <a:gd name="GluePoint7Y" fmla="*/ 1 h 1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</a:cxnLst>
                  <a:rect l="textAreaLeft" t="textAreaTop" r="textAreaRight" b="textAreaBottom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7240" tIns="10440" rIns="57240" bIns="1044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344" name="组合 37"/>
              <p:cNvGrpSpPr/>
              <p:nvPr/>
            </p:nvGrpSpPr>
            <p:grpSpPr>
              <a:xfrm>
                <a:off x="10868040" y="6436800"/>
                <a:ext cx="120600" cy="120240"/>
                <a:chOff x="10868040" y="6436800"/>
                <a:chExt cx="120600" cy="120240"/>
              </a:xfrm>
            </p:grpSpPr>
            <p:sp>
              <p:nvSpPr>
                <p:cNvPr id="345" name="Freeform 11"/>
                <p:cNvSpPr/>
                <p:nvPr/>
              </p:nvSpPr>
              <p:spPr>
                <a:xfrm>
                  <a:off x="10904400" y="6436800"/>
                  <a:ext cx="84240" cy="118080"/>
                </a:xfrm>
                <a:custGeom>
                  <a:avLst/>
                  <a:gdLst>
                    <a:gd name="textAreaLeft" fmla="*/ 0 w 84240"/>
                    <a:gd name="textAreaRight" fmla="*/ 84600 w 84240"/>
                    <a:gd name="textAreaTop" fmla="*/ 0 h 118080"/>
                    <a:gd name="textAreaBottom" fmla="*/ 118440 h 118080"/>
                    <a:gd name="GluePoint1X" fmla="*/ 29 w 72"/>
                    <a:gd name="GluePoint1Y" fmla="*/ 49 h 102"/>
                    <a:gd name="GluePoint2X" fmla="*/ 15 w 72"/>
                    <a:gd name="GluePoint2Y" fmla="*/ 43 h 102"/>
                    <a:gd name="GluePoint3X" fmla="*/ 10 w 72"/>
                    <a:gd name="GluePoint3Y" fmla="*/ 21 h 102"/>
                    <a:gd name="GluePoint4X" fmla="*/ 13 w 72"/>
                    <a:gd name="GluePoint4Y" fmla="*/ 15 h 102"/>
                    <a:gd name="GluePoint5X" fmla="*/ 19 w 72"/>
                    <a:gd name="GluePoint5Y" fmla="*/ 18 h 102"/>
                    <a:gd name="GluePoint6X" fmla="*/ 20 w 72"/>
                    <a:gd name="GluePoint6Y" fmla="*/ 26 h 102"/>
                    <a:gd name="GluePoint7X" fmla="*/ 35 w 72"/>
                    <a:gd name="GluePoint7Y" fmla="*/ 22 h 102"/>
                    <a:gd name="GluePoint8X" fmla="*/ 40 w 72"/>
                    <a:gd name="GluePoint8Y" fmla="*/ 16 h 102"/>
                    <a:gd name="GluePoint9X" fmla="*/ 43 w 72"/>
                    <a:gd name="GluePoint9Y" fmla="*/ 14 h 102"/>
                    <a:gd name="GluePoint10X" fmla="*/ 44 w 72"/>
                    <a:gd name="GluePoint10Y" fmla="*/ 19 h 102"/>
                    <a:gd name="GluePoint11X" fmla="*/ 43 w 72"/>
                    <a:gd name="GluePoint11Y" fmla="*/ 28 h 102"/>
                    <a:gd name="GluePoint12X" fmla="*/ 36 w 72"/>
                    <a:gd name="GluePoint12Y" fmla="*/ 40 h 102"/>
                    <a:gd name="GluePoint13X" fmla="*/ 37 w 72"/>
                    <a:gd name="GluePoint13Y" fmla="*/ 42 h 102"/>
                    <a:gd name="GluePoint14X" fmla="*/ 44 w 72"/>
                    <a:gd name="GluePoint14Y" fmla="*/ 38 h 102"/>
                    <a:gd name="GluePoint15X" fmla="*/ 56 w 72"/>
                    <a:gd name="GluePoint15Y" fmla="*/ 20 h 102"/>
                    <a:gd name="GluePoint16X" fmla="*/ 49 w 72"/>
                    <a:gd name="GluePoint16Y" fmla="*/ 9 h 102"/>
                    <a:gd name="GluePoint17X" fmla="*/ 28 w 72"/>
                    <a:gd name="GluePoint17Y" fmla="*/ 14 h 102"/>
                    <a:gd name="GluePoint18X" fmla="*/ 20 w 72"/>
                    <a:gd name="GluePoint18Y" fmla="*/ 13 h 102"/>
                    <a:gd name="GluePoint19X" fmla="*/ 22 w 72"/>
                    <a:gd name="GluePoint19Y" fmla="*/ 6 h 102"/>
                    <a:gd name="GluePoint20X" fmla="*/ 50 w 72"/>
                    <a:gd name="GluePoint20Y" fmla="*/ 1 h 102"/>
                    <a:gd name="GluePoint21X" fmla="*/ 68 w 72"/>
                    <a:gd name="GluePoint21Y" fmla="*/ 12 h 102"/>
                    <a:gd name="GluePoint22X" fmla="*/ 67 w 72"/>
                    <a:gd name="GluePoint22Y" fmla="*/ 24 h 102"/>
                    <a:gd name="GluePoint23X" fmla="*/ 49 w 72"/>
                    <a:gd name="GluePoint23Y" fmla="*/ 48 h 102"/>
                    <a:gd name="GluePoint24X" fmla="*/ 42 w 72"/>
                    <a:gd name="GluePoint24Y" fmla="*/ 49 h 102"/>
                    <a:gd name="GluePoint25X" fmla="*/ 37 w 72"/>
                    <a:gd name="GluePoint25Y" fmla="*/ 47 h 102"/>
                    <a:gd name="GluePoint26X" fmla="*/ 35 w 72"/>
                    <a:gd name="GluePoint26Y" fmla="*/ 52 h 102"/>
                    <a:gd name="GluePoint27X" fmla="*/ 41 w 72"/>
                    <a:gd name="GluePoint27Y" fmla="*/ 58 h 102"/>
                    <a:gd name="GluePoint28X" fmla="*/ 48 w 72"/>
                    <a:gd name="GluePoint28Y" fmla="*/ 57 h 102"/>
                    <a:gd name="GluePoint29X" fmla="*/ 53 w 72"/>
                    <a:gd name="GluePoint29Y" fmla="*/ 59 h 102"/>
                    <a:gd name="GluePoint30X" fmla="*/ 53 w 72"/>
                    <a:gd name="GluePoint30Y" fmla="*/ 66 h 102"/>
                    <a:gd name="GluePoint31X" fmla="*/ 48 w 72"/>
                    <a:gd name="GluePoint31Y" fmla="*/ 70 h 102"/>
                    <a:gd name="GluePoint32X" fmla="*/ 37 w 72"/>
                    <a:gd name="GluePoint32Y" fmla="*/ 81 h 102"/>
                    <a:gd name="GluePoint33X" fmla="*/ 45 w 72"/>
                    <a:gd name="GluePoint33Y" fmla="*/ 81 h 102"/>
                    <a:gd name="GluePoint34X" fmla="*/ 57 w 72"/>
                    <a:gd name="GluePoint34Y" fmla="*/ 89 h 102"/>
                    <a:gd name="GluePoint35X" fmla="*/ 51 w 72"/>
                    <a:gd name="GluePoint35Y" fmla="*/ 98 h 102"/>
                    <a:gd name="GluePoint36X" fmla="*/ 26 w 72"/>
                    <a:gd name="GluePoint36Y" fmla="*/ 101 h 102"/>
                    <a:gd name="GluePoint37X" fmla="*/ 17 w 72"/>
                    <a:gd name="GluePoint37Y" fmla="*/ 96 h 102"/>
                    <a:gd name="GluePoint38X" fmla="*/ 15 w 72"/>
                    <a:gd name="GluePoint38Y" fmla="*/ 94 h 102"/>
                    <a:gd name="GluePoint39X" fmla="*/ 19 w 72"/>
                    <a:gd name="GluePoint39Y" fmla="*/ 77 h 102"/>
                    <a:gd name="GluePoint40X" fmla="*/ 27 w 72"/>
                    <a:gd name="GluePoint40Y" fmla="*/ 70 h 102"/>
                    <a:gd name="GluePoint41X" fmla="*/ 27 w 72"/>
                    <a:gd name="GluePoint41Y" fmla="*/ 69 h 102"/>
                    <a:gd name="GluePoint42X" fmla="*/ 21 w 72"/>
                    <a:gd name="GluePoint42Y" fmla="*/ 71 h 102"/>
                    <a:gd name="GluePoint43X" fmla="*/ 9 w 72"/>
                    <a:gd name="GluePoint43Y" fmla="*/ 76 h 102"/>
                    <a:gd name="GluePoint44X" fmla="*/ 3 w 72"/>
                    <a:gd name="GluePoint44Y" fmla="*/ 75 h 102"/>
                    <a:gd name="GluePoint45X" fmla="*/ 4 w 72"/>
                    <a:gd name="GluePoint45Y" fmla="*/ 69 h 102"/>
                    <a:gd name="GluePoint46X" fmla="*/ 26 w 72"/>
                    <a:gd name="GluePoint46Y" fmla="*/ 60 h 102"/>
                    <a:gd name="GluePoint47X" fmla="*/ 28 w 72"/>
                    <a:gd name="GluePoint47Y" fmla="*/ 57 h 102"/>
                    <a:gd name="GluePoint48X" fmla="*/ 29 w 72"/>
                    <a:gd name="GluePoint48Y" fmla="*/ 49 h 102"/>
                    <a:gd name="GluePoint49X" fmla="*/ 34 w 72"/>
                    <a:gd name="GluePoint49Y" fmla="*/ 29 h 102"/>
                    <a:gd name="GluePoint50X" fmla="*/ 33 w 72"/>
                    <a:gd name="GluePoint50Y" fmla="*/ 28 h 102"/>
                    <a:gd name="GluePoint51X" fmla="*/ 26 w 72"/>
                    <a:gd name="GluePoint51Y" fmla="*/ 32 h 102"/>
                    <a:gd name="GluePoint52X" fmla="*/ 23 w 72"/>
                    <a:gd name="GluePoint52Y" fmla="*/ 36 h 102"/>
                    <a:gd name="GluePoint53X" fmla="*/ 26 w 72"/>
                    <a:gd name="GluePoint53Y" fmla="*/ 42 h 102"/>
                    <a:gd name="GluePoint54X" fmla="*/ 31 w 72"/>
                    <a:gd name="GluePoint54Y" fmla="*/ 40 h 102"/>
                    <a:gd name="GluePoint55X" fmla="*/ 34 w 72"/>
                    <a:gd name="GluePoint55Y" fmla="*/ 29 h 10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  <a:cxn ang="0">
                      <a:pos x="GluePoint50X" y="GluePoint50Y"/>
                    </a:cxn>
                    <a:cxn ang="0">
                      <a:pos x="GluePoint51X" y="GluePoint51Y"/>
                    </a:cxn>
                    <a:cxn ang="0">
                      <a:pos x="GluePoint52X" y="GluePoint52Y"/>
                    </a:cxn>
                    <a:cxn ang="0">
                      <a:pos x="GluePoint53X" y="GluePoint53Y"/>
                    </a:cxn>
                    <a:cxn ang="0">
                      <a:pos x="GluePoint54X" y="GluePoint54Y"/>
                    </a:cxn>
                    <a:cxn ang="0">
                      <a:pos x="GluePoint55X" y="GluePoint55Y"/>
                    </a:cxn>
                  </a:cxnLst>
                  <a:rect l="textAreaLeft" t="textAreaTop" r="textAreaRight" b="textAreaBottom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346" name="Freeform 12"/>
                <p:cNvSpPr/>
                <p:nvPr/>
              </p:nvSpPr>
              <p:spPr>
                <a:xfrm>
                  <a:off x="10868040" y="6443280"/>
                  <a:ext cx="45360" cy="113760"/>
                </a:xfrm>
                <a:custGeom>
                  <a:avLst/>
                  <a:gdLst>
                    <a:gd name="textAreaLeft" fmla="*/ 0 w 45360"/>
                    <a:gd name="textAreaRight" fmla="*/ 45720 w 45360"/>
                    <a:gd name="textAreaTop" fmla="*/ 0 h 113760"/>
                    <a:gd name="textAreaBottom" fmla="*/ 114120 h 113760"/>
                    <a:gd name="GluePoint1X" fmla="*/ 30 w 39"/>
                    <a:gd name="GluePoint1Y" fmla="*/ 44 h 98"/>
                    <a:gd name="GluePoint2X" fmla="*/ 36 w 39"/>
                    <a:gd name="GluePoint2Y" fmla="*/ 34 h 98"/>
                    <a:gd name="GluePoint3X" fmla="*/ 37 w 39"/>
                    <a:gd name="GluePoint3Y" fmla="*/ 51 h 98"/>
                    <a:gd name="GluePoint4X" fmla="*/ 25 w 39"/>
                    <a:gd name="GluePoint4Y" fmla="*/ 82 h 98"/>
                    <a:gd name="GluePoint5X" fmla="*/ 21 w 39"/>
                    <a:gd name="GluePoint5Y" fmla="*/ 98 h 98"/>
                    <a:gd name="GluePoint6X" fmla="*/ 13 w 39"/>
                    <a:gd name="GluePoint6Y" fmla="*/ 96 h 98"/>
                    <a:gd name="GluePoint7X" fmla="*/ 5 w 39"/>
                    <a:gd name="GluePoint7Y" fmla="*/ 83 h 98"/>
                    <a:gd name="GluePoint8X" fmla="*/ 11 w 39"/>
                    <a:gd name="GluePoint8Y" fmla="*/ 62 h 98"/>
                    <a:gd name="GluePoint9X" fmla="*/ 9 w 39"/>
                    <a:gd name="GluePoint9Y" fmla="*/ 43 h 98"/>
                    <a:gd name="GluePoint10X" fmla="*/ 12 w 39"/>
                    <a:gd name="GluePoint10Y" fmla="*/ 38 h 98"/>
                    <a:gd name="GluePoint11X" fmla="*/ 18 w 39"/>
                    <a:gd name="GluePoint11Y" fmla="*/ 33 h 98"/>
                    <a:gd name="GluePoint12X" fmla="*/ 23 w 39"/>
                    <a:gd name="GluePoint12Y" fmla="*/ 12 h 98"/>
                    <a:gd name="GluePoint13X" fmla="*/ 11 w 39"/>
                    <a:gd name="GluePoint13Y" fmla="*/ 16 h 98"/>
                    <a:gd name="GluePoint14X" fmla="*/ 2 w 39"/>
                    <a:gd name="GluePoint14Y" fmla="*/ 16 h 98"/>
                    <a:gd name="GluePoint15X" fmla="*/ 0 w 39"/>
                    <a:gd name="GluePoint15Y" fmla="*/ 12 h 98"/>
                    <a:gd name="GluePoint16X" fmla="*/ 3 w 39"/>
                    <a:gd name="GluePoint16Y" fmla="*/ 10 h 98"/>
                    <a:gd name="GluePoint17X" fmla="*/ 16 w 39"/>
                    <a:gd name="GluePoint17Y" fmla="*/ 7 h 98"/>
                    <a:gd name="GluePoint18X" fmla="*/ 26 w 39"/>
                    <a:gd name="GluePoint18Y" fmla="*/ 2 h 98"/>
                    <a:gd name="GluePoint19X" fmla="*/ 32 w 39"/>
                    <a:gd name="GluePoint19Y" fmla="*/ 1 h 98"/>
                    <a:gd name="GluePoint20X" fmla="*/ 35 w 39"/>
                    <a:gd name="GluePoint20Y" fmla="*/ 9 h 98"/>
                    <a:gd name="GluePoint21X" fmla="*/ 34 w 39"/>
                    <a:gd name="GluePoint21Y" fmla="*/ 11 h 98"/>
                    <a:gd name="GluePoint22X" fmla="*/ 27 w 39"/>
                    <a:gd name="GluePoint22Y" fmla="*/ 38 h 98"/>
                    <a:gd name="GluePoint23X" fmla="*/ 28 w 39"/>
                    <a:gd name="GluePoint23Y" fmla="*/ 44 h 98"/>
                    <a:gd name="GluePoint24X" fmla="*/ 30 w 39"/>
                    <a:gd name="GluePoint24Y" fmla="*/ 44 h 9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</a:cxnLst>
                  <a:rect l="textAreaLeft" t="textAreaTop" r="textAreaRight" b="textAreaBottom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1840" rIns="5184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4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  <p:sldLayoutId id="2147483670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图片 3"/>
          <p:cNvPicPr/>
          <p:nvPr/>
        </p:nvPicPr>
        <p:blipFill>
          <a:blip r:embed="rId2"/>
          <a:srcRect l="0" t="0" r="0" b="7393"/>
          <a:stretch/>
        </p:blipFill>
        <p:spPr>
          <a:xfrm>
            <a:off x="-324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8" name="矩形 4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005C30">
                  <a:alpha val="90000"/>
                </a:srgbClr>
              </a:gs>
              <a:gs pos="100000">
                <a:srgbClr val="005C30">
                  <a:alpha val="9000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359" name="PlaceHolder 1"/>
          <p:cNvSpPr>
            <a:spLocks noGrp="1"/>
          </p:cNvSpPr>
          <p:nvPr>
            <p:ph type="body"/>
          </p:nvPr>
        </p:nvSpPr>
        <p:spPr>
          <a:xfrm>
            <a:off x="1572120" y="3028320"/>
            <a:ext cx="9041040" cy="910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zh-CN" sz="4800" b="1" u="none" strike="noStrik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CN" sz="4800" b="1" u="none" strike="noStrik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北京理工大学毕业答辩</a:t>
            </a:r>
            <a:r>
              <a:rPr lang="en-US" sz="4800" b="1" u="none" strike="noStrik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PPT</a:t>
            </a:r>
            <a:r>
              <a:rPr lang="zh-CN" sz="4800" b="1" u="none" strike="noStrik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模板</a:t>
            </a:r>
            <a:endParaRPr lang="en-US" sz="4800" b="1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pic>
        <p:nvPicPr>
          <p:cNvPr id="360" name="图片 10"/>
          <p:cNvPicPr/>
          <p:nvPr/>
        </p:nvPicPr>
        <p:blipFill>
          <a:blip r:embed="rId3"/>
          <a:stretch/>
        </p:blipFill>
        <p:spPr>
          <a:xfrm>
            <a:off x="3767400" y="1018440"/>
            <a:ext cx="4650480" cy="13014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4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2"/>
    <p:sldLayoutId id="2147483675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图片 4"/>
          <p:cNvPicPr/>
          <p:nvPr/>
        </p:nvPicPr>
        <p:blipFill>
          <a:blip r:embed="rId2"/>
          <a:stretch/>
        </p:blipFill>
        <p:spPr>
          <a:xfrm>
            <a:off x="0" y="720"/>
            <a:ext cx="502236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4" name="矩形 白1"/>
          <p:cNvSpPr/>
          <p:nvPr/>
        </p:nvSpPr>
        <p:spPr>
          <a:xfrm rot="5400000">
            <a:off x="-917280" y="918000"/>
            <a:ext cx="6857640" cy="502236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50000">
                <a:srgbClr val="FFFFF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微软雅黑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微软雅黑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微软雅黑"/>
              </a:defRPr>
            </a:lvl1pPr>
            <a:lvl2pPr lvl="1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微软雅黑"/>
              </a:defRPr>
            </a:lvl2pPr>
            <a:lvl3pPr lvl="2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微软雅黑"/>
              </a:defRPr>
            </a:lvl3pPr>
            <a:lvl4pPr lvl="3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微软雅黑"/>
              </a:defRPr>
            </a:lvl4pPr>
            <a:lvl5pPr lvl="4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微软雅黑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微软雅黑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微软雅黑"/>
              </a:defRPr>
            </a:lvl7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微软雅黑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  <a:p>
            <a:pPr marL="864000" lvl="1" indent="-3240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微软雅黑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  <a:p>
            <a:pPr marL="1296000" lvl="2" indent="-2880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微软雅黑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  <a:p>
            <a:pPr marL="1728000" lvl="3" indent="-2160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微软雅黑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  <a:p>
            <a:pPr marL="2160000" lvl="4" indent="-2160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微软雅黑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微软雅黑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微软雅黑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2"/>
    <p:sldLayoutId id="2147483680" r:id="rId3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2"/>
    <p:sldLayoutId id="2147483683" r:id="rId3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椭圆 88"/>
          <p:cNvSpPr/>
          <p:nvPr/>
        </p:nvSpPr>
        <p:spPr>
          <a:xfrm>
            <a:off x="-3816720" y="-1541880"/>
            <a:ext cx="8697240" cy="9941400"/>
          </a:xfrm>
          <a:prstGeom prst="ellipse">
            <a:avLst/>
          </a:pr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470" name="椭圆 87"/>
          <p:cNvSpPr/>
          <p:nvPr/>
        </p:nvSpPr>
        <p:spPr>
          <a:xfrm>
            <a:off x="-3999600" y="-1541880"/>
            <a:ext cx="8697240" cy="9941400"/>
          </a:xfrm>
          <a:prstGeom prst="ellipse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471" name="图片 86"/>
          <p:cNvSpPr/>
          <p:nvPr/>
        </p:nvSpPr>
        <p:spPr>
          <a:xfrm>
            <a:off x="-1260360" y="0"/>
            <a:ext cx="5918760" cy="6857640"/>
          </a:xfrm>
          <a:custGeom>
            <a:avLst/>
            <a:gdLst>
              <a:gd name="textAreaLeft" fmla="*/ 0 w 5918760"/>
              <a:gd name="textAreaRight" fmla="*/ 5919120 w 5918760"/>
              <a:gd name="textAreaTop" fmla="*/ 0 h 6857640"/>
              <a:gd name="textAreaBottom" fmla="*/ 6858000 h 6857640"/>
              <a:gd name="GluePoint1X" fmla="*/ 0 w 5919101"/>
              <a:gd name="GluePoint1Y" fmla="*/ 0 h 6858000"/>
              <a:gd name="GluePoint2X" fmla="*/ 4714485 w 5919101"/>
              <a:gd name="GluePoint2Y" fmla="*/ 0 h 6858000"/>
              <a:gd name="GluePoint3X" fmla="*/ 4786974 w 5919101"/>
              <a:gd name="GluePoint3Y" fmla="*/ 86723 h 6858000"/>
              <a:gd name="GluePoint4X" fmla="*/ 5919101 w 5919101"/>
              <a:gd name="GluePoint4Y" fmla="*/ 3429000 h 6858000"/>
              <a:gd name="GluePoint5X" fmla="*/ 4786974 w 5919101"/>
              <a:gd name="GluePoint5Y" fmla="*/ 6771277 h 6858000"/>
              <a:gd name="GluePoint6X" fmla="*/ 4714485 w 5919101"/>
              <a:gd name="GluePoint6Y" fmla="*/ 6858000 h 6858000"/>
              <a:gd name="GluePoint7X" fmla="*/ 0 w 5919101"/>
              <a:gd name="GluePoint7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</a:cxnLst>
            <a:rect l="textAreaLeft" t="textAreaTop" r="textAreaRight" b="textAreaBottom"/>
            <a:pathLst>
              <a:path w="5919101" h="6858000">
                <a:moveTo>
                  <a:pt x="0" y="0"/>
                </a:moveTo>
                <a:lnTo>
                  <a:pt x="4714485" y="0"/>
                </a:lnTo>
                <a:lnTo>
                  <a:pt x="4786974" y="86723"/>
                </a:lnTo>
                <a:cubicBezTo>
                  <a:pt x="5490384" y="969480"/>
                  <a:pt x="5919101" y="2142133"/>
                  <a:pt x="5919101" y="3429000"/>
                </a:cubicBezTo>
                <a:cubicBezTo>
                  <a:pt x="5919101" y="4715867"/>
                  <a:pt x="5490384" y="5888521"/>
                  <a:pt x="4786974" y="6771277"/>
                </a:cubicBezTo>
                <a:lnTo>
                  <a:pt x="4714485" y="6858000"/>
                </a:lnTo>
                <a:lnTo>
                  <a:pt x="0" y="685800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椭圆 85"/>
          <p:cNvSpPr/>
          <p:nvPr/>
        </p:nvSpPr>
        <p:spPr>
          <a:xfrm>
            <a:off x="-4038480" y="-1541880"/>
            <a:ext cx="8697240" cy="9941400"/>
          </a:xfrm>
          <a:prstGeom prst="ellipse">
            <a:avLst/>
          </a:prstGeom>
          <a:solidFill>
            <a:schemeClr val="accent1">
              <a:alpha val="88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horzOverflow="overflow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pic>
        <p:nvPicPr>
          <p:cNvPr id="473" name="图片 89"/>
          <p:cNvPicPr/>
          <p:nvPr/>
        </p:nvPicPr>
        <p:blipFill>
          <a:blip r:embed="rId3"/>
          <a:stretch/>
        </p:blipFill>
        <p:spPr>
          <a:xfrm>
            <a:off x="9837720" y="252000"/>
            <a:ext cx="1968840" cy="43272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4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图片 2"/>
          <p:cNvPicPr/>
          <p:nvPr/>
        </p:nvPicPr>
        <p:blipFill>
          <a:blip r:embed="rId2"/>
          <a:srcRect l="0" t="0" r="30566" b="46394"/>
          <a:stretch/>
        </p:blipFill>
        <p:spPr>
          <a:xfrm>
            <a:off x="9019080" y="4400640"/>
            <a:ext cx="3194280" cy="246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5" name="图片 7"/>
          <p:cNvPicPr/>
          <p:nvPr/>
        </p:nvPicPr>
        <p:blipFill>
          <a:blip r:embed="rId3"/>
          <a:srcRect l="0" t="-75" r="0" b="12514"/>
          <a:stretch/>
        </p:blipFill>
        <p:spPr>
          <a:xfrm>
            <a:off x="0" y="0"/>
            <a:ext cx="12191760" cy="440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6" name="矩形 8"/>
          <p:cNvSpPr/>
          <p:nvPr/>
        </p:nvSpPr>
        <p:spPr>
          <a:xfrm>
            <a:off x="0" y="4398840"/>
            <a:ext cx="12191760" cy="19656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algn="t" blurRad="127080" dir="5400000" dist="63360" rotWithShape="0">
              <a:srgbClr val="000000">
                <a:alpha val="2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477" name="矩形 11"/>
          <p:cNvSpPr/>
          <p:nvPr/>
        </p:nvSpPr>
        <p:spPr>
          <a:xfrm>
            <a:off x="0" y="0"/>
            <a:ext cx="12191760" cy="440028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pic>
        <p:nvPicPr>
          <p:cNvPr id="478" name="图片 12"/>
          <p:cNvPicPr/>
          <p:nvPr/>
        </p:nvPicPr>
        <p:blipFill>
          <a:blip r:embed="rId4"/>
          <a:stretch/>
        </p:blipFill>
        <p:spPr>
          <a:xfrm>
            <a:off x="9702000" y="142200"/>
            <a:ext cx="2242080" cy="62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9" name="图片 13"/>
          <p:cNvPicPr/>
          <p:nvPr/>
        </p:nvPicPr>
        <p:blipFill>
          <a:blip r:embed="rId5"/>
          <a:srcRect l="0" t="-75" r="0" b="12514"/>
          <a:stretch/>
        </p:blipFill>
        <p:spPr>
          <a:xfrm>
            <a:off x="0" y="0"/>
            <a:ext cx="12191760" cy="440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0" name="矩形 14"/>
          <p:cNvSpPr/>
          <p:nvPr/>
        </p:nvSpPr>
        <p:spPr>
          <a:xfrm>
            <a:off x="0" y="0"/>
            <a:ext cx="12191760" cy="4400280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cxnSp>
        <p:nvCxnSpPr>
          <p:cNvPr id="481" name="直接连接符 15"/>
          <p:cNvCxnSpPr/>
          <p:nvPr/>
        </p:nvCxnSpPr>
        <p:spPr>
          <a:xfrm>
            <a:off x="-71640" y="4398480"/>
            <a:ext cx="12339720" cy="360"/>
          </a:xfrm>
          <a:prstGeom prst="straightConnector1">
            <a:avLst/>
          </a:prstGeom>
          <a:ln w="19050">
            <a:solidFill>
              <a:srgbClr val="FFFFFF"/>
            </a:solidFill>
          </a:ln>
        </p:spPr>
      </p:cxnSp>
      <p:pic>
        <p:nvPicPr>
          <p:cNvPr id="482" name="图片 16"/>
          <p:cNvPicPr/>
          <p:nvPr/>
        </p:nvPicPr>
        <p:blipFill>
          <a:blip r:embed="rId6"/>
          <a:stretch/>
        </p:blipFill>
        <p:spPr>
          <a:xfrm>
            <a:off x="9702000" y="142200"/>
            <a:ext cx="2242080" cy="62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3" name="矩形: 圆角 162"/>
          <p:cNvSpPr/>
          <p:nvPr/>
        </p:nvSpPr>
        <p:spPr>
          <a:xfrm>
            <a:off x="1664640" y="3107880"/>
            <a:ext cx="8944920" cy="3014640"/>
          </a:xfrm>
          <a:prstGeom prst="roundRect">
            <a:avLst>
              <a:gd name="adj" fmla="val 3205"/>
            </a:avLst>
          </a:prstGeom>
          <a:solidFill>
            <a:srgbClr val="FFFFFF">
              <a:alpha val="80000"/>
            </a:srgb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矩形: 圆角 163"/>
          <p:cNvSpPr/>
          <p:nvPr/>
        </p:nvSpPr>
        <p:spPr>
          <a:xfrm>
            <a:off x="1464120" y="3223080"/>
            <a:ext cx="9345960" cy="2899440"/>
          </a:xfrm>
          <a:prstGeom prst="roundRect">
            <a:avLst>
              <a:gd name="adj" fmla="val 3205"/>
            </a:avLst>
          </a:prstGeom>
          <a:solidFill>
            <a:srgbClr val="FFFFFF">
              <a:alpha val="94000"/>
            </a:srgbClr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矩形: 圆角 164"/>
          <p:cNvSpPr/>
          <p:nvPr/>
        </p:nvSpPr>
        <p:spPr>
          <a:xfrm>
            <a:off x="1200240" y="3365280"/>
            <a:ext cx="9791280" cy="2757240"/>
          </a:xfrm>
          <a:prstGeom prst="roundRect">
            <a:avLst>
              <a:gd name="adj" fmla="val 3205"/>
            </a:avLst>
          </a:prstGeom>
          <a:gradFill rotWithShape="0">
            <a:gsLst>
              <a:gs pos="0">
                <a:srgbClr val="FFFFFF"/>
              </a:gs>
              <a:gs pos="100000">
                <a:srgbClr val="F8F8F8"/>
              </a:gs>
            </a:gsLst>
            <a:lin ang="5400000"/>
          </a:gradFill>
          <a:ln w="12700">
            <a:noFill/>
          </a:ln>
          <a:effectLst>
            <a:outerShdw algn="ctr" blurRad="317520" rotWithShape="0" sx="102000" sy="102000">
              <a:srgbClr val="BFBFBF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numCol="1" spcCol="0" horzOverflow="overflow" lIns="540000" tIns="72000" rIns="540000" bIns="720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7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图片 2"/>
          <p:cNvPicPr/>
          <p:nvPr/>
        </p:nvPicPr>
        <p:blipFill>
          <a:blip r:embed="rId2"/>
          <a:srcRect l="29062" t="0" r="32936" b="0"/>
          <a:stretch/>
        </p:blipFill>
        <p:spPr>
          <a:xfrm>
            <a:off x="0" y="0"/>
            <a:ext cx="391428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7" name="矩形 12"/>
          <p:cNvSpPr/>
          <p:nvPr/>
        </p:nvSpPr>
        <p:spPr>
          <a:xfrm>
            <a:off x="0" y="0"/>
            <a:ext cx="3914280" cy="6857640"/>
          </a:xfrm>
          <a:prstGeom prst="rect">
            <a:avLst/>
          </a:prstGeom>
          <a:solidFill>
            <a:schemeClr val="accent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488" name="矩形 13"/>
          <p:cNvSpPr/>
          <p:nvPr/>
        </p:nvSpPr>
        <p:spPr>
          <a:xfrm>
            <a:off x="0" y="0"/>
            <a:ext cx="3914280" cy="6857640"/>
          </a:xfrm>
          <a:prstGeom prst="rect">
            <a:avLst/>
          </a:prstGeom>
          <a:gradFill rotWithShape="0">
            <a:gsLst>
              <a:gs pos="25000">
                <a:srgbClr val="006C39">
                  <a:alpha val="0"/>
                </a:srgbClr>
              </a:gs>
              <a:gs pos="100000">
                <a:srgbClr val="006C39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cxnSp>
        <p:nvCxnSpPr>
          <p:cNvPr id="489" name="直接连接符 15"/>
          <p:cNvCxnSpPr/>
          <p:nvPr/>
        </p:nvCxnSpPr>
        <p:spPr>
          <a:xfrm>
            <a:off x="3960360" y="0"/>
            <a:ext cx="360" cy="6858360"/>
          </a:xfrm>
          <a:prstGeom prst="straightConnector1">
            <a:avLst/>
          </a:prstGeom>
          <a:ln w="38100">
            <a:solidFill>
              <a:srgbClr val="006C39"/>
            </a:solidFill>
          </a:ln>
        </p:spPr>
      </p:cxnSp>
      <p:grpSp>
        <p:nvGrpSpPr>
          <p:cNvPr id="490" name="组合 20"/>
          <p:cNvGrpSpPr/>
          <p:nvPr/>
        </p:nvGrpSpPr>
        <p:grpSpPr>
          <a:xfrm>
            <a:off x="3961440" y="2796840"/>
            <a:ext cx="122760" cy="1263960"/>
            <a:chOff x="3961440" y="2796840"/>
            <a:chExt cx="122760" cy="1263960"/>
          </a:xfrm>
        </p:grpSpPr>
        <p:sp>
          <p:nvSpPr>
            <p:cNvPr id="491" name="等腰三角形 21"/>
            <p:cNvSpPr/>
            <p:nvPr/>
          </p:nvSpPr>
          <p:spPr>
            <a:xfrm rot="5400000">
              <a:off x="3952080" y="3377880"/>
              <a:ext cx="141840" cy="122400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solidFill>
                <a:srgbClr val="A13F0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16560" rIns="90000" bIns="16560" anchor="ctr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cxnSp>
          <p:nvCxnSpPr>
            <p:cNvPr id="492" name="直接连接符 22"/>
            <p:cNvCxnSpPr/>
            <p:nvPr/>
          </p:nvCxnSpPr>
          <p:spPr>
            <a:xfrm>
              <a:off x="3961440" y="2796840"/>
              <a:ext cx="360" cy="1264320"/>
            </a:xfrm>
            <a:prstGeom prst="straightConnector1">
              <a:avLst/>
            </a:prstGeom>
            <a:ln w="38100">
              <a:solidFill>
                <a:srgbClr val="A13F0B"/>
              </a:solidFill>
            </a:ln>
          </p:spPr>
        </p:cxnSp>
      </p:grpSp>
      <p:cxnSp>
        <p:nvCxnSpPr>
          <p:cNvPr id="493" name="直接连接符 41"/>
          <p:cNvCxnSpPr/>
          <p:nvPr/>
        </p:nvCxnSpPr>
        <p:spPr>
          <a:xfrm>
            <a:off x="1053360" y="2793240"/>
            <a:ext cx="1727280" cy="360"/>
          </a:xfrm>
          <a:prstGeom prst="straightConnector1">
            <a:avLst/>
          </a:prstGeom>
          <a:ln w="12700">
            <a:solidFill>
              <a:srgbClr val="FFFFFF"/>
            </a:solidFill>
          </a:ln>
        </p:spPr>
      </p:cxnSp>
      <p:sp>
        <p:nvSpPr>
          <p:cNvPr id="494" name="矩形 42"/>
          <p:cNvSpPr/>
          <p:nvPr/>
        </p:nvSpPr>
        <p:spPr>
          <a:xfrm>
            <a:off x="846720" y="2752560"/>
            <a:ext cx="213588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5400" b="0" u="none" spc="601" strike="noStrike">
                <a:solidFill>
                  <a:srgbClr val="FFFFFF"/>
                </a:solidFill>
                <a:effectLst/>
                <a:uFillTx/>
                <a:latin typeface="微软雅黑"/>
                <a:ea typeface="微软雅黑"/>
              </a:rPr>
              <a:t>目录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矩形 43"/>
          <p:cNvSpPr/>
          <p:nvPr/>
        </p:nvSpPr>
        <p:spPr>
          <a:xfrm>
            <a:off x="963720" y="3596040"/>
            <a:ext cx="19062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Century Gothic"/>
                <a:ea typeface="微软雅黑"/>
              </a:rPr>
              <a:t>CONTENTS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96" name="直接连接符 44"/>
          <p:cNvCxnSpPr/>
          <p:nvPr/>
        </p:nvCxnSpPr>
        <p:spPr>
          <a:xfrm>
            <a:off x="1053360" y="4060800"/>
            <a:ext cx="1727280" cy="360"/>
          </a:xfrm>
          <a:prstGeom prst="straightConnector1">
            <a:avLst/>
          </a:prstGeom>
          <a:ln w="12700">
            <a:solidFill>
              <a:srgbClr val="FFFFFF"/>
            </a:solidFill>
          </a:ln>
        </p:spPr>
      </p:cxnSp>
      <p:pic>
        <p:nvPicPr>
          <p:cNvPr id="497" name="图片 1"/>
          <p:cNvPicPr/>
          <p:nvPr/>
        </p:nvPicPr>
        <p:blipFill>
          <a:blip r:embed="rId3"/>
          <a:stretch/>
        </p:blipFill>
        <p:spPr>
          <a:xfrm>
            <a:off x="1064880" y="2218680"/>
            <a:ext cx="1715400" cy="47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8" name="图片 5"/>
          <p:cNvPicPr/>
          <p:nvPr/>
        </p:nvPicPr>
        <p:blipFill>
          <a:blip r:embed="rId4"/>
          <a:srcRect l="0" t="0" r="15911" b="16280"/>
          <a:stretch/>
        </p:blipFill>
        <p:spPr>
          <a:xfrm>
            <a:off x="7257960" y="1942200"/>
            <a:ext cx="4949280" cy="493344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5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25000">
              <a:srgbClr val="006C39">
                <a:alpha val="0"/>
              </a:srgbClr>
            </a:gs>
            <a:gs pos="100000">
              <a:srgbClr val="006C39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矩形 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007E42"/>
              </a:gs>
              <a:gs pos="100000">
                <a:srgbClr val="006C39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pic>
        <p:nvPicPr>
          <p:cNvPr id="500" name="图片 2"/>
          <p:cNvPicPr/>
          <p:nvPr/>
        </p:nvPicPr>
        <p:blipFill>
          <a:blip r:embed="rId2"/>
          <a:stretch/>
        </p:blipFill>
        <p:spPr>
          <a:xfrm>
            <a:off x="6943680" y="493200"/>
            <a:ext cx="5250600" cy="525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1" name="矩形 9"/>
          <p:cNvSpPr/>
          <p:nvPr/>
        </p:nvSpPr>
        <p:spPr>
          <a:xfrm>
            <a:off x="6943680" y="0"/>
            <a:ext cx="5248080" cy="6857640"/>
          </a:xfrm>
          <a:prstGeom prst="rect">
            <a:avLst/>
          </a:prstGeom>
          <a:gradFill rotWithShape="0">
            <a:gsLst>
              <a:gs pos="0">
                <a:srgbClr val="006C39">
                  <a:alpha val="0"/>
                </a:srgbClr>
              </a:gs>
              <a:gs pos="100000">
                <a:srgbClr val="006C39">
                  <a:alpha val="7200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502" name="矩形 119"/>
          <p:cNvSpPr/>
          <p:nvPr/>
        </p:nvSpPr>
        <p:spPr>
          <a:xfrm>
            <a:off x="660240" y="6054480"/>
            <a:ext cx="2014200" cy="1436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503" name="PlaceHolder 1"/>
          <p:cNvSpPr>
            <a:spLocks noGrp="1"/>
          </p:cNvSpPr>
          <p:nvPr>
            <p:ph type="body" hasCustomPrompt="1"/>
          </p:nvPr>
        </p:nvSpPr>
        <p:spPr>
          <a:xfrm>
            <a:off x="510480" y="982440"/>
            <a:ext cx="3551040" cy="606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zh-CN" sz="3200" b="0" u="none" spc="99" strike="noStrik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CN" sz="3200" b="0" u="none" spc="99" strike="noStrik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第几部分 ▶</a:t>
            </a:r>
            <a:endParaRPr lang="en-US" sz="3200" b="0" u="none" spc="99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504" name="PlaceHolder 2"/>
          <p:cNvSpPr>
            <a:spLocks noGrp="1"/>
          </p:cNvSpPr>
          <p:nvPr>
            <p:ph type="body" hasCustomPrompt="1"/>
          </p:nvPr>
        </p:nvSpPr>
        <p:spPr>
          <a:xfrm>
            <a:off x="510480" y="2742120"/>
            <a:ext cx="7197480" cy="606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indent="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zh-CN" sz="4400" b="0" u="none" spc="99" strike="noStrik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defRPr>
            </a:lvl1pPr>
          </a:lstStyle>
          <a:p>
            <a:pPr indent="0" algn="l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zh-CN" sz="4400" b="0" u="none" spc="99" strike="noStrik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请在此处添加你的标题</a:t>
            </a:r>
            <a:endParaRPr lang="en-US" sz="4400" b="0" u="none" spc="99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505" name="PlaceHolder 3"/>
          <p:cNvSpPr>
            <a:spLocks noGrp="1"/>
          </p:cNvSpPr>
          <p:nvPr>
            <p:ph type="body" hasCustomPrompt="1"/>
          </p:nvPr>
        </p:nvSpPr>
        <p:spPr>
          <a:xfrm>
            <a:off x="561240" y="3837600"/>
            <a:ext cx="7146720" cy="1522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Autofit/>
          </a:bodyPr>
          <a:lstStyle>
            <a:lvl1pPr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zh-CN" sz="1400" b="0" u="none" spc="99" strike="noStrik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defRPr>
            </a:lvl1pPr>
            <a:lvl2pPr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zh-CN" sz="1400" b="0" u="none" spc="99" strike="noStrik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defRPr>
            </a:lvl2pPr>
            <a:lvl3pPr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zh-CN" sz="1400" b="0" u="none" spc="99" strike="noStrik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defRPr>
            </a:lvl3pPr>
            <a:lvl4pPr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en-US" sz="1400" b="0" u="none" spc="99" strike="noStrik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defRPr>
            </a:lvl4pPr>
            <a:lvl5pPr indent="0" algn="l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400" b="0" u="none" spc="99" strike="noStrik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defRPr>
            </a:lvl5pPr>
          </a:lstStyle>
          <a:p>
            <a:pPr marL="285840" indent="-285840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zh-CN" sz="1400" b="0" u="none" spc="99" strike="noStrik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这里可以写一点点文字，介绍此章节主要内容</a:t>
            </a:r>
            <a:endParaRPr lang="en-US" sz="1400" b="0" u="none" spc="99" strike="noStrike">
              <a:solidFill>
                <a:schemeClr val="lt1"/>
              </a:solidFill>
              <a:effectLst/>
              <a:uFillTx/>
              <a:latin typeface="微软雅黑"/>
            </a:endParaRPr>
          </a:p>
          <a:p>
            <a:pPr marL="285840" indent="-285840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zh-CN" sz="1400" b="0" u="none" spc="99" strike="noStrik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国外现状</a:t>
            </a:r>
            <a:endParaRPr lang="en-US" sz="1400" b="0" u="none" spc="99" strike="noStrike">
              <a:solidFill>
                <a:schemeClr val="lt1"/>
              </a:solidFill>
              <a:effectLst/>
              <a:uFillTx/>
              <a:latin typeface="微软雅黑"/>
            </a:endParaRPr>
          </a:p>
          <a:p>
            <a:pPr marL="285840" indent="-285840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zh-CN" sz="1400" b="0" u="none" spc="99" strike="noStrik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国内现状</a:t>
            </a:r>
            <a:endParaRPr lang="en-US" sz="1400" b="0" u="none" spc="99" strike="noStrike">
              <a:solidFill>
                <a:schemeClr val="lt1"/>
              </a:solidFill>
              <a:effectLst/>
              <a:uFillTx/>
              <a:latin typeface="微软雅黑"/>
            </a:endParaRPr>
          </a:p>
          <a:p>
            <a:pPr marL="285840" indent="-285840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0" u="none" spc="99" strike="noStrike">
                <a:solidFill>
                  <a:schemeClr val="lt1"/>
                </a:solidFill>
                <a:effectLst/>
                <a:uFillTx/>
                <a:latin typeface="微软雅黑"/>
                <a:ea typeface="微软雅黑"/>
              </a:rPr>
              <a:t>…</a:t>
            </a:r>
            <a:endParaRPr lang="en-US" sz="1400" b="0" u="none" spc="99" strike="noStrike">
              <a:solidFill>
                <a:schemeClr val="lt1"/>
              </a:solidFill>
              <a:effectLst/>
              <a:uFillTx/>
              <a:latin typeface="微软雅黑"/>
            </a:endParaRPr>
          </a:p>
          <a:p>
            <a:pPr indent="0" algn="l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1400" b="0" u="none" spc="99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506" name="矩形 1"/>
          <p:cNvSpPr/>
          <p:nvPr/>
        </p:nvSpPr>
        <p:spPr>
          <a:xfrm>
            <a:off x="0" y="6167160"/>
            <a:ext cx="12191760" cy="6904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ctr" blurRad="380880" rotWithShape="0" sx="102000" sy="10200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pic>
        <p:nvPicPr>
          <p:cNvPr id="507" name="图片 142"/>
          <p:cNvPicPr/>
          <p:nvPr/>
        </p:nvPicPr>
        <p:blipFill>
          <a:blip r:embed="rId3"/>
          <a:stretch/>
        </p:blipFill>
        <p:spPr>
          <a:xfrm>
            <a:off x="10203840" y="6386400"/>
            <a:ext cx="1257120" cy="2761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08" name="组合 84"/>
          <p:cNvGrpSpPr/>
          <p:nvPr/>
        </p:nvGrpSpPr>
        <p:grpSpPr>
          <a:xfrm>
            <a:off x="694080" y="6394680"/>
            <a:ext cx="1931400" cy="235080"/>
            <a:chOff x="694080" y="6394680"/>
            <a:chExt cx="1931400" cy="235080"/>
          </a:xfrm>
        </p:grpSpPr>
        <p:grpSp>
          <p:nvGrpSpPr>
            <p:cNvPr id="509" name="组合 85"/>
            <p:cNvGrpSpPr/>
            <p:nvPr/>
          </p:nvGrpSpPr>
          <p:grpSpPr>
            <a:xfrm>
              <a:off x="1813320" y="6397560"/>
              <a:ext cx="812160" cy="230040"/>
              <a:chOff x="1813320" y="6397560"/>
              <a:chExt cx="812160" cy="230040"/>
            </a:xfrm>
          </p:grpSpPr>
          <p:sp>
            <p:nvSpPr>
              <p:cNvPr id="510" name="Freeform 5"/>
              <p:cNvSpPr/>
              <p:nvPr/>
            </p:nvSpPr>
            <p:spPr>
              <a:xfrm>
                <a:off x="2262240" y="6411960"/>
                <a:ext cx="181080" cy="204480"/>
              </a:xfrm>
              <a:custGeom>
                <a:avLst/>
                <a:gdLst>
                  <a:gd name="textAreaLeft" fmla="*/ 0 w 181080"/>
                  <a:gd name="textAreaRight" fmla="*/ 181440 w 181080"/>
                  <a:gd name="textAreaTop" fmla="*/ 0 h 204480"/>
                  <a:gd name="textAreaBottom" fmla="*/ 204840 h 204480"/>
                  <a:gd name="GluePoint1X" fmla="*/ 41 w 125"/>
                  <a:gd name="GluePoint1Y" fmla="*/ 16 h 142"/>
                  <a:gd name="GluePoint2X" fmla="*/ 49 w 125"/>
                  <a:gd name="GluePoint2Y" fmla="*/ 3 h 142"/>
                  <a:gd name="GluePoint3X" fmla="*/ 62 w 125"/>
                  <a:gd name="GluePoint3Y" fmla="*/ 20 h 142"/>
                  <a:gd name="GluePoint4X" fmla="*/ 64 w 125"/>
                  <a:gd name="GluePoint4Y" fmla="*/ 33 h 142"/>
                  <a:gd name="GluePoint5X" fmla="*/ 50 w 125"/>
                  <a:gd name="GluePoint5Y" fmla="*/ 34 h 142"/>
                  <a:gd name="GluePoint6X" fmla="*/ 58 w 125"/>
                  <a:gd name="GluePoint6Y" fmla="*/ 58 h 142"/>
                  <a:gd name="GluePoint7X" fmla="*/ 75 w 125"/>
                  <a:gd name="GluePoint7Y" fmla="*/ 59 h 142"/>
                  <a:gd name="GluePoint8X" fmla="*/ 71 w 125"/>
                  <a:gd name="GluePoint8Y" fmla="*/ 50 h 142"/>
                  <a:gd name="GluePoint9X" fmla="*/ 81 w 125"/>
                  <a:gd name="GluePoint9Y" fmla="*/ 47 h 142"/>
                  <a:gd name="GluePoint10X" fmla="*/ 65 w 125"/>
                  <a:gd name="GluePoint10Y" fmla="*/ 42 h 142"/>
                  <a:gd name="GluePoint11X" fmla="*/ 63 w 125"/>
                  <a:gd name="GluePoint11Y" fmla="*/ 37 h 142"/>
                  <a:gd name="GluePoint12X" fmla="*/ 85 w 125"/>
                  <a:gd name="GluePoint12Y" fmla="*/ 27 h 142"/>
                  <a:gd name="GluePoint13X" fmla="*/ 93 w 125"/>
                  <a:gd name="GluePoint13Y" fmla="*/ 2 h 142"/>
                  <a:gd name="GluePoint14X" fmla="*/ 99 w 125"/>
                  <a:gd name="GluePoint14Y" fmla="*/ 5 h 142"/>
                  <a:gd name="GluePoint15X" fmla="*/ 111 w 125"/>
                  <a:gd name="GluePoint15Y" fmla="*/ 30 h 142"/>
                  <a:gd name="GluePoint16X" fmla="*/ 102 w 125"/>
                  <a:gd name="GluePoint16Y" fmla="*/ 34 h 142"/>
                  <a:gd name="GluePoint17X" fmla="*/ 95 w 125"/>
                  <a:gd name="GluePoint17Y" fmla="*/ 59 h 142"/>
                  <a:gd name="GluePoint18X" fmla="*/ 123 w 125"/>
                  <a:gd name="GluePoint18Y" fmla="*/ 61 h 142"/>
                  <a:gd name="GluePoint19X" fmla="*/ 110 w 125"/>
                  <a:gd name="GluePoint19Y" fmla="*/ 71 h 142"/>
                  <a:gd name="GluePoint20X" fmla="*/ 104 w 125"/>
                  <a:gd name="GluePoint20Y" fmla="*/ 82 h 142"/>
                  <a:gd name="GluePoint21X" fmla="*/ 112 w 125"/>
                  <a:gd name="GluePoint21Y" fmla="*/ 134 h 142"/>
                  <a:gd name="GluePoint22X" fmla="*/ 102 w 125"/>
                  <a:gd name="GluePoint22Y" fmla="*/ 140 h 142"/>
                  <a:gd name="GluePoint23X" fmla="*/ 89 w 125"/>
                  <a:gd name="GluePoint23Y" fmla="*/ 123 h 142"/>
                  <a:gd name="GluePoint24X" fmla="*/ 101 w 125"/>
                  <a:gd name="GluePoint24Y" fmla="*/ 128 h 142"/>
                  <a:gd name="GluePoint25X" fmla="*/ 101 w 125"/>
                  <a:gd name="GluePoint25Y" fmla="*/ 92 h 142"/>
                  <a:gd name="GluePoint26X" fmla="*/ 97 w 125"/>
                  <a:gd name="GluePoint26Y" fmla="*/ 99 h 142"/>
                  <a:gd name="GluePoint27X" fmla="*/ 90 w 125"/>
                  <a:gd name="GluePoint27Y" fmla="*/ 103 h 142"/>
                  <a:gd name="GluePoint28X" fmla="*/ 86 w 125"/>
                  <a:gd name="GluePoint28Y" fmla="*/ 110 h 142"/>
                  <a:gd name="GluePoint29X" fmla="*/ 81 w 125"/>
                  <a:gd name="GluePoint29Y" fmla="*/ 120 h 142"/>
                  <a:gd name="GluePoint30X" fmla="*/ 88 w 125"/>
                  <a:gd name="GluePoint30Y" fmla="*/ 71 h 142"/>
                  <a:gd name="GluePoint31X" fmla="*/ 60 w 125"/>
                  <a:gd name="GluePoint31Y" fmla="*/ 87 h 142"/>
                  <a:gd name="GluePoint32X" fmla="*/ 53 w 125"/>
                  <a:gd name="GluePoint32Y" fmla="*/ 89 h 142"/>
                  <a:gd name="GluePoint33X" fmla="*/ 51 w 125"/>
                  <a:gd name="GluePoint33Y" fmla="*/ 128 h 142"/>
                  <a:gd name="GluePoint34X" fmla="*/ 43 w 125"/>
                  <a:gd name="GluePoint34Y" fmla="*/ 134 h 142"/>
                  <a:gd name="GluePoint35X" fmla="*/ 39 w 125"/>
                  <a:gd name="GluePoint35Y" fmla="*/ 107 h 142"/>
                  <a:gd name="GluePoint36X" fmla="*/ 33 w 125"/>
                  <a:gd name="GluePoint36Y" fmla="*/ 114 h 142"/>
                  <a:gd name="GluePoint37X" fmla="*/ 17 w 125"/>
                  <a:gd name="GluePoint37Y" fmla="*/ 108 h 142"/>
                  <a:gd name="GluePoint38X" fmla="*/ 5 w 125"/>
                  <a:gd name="GluePoint38Y" fmla="*/ 81 h 142"/>
                  <a:gd name="GluePoint39X" fmla="*/ 34 w 125"/>
                  <a:gd name="GluePoint39Y" fmla="*/ 56 h 142"/>
                  <a:gd name="GluePoint40X" fmla="*/ 38 w 125"/>
                  <a:gd name="GluePoint40Y" fmla="*/ 33 h 142"/>
                  <a:gd name="GluePoint41X" fmla="*/ 22 w 125"/>
                  <a:gd name="GluePoint41Y" fmla="*/ 55 h 142"/>
                  <a:gd name="GluePoint42X" fmla="*/ 14 w 125"/>
                  <a:gd name="GluePoint42Y" fmla="*/ 55 h 142"/>
                  <a:gd name="GluePoint43X" fmla="*/ 11 w 125"/>
                  <a:gd name="GluePoint43Y" fmla="*/ 36 h 142"/>
                  <a:gd name="GluePoint44X" fmla="*/ 32 w 125"/>
                  <a:gd name="GluePoint44Y" fmla="*/ 22 h 142"/>
                  <a:gd name="GluePoint45X" fmla="*/ 28 w 125"/>
                  <a:gd name="GluePoint45Y" fmla="*/ 33 h 14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  <a:cxn ang="0">
                    <a:pos x="GluePoint31X" y="GluePoint31Y"/>
                  </a:cxn>
                  <a:cxn ang="0">
                    <a:pos x="GluePoint32X" y="GluePoint32Y"/>
                  </a:cxn>
                  <a:cxn ang="0">
                    <a:pos x="GluePoint33X" y="GluePoint33Y"/>
                  </a:cxn>
                  <a:cxn ang="0">
                    <a:pos x="GluePoint34X" y="GluePoint34Y"/>
                  </a:cxn>
                  <a:cxn ang="0">
                    <a:pos x="GluePoint35X" y="GluePoint35Y"/>
                  </a:cxn>
                  <a:cxn ang="0">
                    <a:pos x="GluePoint36X" y="GluePoint36Y"/>
                  </a:cxn>
                  <a:cxn ang="0">
                    <a:pos x="GluePoint37X" y="GluePoint37Y"/>
                  </a:cxn>
                  <a:cxn ang="0">
                    <a:pos x="GluePoint38X" y="GluePoint38Y"/>
                  </a:cxn>
                  <a:cxn ang="0">
                    <a:pos x="GluePoint39X" y="GluePoint39Y"/>
                  </a:cxn>
                  <a:cxn ang="0">
                    <a:pos x="GluePoint40X" y="GluePoint40Y"/>
                  </a:cxn>
                  <a:cxn ang="0">
                    <a:pos x="GluePoint41X" y="GluePoint41Y"/>
                  </a:cxn>
                  <a:cxn ang="0">
                    <a:pos x="GluePoint42X" y="GluePoint42Y"/>
                  </a:cxn>
                  <a:cxn ang="0">
                    <a:pos x="GluePoint43X" y="GluePoint43Y"/>
                  </a:cxn>
                  <a:cxn ang="0">
                    <a:pos x="GluePoint44X" y="GluePoint44Y"/>
                  </a:cxn>
                  <a:cxn ang="0">
                    <a:pos x="GluePoint45X" y="GluePoint45Y"/>
                  </a:cxn>
                </a:cxnLst>
                <a:rect l="textAreaLeft" t="textAreaTop" r="textAreaRight" b="textAreaBottom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entury Gothic"/>
                </a:endParaRPr>
              </a:p>
            </p:txBody>
          </p:sp>
          <p:sp>
            <p:nvSpPr>
              <p:cNvPr id="511" name="Freeform 6"/>
              <p:cNvSpPr/>
              <p:nvPr/>
            </p:nvSpPr>
            <p:spPr>
              <a:xfrm>
                <a:off x="2521440" y="6441120"/>
                <a:ext cx="104040" cy="156960"/>
              </a:xfrm>
              <a:custGeom>
                <a:avLst/>
                <a:gdLst>
                  <a:gd name="textAreaLeft" fmla="*/ 0 w 104040"/>
                  <a:gd name="textAreaRight" fmla="*/ 104400 w 104040"/>
                  <a:gd name="textAreaTop" fmla="*/ 0 h 156960"/>
                  <a:gd name="textAreaBottom" fmla="*/ 157320 h 156960"/>
                  <a:gd name="GluePoint1X" fmla="*/ 33 w 72"/>
                  <a:gd name="GluePoint1Y" fmla="*/ 76 h 109"/>
                  <a:gd name="GluePoint2X" fmla="*/ 44 w 72"/>
                  <a:gd name="GluePoint2Y" fmla="*/ 73 h 109"/>
                  <a:gd name="GluePoint3X" fmla="*/ 59 w 72"/>
                  <a:gd name="GluePoint3Y" fmla="*/ 71 h 109"/>
                  <a:gd name="GluePoint4X" fmla="*/ 69 w 72"/>
                  <a:gd name="GluePoint4Y" fmla="*/ 92 h 109"/>
                  <a:gd name="GluePoint5X" fmla="*/ 66 w 72"/>
                  <a:gd name="GluePoint5Y" fmla="*/ 94 h 109"/>
                  <a:gd name="GluePoint6X" fmla="*/ 49 w 72"/>
                  <a:gd name="GluePoint6Y" fmla="*/ 96 h 109"/>
                  <a:gd name="GluePoint7X" fmla="*/ 28 w 72"/>
                  <a:gd name="GluePoint7Y" fmla="*/ 106 h 109"/>
                  <a:gd name="GluePoint8X" fmla="*/ 16 w 72"/>
                  <a:gd name="GluePoint8Y" fmla="*/ 106 h 109"/>
                  <a:gd name="GluePoint9X" fmla="*/ 1 w 72"/>
                  <a:gd name="GluePoint9Y" fmla="*/ 80 h 109"/>
                  <a:gd name="GluePoint10X" fmla="*/ 2 w 72"/>
                  <a:gd name="GluePoint10Y" fmla="*/ 74 h 109"/>
                  <a:gd name="GluePoint11X" fmla="*/ 23 w 72"/>
                  <a:gd name="GluePoint11Y" fmla="*/ 31 h 109"/>
                  <a:gd name="GluePoint12X" fmla="*/ 22 w 72"/>
                  <a:gd name="GluePoint12Y" fmla="*/ 26 h 109"/>
                  <a:gd name="GluePoint13X" fmla="*/ 12 w 72"/>
                  <a:gd name="GluePoint13Y" fmla="*/ 16 h 109"/>
                  <a:gd name="GluePoint14X" fmla="*/ 15 w 72"/>
                  <a:gd name="GluePoint14Y" fmla="*/ 10 h 109"/>
                  <a:gd name="GluePoint15X" fmla="*/ 32 w 72"/>
                  <a:gd name="GluePoint15Y" fmla="*/ 5 h 109"/>
                  <a:gd name="GluePoint16X" fmla="*/ 60 w 72"/>
                  <a:gd name="GluePoint16Y" fmla="*/ 18 h 109"/>
                  <a:gd name="GluePoint17X" fmla="*/ 59 w 72"/>
                  <a:gd name="GluePoint17Y" fmla="*/ 26 h 109"/>
                  <a:gd name="GluePoint18X" fmla="*/ 52 w 72"/>
                  <a:gd name="GluePoint18Y" fmla="*/ 36 h 109"/>
                  <a:gd name="GluePoint19X" fmla="*/ 34 w 72"/>
                  <a:gd name="GluePoint19Y" fmla="*/ 72 h 109"/>
                  <a:gd name="GluePoint20X" fmla="*/ 33 w 72"/>
                  <a:gd name="GluePoint20Y" fmla="*/ 76 h 10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</a:cxnLst>
                <a:rect l="textAreaLeft" t="textAreaTop" r="textAreaRight" b="textAreaBottom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numCol="1" spcCol="0" anchor="t">
                <a:noAutofit/>
              </a:bodyPr>
              <a:p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Century Gothic"/>
                </a:endParaRPr>
              </a:p>
            </p:txBody>
          </p:sp>
          <p:grpSp>
            <p:nvGrpSpPr>
              <p:cNvPr id="512" name="组合 102"/>
              <p:cNvGrpSpPr/>
              <p:nvPr/>
            </p:nvGrpSpPr>
            <p:grpSpPr>
              <a:xfrm>
                <a:off x="1813320" y="6397560"/>
                <a:ext cx="185400" cy="230040"/>
                <a:chOff x="1813320" y="6397560"/>
                <a:chExt cx="185400" cy="230040"/>
              </a:xfrm>
            </p:grpSpPr>
            <p:sp>
              <p:nvSpPr>
                <p:cNvPr id="513" name="Freeform 7"/>
                <p:cNvSpPr/>
                <p:nvPr/>
              </p:nvSpPr>
              <p:spPr>
                <a:xfrm>
                  <a:off x="1813320" y="6397560"/>
                  <a:ext cx="185400" cy="150840"/>
                </a:xfrm>
                <a:custGeom>
                  <a:avLst/>
                  <a:gdLst>
                    <a:gd name="textAreaLeft" fmla="*/ 0 w 185400"/>
                    <a:gd name="textAreaRight" fmla="*/ 185760 w 185400"/>
                    <a:gd name="textAreaTop" fmla="*/ 0 h 150840"/>
                    <a:gd name="textAreaBottom" fmla="*/ 151200 h 150840"/>
                    <a:gd name="GluePoint1X" fmla="*/ 101 w 128"/>
                    <a:gd name="GluePoint1Y" fmla="*/ 58 h 105"/>
                    <a:gd name="GluePoint2X" fmla="*/ 74 w 128"/>
                    <a:gd name="GluePoint2Y" fmla="*/ 56 h 105"/>
                    <a:gd name="GluePoint3X" fmla="*/ 68 w 128"/>
                    <a:gd name="GluePoint3Y" fmla="*/ 57 h 105"/>
                    <a:gd name="GluePoint4X" fmla="*/ 51 w 128"/>
                    <a:gd name="GluePoint4Y" fmla="*/ 59 h 105"/>
                    <a:gd name="GluePoint5X" fmla="*/ 36 w 128"/>
                    <a:gd name="GluePoint5Y" fmla="*/ 65 h 105"/>
                    <a:gd name="GluePoint6X" fmla="*/ 28 w 128"/>
                    <a:gd name="GluePoint6Y" fmla="*/ 73 h 105"/>
                    <a:gd name="GluePoint7X" fmla="*/ 16 w 128"/>
                    <a:gd name="GluePoint7Y" fmla="*/ 102 h 105"/>
                    <a:gd name="GluePoint8X" fmla="*/ 13 w 128"/>
                    <a:gd name="GluePoint8Y" fmla="*/ 104 h 105"/>
                    <a:gd name="GluePoint9X" fmla="*/ 1 w 128"/>
                    <a:gd name="GluePoint9Y" fmla="*/ 98 h 105"/>
                    <a:gd name="GluePoint10X" fmla="*/ 0 w 128"/>
                    <a:gd name="GluePoint10Y" fmla="*/ 93 h 105"/>
                    <a:gd name="GluePoint11X" fmla="*/ 15 w 128"/>
                    <a:gd name="GluePoint11Y" fmla="*/ 60 h 105"/>
                    <a:gd name="GluePoint12X" fmla="*/ 16 w 128"/>
                    <a:gd name="GluePoint12Y" fmla="*/ 58 h 105"/>
                    <a:gd name="GluePoint13X" fmla="*/ 20 w 128"/>
                    <a:gd name="GluePoint13Y" fmla="*/ 52 h 105"/>
                    <a:gd name="GluePoint14X" fmla="*/ 32 w 128"/>
                    <a:gd name="GluePoint14Y" fmla="*/ 54 h 105"/>
                    <a:gd name="GluePoint15X" fmla="*/ 39 w 128"/>
                    <a:gd name="GluePoint15Y" fmla="*/ 55 h 105"/>
                    <a:gd name="GluePoint16X" fmla="*/ 72 w 128"/>
                    <a:gd name="GluePoint16Y" fmla="*/ 21 h 105"/>
                    <a:gd name="GluePoint17X" fmla="*/ 74 w 128"/>
                    <a:gd name="GluePoint17Y" fmla="*/ 16 h 105"/>
                    <a:gd name="GluePoint18X" fmla="*/ 74 w 128"/>
                    <a:gd name="GluePoint18Y" fmla="*/ 11 h 105"/>
                    <a:gd name="GluePoint19X" fmla="*/ 71 w 128"/>
                    <a:gd name="GluePoint19Y" fmla="*/ 11 h 105"/>
                    <a:gd name="GluePoint20X" fmla="*/ 68 w 128"/>
                    <a:gd name="GluePoint20Y" fmla="*/ 15 h 105"/>
                    <a:gd name="GluePoint21X" fmla="*/ 68 w 128"/>
                    <a:gd name="GluePoint21Y" fmla="*/ 21 h 105"/>
                    <a:gd name="GluePoint22X" fmla="*/ 59 w 128"/>
                    <a:gd name="GluePoint22Y" fmla="*/ 29 h 105"/>
                    <a:gd name="GluePoint23X" fmla="*/ 53 w 128"/>
                    <a:gd name="GluePoint23Y" fmla="*/ 27 h 105"/>
                    <a:gd name="GluePoint24X" fmla="*/ 47 w 128"/>
                    <a:gd name="GluePoint24Y" fmla="*/ 24 h 105"/>
                    <a:gd name="GluePoint25X" fmla="*/ 47 w 128"/>
                    <a:gd name="GluePoint25Y" fmla="*/ 32 h 105"/>
                    <a:gd name="GluePoint26X" fmla="*/ 47 w 128"/>
                    <a:gd name="GluePoint26Y" fmla="*/ 34 h 105"/>
                    <a:gd name="GluePoint27X" fmla="*/ 43 w 128"/>
                    <a:gd name="GluePoint27Y" fmla="*/ 45 h 105"/>
                    <a:gd name="GluePoint28X" fmla="*/ 31 w 128"/>
                    <a:gd name="GluePoint28Y" fmla="*/ 39 h 105"/>
                    <a:gd name="GluePoint29X" fmla="*/ 29 w 128"/>
                    <a:gd name="GluePoint29Y" fmla="*/ 23 h 105"/>
                    <a:gd name="GluePoint30X" fmla="*/ 33 w 128"/>
                    <a:gd name="GluePoint30Y" fmla="*/ 14 h 105"/>
                    <a:gd name="GluePoint31X" fmla="*/ 36 w 128"/>
                    <a:gd name="GluePoint31Y" fmla="*/ 9 h 105"/>
                    <a:gd name="GluePoint32X" fmla="*/ 42 w 128"/>
                    <a:gd name="GluePoint32Y" fmla="*/ 13 h 105"/>
                    <a:gd name="GluePoint33X" fmla="*/ 44 w 128"/>
                    <a:gd name="GluePoint33Y" fmla="*/ 16 h 105"/>
                    <a:gd name="GluePoint34X" fmla="*/ 57 w 128"/>
                    <a:gd name="GluePoint34Y" fmla="*/ 14 h 105"/>
                    <a:gd name="GluePoint35X" fmla="*/ 62 w 128"/>
                    <a:gd name="GluePoint35Y" fmla="*/ 11 h 105"/>
                    <a:gd name="GluePoint36X" fmla="*/ 84 w 128"/>
                    <a:gd name="GluePoint36Y" fmla="*/ 0 h 105"/>
                    <a:gd name="GluePoint37X" fmla="*/ 96 w 128"/>
                    <a:gd name="GluePoint37Y" fmla="*/ 7 h 105"/>
                    <a:gd name="GluePoint38X" fmla="*/ 96 w 128"/>
                    <a:gd name="GluePoint38Y" fmla="*/ 20 h 105"/>
                    <a:gd name="GluePoint39X" fmla="*/ 83 w 128"/>
                    <a:gd name="GluePoint39Y" fmla="*/ 43 h 105"/>
                    <a:gd name="GluePoint40X" fmla="*/ 94 w 128"/>
                    <a:gd name="GluePoint40Y" fmla="*/ 44 h 105"/>
                    <a:gd name="GluePoint41X" fmla="*/ 122 w 128"/>
                    <a:gd name="GluePoint41Y" fmla="*/ 59 h 105"/>
                    <a:gd name="GluePoint42X" fmla="*/ 120 w 128"/>
                    <a:gd name="GluePoint42Y" fmla="*/ 73 h 105"/>
                    <a:gd name="GluePoint43X" fmla="*/ 98 w 128"/>
                    <a:gd name="GluePoint43Y" fmla="*/ 73 h 105"/>
                    <a:gd name="GluePoint44X" fmla="*/ 97 w 128"/>
                    <a:gd name="GluePoint44Y" fmla="*/ 66 h 105"/>
                    <a:gd name="GluePoint45X" fmla="*/ 101 w 128"/>
                    <a:gd name="GluePoint45Y" fmla="*/ 58 h 10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</a:cxnLst>
                  <a:rect l="textAreaLeft" t="textAreaTop" r="textAreaRight" b="textAreaBottom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514" name="Freeform 8"/>
                <p:cNvSpPr/>
                <p:nvPr/>
              </p:nvSpPr>
              <p:spPr>
                <a:xfrm>
                  <a:off x="1852560" y="6489360"/>
                  <a:ext cx="115560" cy="138240"/>
                </a:xfrm>
                <a:custGeom>
                  <a:avLst/>
                  <a:gdLst>
                    <a:gd name="textAreaLeft" fmla="*/ 0 w 115560"/>
                    <a:gd name="textAreaRight" fmla="*/ 115920 w 115560"/>
                    <a:gd name="textAreaTop" fmla="*/ 0 h 138240"/>
                    <a:gd name="textAreaBottom" fmla="*/ 138600 h 138240"/>
                    <a:gd name="GluePoint1X" fmla="*/ 46 w 80"/>
                    <a:gd name="GluePoint1Y" fmla="*/ 29 h 96"/>
                    <a:gd name="GluePoint2X" fmla="*/ 65 w 80"/>
                    <a:gd name="GluePoint2Y" fmla="*/ 29 h 96"/>
                    <a:gd name="GluePoint3X" fmla="*/ 79 w 80"/>
                    <a:gd name="GluePoint3Y" fmla="*/ 41 h 96"/>
                    <a:gd name="GluePoint4X" fmla="*/ 74 w 80"/>
                    <a:gd name="GluePoint4Y" fmla="*/ 43 h 96"/>
                    <a:gd name="GluePoint5X" fmla="*/ 60 w 80"/>
                    <a:gd name="GluePoint5Y" fmla="*/ 43 h 96"/>
                    <a:gd name="GluePoint6X" fmla="*/ 52 w 80"/>
                    <a:gd name="GluePoint6Y" fmla="*/ 50 h 96"/>
                    <a:gd name="GluePoint7X" fmla="*/ 49 w 80"/>
                    <a:gd name="GluePoint7Y" fmla="*/ 87 h 96"/>
                    <a:gd name="GluePoint8X" fmla="*/ 37 w 80"/>
                    <a:gd name="GluePoint8Y" fmla="*/ 95 h 96"/>
                    <a:gd name="GluePoint9X" fmla="*/ 21 w 80"/>
                    <a:gd name="GluePoint9Y" fmla="*/ 68 h 96"/>
                    <a:gd name="GluePoint10X" fmla="*/ 22 w 80"/>
                    <a:gd name="GluePoint10Y" fmla="*/ 62 h 96"/>
                    <a:gd name="GluePoint11X" fmla="*/ 30 w 80"/>
                    <a:gd name="GluePoint11Y" fmla="*/ 72 h 96"/>
                    <a:gd name="GluePoint12X" fmla="*/ 40 w 80"/>
                    <a:gd name="GluePoint12Y" fmla="*/ 70 h 96"/>
                    <a:gd name="GluePoint13X" fmla="*/ 43 w 80"/>
                    <a:gd name="GluePoint13Y" fmla="*/ 46 h 96"/>
                    <a:gd name="GluePoint14X" fmla="*/ 24 w 80"/>
                    <a:gd name="GluePoint14Y" fmla="*/ 52 h 96"/>
                    <a:gd name="GluePoint15X" fmla="*/ 19 w 80"/>
                    <a:gd name="GluePoint15Y" fmla="*/ 54 h 96"/>
                    <a:gd name="GluePoint16X" fmla="*/ 6 w 80"/>
                    <a:gd name="GluePoint16Y" fmla="*/ 54 h 96"/>
                    <a:gd name="GluePoint17X" fmla="*/ 2 w 80"/>
                    <a:gd name="GluePoint17Y" fmla="*/ 40 h 96"/>
                    <a:gd name="GluePoint18X" fmla="*/ 6 w 80"/>
                    <a:gd name="GluePoint18Y" fmla="*/ 37 h 96"/>
                    <a:gd name="GluePoint19X" fmla="*/ 28 w 80"/>
                    <a:gd name="GluePoint19Y" fmla="*/ 33 h 96"/>
                    <a:gd name="GluePoint20X" fmla="*/ 33 w 80"/>
                    <a:gd name="GluePoint20Y" fmla="*/ 32 h 96"/>
                    <a:gd name="GluePoint21X" fmla="*/ 36 w 80"/>
                    <a:gd name="GluePoint21Y" fmla="*/ 22 h 96"/>
                    <a:gd name="GluePoint22X" fmla="*/ 46 w 80"/>
                    <a:gd name="GluePoint22Y" fmla="*/ 12 h 96"/>
                    <a:gd name="GluePoint23X" fmla="*/ 45 w 80"/>
                    <a:gd name="GluePoint23Y" fmla="*/ 10 h 96"/>
                    <a:gd name="GluePoint24X" fmla="*/ 26 w 80"/>
                    <a:gd name="GluePoint24Y" fmla="*/ 17 h 96"/>
                    <a:gd name="GluePoint25X" fmla="*/ 15 w 80"/>
                    <a:gd name="GluePoint25Y" fmla="*/ 24 h 96"/>
                    <a:gd name="GluePoint26X" fmla="*/ 5 w 80"/>
                    <a:gd name="GluePoint26Y" fmla="*/ 22 h 96"/>
                    <a:gd name="GluePoint27X" fmla="*/ 1 w 80"/>
                    <a:gd name="GluePoint27Y" fmla="*/ 17 h 96"/>
                    <a:gd name="GluePoint28X" fmla="*/ 36 w 80"/>
                    <a:gd name="GluePoint28Y" fmla="*/ 2 h 96"/>
                    <a:gd name="GluePoint29X" fmla="*/ 55 w 80"/>
                    <a:gd name="GluePoint29Y" fmla="*/ 0 h 96"/>
                    <a:gd name="GluePoint30X" fmla="*/ 61 w 80"/>
                    <a:gd name="GluePoint30Y" fmla="*/ 6 h 96"/>
                    <a:gd name="GluePoint31X" fmla="*/ 59 w 80"/>
                    <a:gd name="GluePoint31Y" fmla="*/ 13 h 96"/>
                    <a:gd name="GluePoint32X" fmla="*/ 46 w 80"/>
                    <a:gd name="GluePoint32Y" fmla="*/ 29 h 96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</a:cxnLst>
                  <a:rect l="textAreaLeft" t="textAreaTop" r="textAreaRight" b="textAreaBottom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515" name="组合 103"/>
              <p:cNvGrpSpPr/>
              <p:nvPr/>
            </p:nvGrpSpPr>
            <p:grpSpPr>
              <a:xfrm>
                <a:off x="2072160" y="6460560"/>
                <a:ext cx="111960" cy="120240"/>
                <a:chOff x="2072160" y="6460560"/>
                <a:chExt cx="111960" cy="120240"/>
              </a:xfrm>
            </p:grpSpPr>
            <p:sp>
              <p:nvSpPr>
                <p:cNvPr id="516" name="Freeform 15"/>
                <p:cNvSpPr/>
                <p:nvPr/>
              </p:nvSpPr>
              <p:spPr>
                <a:xfrm>
                  <a:off x="2072160" y="6487200"/>
                  <a:ext cx="51480" cy="83160"/>
                </a:xfrm>
                <a:custGeom>
                  <a:avLst/>
                  <a:gdLst>
                    <a:gd name="textAreaLeft" fmla="*/ 0 w 51480"/>
                    <a:gd name="textAreaRight" fmla="*/ 51840 w 51480"/>
                    <a:gd name="textAreaTop" fmla="*/ 0 h 83160"/>
                    <a:gd name="textAreaBottom" fmla="*/ 83520 h 83160"/>
                    <a:gd name="GluePoint1X" fmla="*/ 16 w 39"/>
                    <a:gd name="GluePoint1Y" fmla="*/ 29 h 58"/>
                    <a:gd name="GluePoint2X" fmla="*/ 27 w 39"/>
                    <a:gd name="GluePoint2Y" fmla="*/ 7 h 58"/>
                    <a:gd name="GluePoint3X" fmla="*/ 31 w 39"/>
                    <a:gd name="GluePoint3Y" fmla="*/ 1 h 58"/>
                    <a:gd name="GluePoint4X" fmla="*/ 34 w 39"/>
                    <a:gd name="GluePoint4Y" fmla="*/ 6 h 58"/>
                    <a:gd name="GluePoint5X" fmla="*/ 35 w 39"/>
                    <a:gd name="GluePoint5Y" fmla="*/ 26 h 58"/>
                    <a:gd name="GluePoint6X" fmla="*/ 20 w 39"/>
                    <a:gd name="GluePoint6Y" fmla="*/ 52 h 58"/>
                    <a:gd name="GluePoint7X" fmla="*/ 9 w 39"/>
                    <a:gd name="GluePoint7Y" fmla="*/ 57 h 58"/>
                    <a:gd name="GluePoint8X" fmla="*/ 1 w 39"/>
                    <a:gd name="GluePoint8Y" fmla="*/ 43 h 58"/>
                    <a:gd name="GluePoint9X" fmla="*/ 4 w 39"/>
                    <a:gd name="GluePoint9Y" fmla="*/ 6 h 58"/>
                    <a:gd name="GluePoint10X" fmla="*/ 8 w 39"/>
                    <a:gd name="GluePoint10Y" fmla="*/ 0 h 58"/>
                    <a:gd name="GluePoint11X" fmla="*/ 15 w 39"/>
                    <a:gd name="GluePoint11Y" fmla="*/ 6 h 58"/>
                    <a:gd name="GluePoint12X" fmla="*/ 14 w 39"/>
                    <a:gd name="GluePoint12Y" fmla="*/ 20 h 58"/>
                    <a:gd name="GluePoint13X" fmla="*/ 14 w 39"/>
                    <a:gd name="GluePoint13Y" fmla="*/ 28 h 58"/>
                    <a:gd name="GluePoint14X" fmla="*/ 16 w 39"/>
                    <a:gd name="GluePoint14Y" fmla="*/ 29 h 5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76320" tIns="41760" rIns="76320" bIns="4176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517" name="Freeform 16"/>
                <p:cNvSpPr/>
                <p:nvPr/>
              </p:nvSpPr>
              <p:spPr>
                <a:xfrm>
                  <a:off x="2127960" y="6463440"/>
                  <a:ext cx="56160" cy="117360"/>
                </a:xfrm>
                <a:custGeom>
                  <a:avLst/>
                  <a:gdLst>
                    <a:gd name="textAreaLeft" fmla="*/ 0 w 56160"/>
                    <a:gd name="textAreaRight" fmla="*/ 56520 w 56160"/>
                    <a:gd name="textAreaTop" fmla="*/ 0 h 117360"/>
                    <a:gd name="textAreaBottom" fmla="*/ 117720 h 117360"/>
                    <a:gd name="GluePoint1X" fmla="*/ 9 w 47"/>
                    <a:gd name="GluePoint1Y" fmla="*/ 73 h 88"/>
                    <a:gd name="GluePoint2X" fmla="*/ 3 w 47"/>
                    <a:gd name="GluePoint2Y" fmla="*/ 67 h 88"/>
                    <a:gd name="GluePoint3X" fmla="*/ 3 w 47"/>
                    <a:gd name="GluePoint3Y" fmla="*/ 57 h 88"/>
                    <a:gd name="GluePoint4X" fmla="*/ 20 w 47"/>
                    <a:gd name="GluePoint4Y" fmla="*/ 38 h 88"/>
                    <a:gd name="GluePoint5X" fmla="*/ 33 w 47"/>
                    <a:gd name="GluePoint5Y" fmla="*/ 20 h 88"/>
                    <a:gd name="GluePoint6X" fmla="*/ 33 w 47"/>
                    <a:gd name="GluePoint6Y" fmla="*/ 4 h 88"/>
                    <a:gd name="GluePoint7X" fmla="*/ 32 w 47"/>
                    <a:gd name="GluePoint7Y" fmla="*/ 1 h 88"/>
                    <a:gd name="GluePoint8X" fmla="*/ 33 w 47"/>
                    <a:gd name="GluePoint8Y" fmla="*/ 0 h 88"/>
                    <a:gd name="GluePoint9X" fmla="*/ 41 w 47"/>
                    <a:gd name="GluePoint9Y" fmla="*/ 6 h 88"/>
                    <a:gd name="GluePoint10X" fmla="*/ 43 w 47"/>
                    <a:gd name="GluePoint10Y" fmla="*/ 26 h 88"/>
                    <a:gd name="GluePoint11X" fmla="*/ 29 w 47"/>
                    <a:gd name="GluePoint11Y" fmla="*/ 48 h 88"/>
                    <a:gd name="GluePoint12X" fmla="*/ 30 w 47"/>
                    <a:gd name="GluePoint12Y" fmla="*/ 52 h 88"/>
                    <a:gd name="GluePoint13X" fmla="*/ 40 w 47"/>
                    <a:gd name="GluePoint13Y" fmla="*/ 73 h 88"/>
                    <a:gd name="GluePoint14X" fmla="*/ 41 w 47"/>
                    <a:gd name="GluePoint14Y" fmla="*/ 84 h 88"/>
                    <a:gd name="GluePoint15X" fmla="*/ 37 w 47"/>
                    <a:gd name="GluePoint15Y" fmla="*/ 86 h 88"/>
                    <a:gd name="GluePoint16X" fmla="*/ 31 w 47"/>
                    <a:gd name="GluePoint16Y" fmla="*/ 75 h 88"/>
                    <a:gd name="GluePoint17X" fmla="*/ 28 w 47"/>
                    <a:gd name="GluePoint17Y" fmla="*/ 60 h 88"/>
                    <a:gd name="GluePoint18X" fmla="*/ 22 w 47"/>
                    <a:gd name="GluePoint18Y" fmla="*/ 59 h 88"/>
                    <a:gd name="GluePoint19X" fmla="*/ 9 w 47"/>
                    <a:gd name="GluePoint19Y" fmla="*/ 73 h 8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</a:cxnLst>
                  <a:rect l="textAreaLeft" t="textAreaTop" r="textAreaRight" b="textAreaBottom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83160" rIns="8316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518" name="Freeform 17"/>
                <p:cNvSpPr/>
                <p:nvPr/>
              </p:nvSpPr>
              <p:spPr>
                <a:xfrm>
                  <a:off x="2101680" y="6460560"/>
                  <a:ext cx="36720" cy="21240"/>
                </a:xfrm>
                <a:custGeom>
                  <a:avLst/>
                  <a:gdLst>
                    <a:gd name="textAreaLeft" fmla="*/ 0 w 36720"/>
                    <a:gd name="textAreaRight" fmla="*/ 37080 w 36720"/>
                    <a:gd name="textAreaTop" fmla="*/ 0 h 21240"/>
                    <a:gd name="textAreaBottom" fmla="*/ 21600 h 21240"/>
                    <a:gd name="GluePoint1X" fmla="*/ 0 w 26"/>
                    <a:gd name="GluePoint1Y" fmla="*/ 0 h 19"/>
                    <a:gd name="GluePoint2X" fmla="*/ 20 w 26"/>
                    <a:gd name="GluePoint2Y" fmla="*/ 1 h 19"/>
                    <a:gd name="GluePoint3X" fmla="*/ 23 w 26"/>
                    <a:gd name="GluePoint3Y" fmla="*/ 12 h 19"/>
                    <a:gd name="GluePoint4X" fmla="*/ 12 w 26"/>
                    <a:gd name="GluePoint4Y" fmla="*/ 18 h 19"/>
                    <a:gd name="GluePoint5X" fmla="*/ 3 w 26"/>
                    <a:gd name="GluePoint5Y" fmla="*/ 11 h 19"/>
                    <a:gd name="GluePoint6X" fmla="*/ 0 w 26"/>
                    <a:gd name="GluePoint6Y" fmla="*/ 0 h 19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4720" tIns="10800" rIns="54720" bIns="1080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  <p:grpSp>
          <p:nvGrpSpPr>
            <p:cNvPr id="519" name="组合 86"/>
            <p:cNvGrpSpPr/>
            <p:nvPr/>
          </p:nvGrpSpPr>
          <p:grpSpPr>
            <a:xfrm>
              <a:off x="694080" y="6394680"/>
              <a:ext cx="849240" cy="235080"/>
              <a:chOff x="694080" y="6394680"/>
              <a:chExt cx="849240" cy="235080"/>
            </a:xfrm>
          </p:grpSpPr>
          <p:grpSp>
            <p:nvGrpSpPr>
              <p:cNvPr id="520" name="组合 87"/>
              <p:cNvGrpSpPr/>
              <p:nvPr/>
            </p:nvGrpSpPr>
            <p:grpSpPr>
              <a:xfrm>
                <a:off x="1145160" y="6433200"/>
                <a:ext cx="164160" cy="172440"/>
                <a:chOff x="1145160" y="6433200"/>
                <a:chExt cx="164160" cy="172440"/>
              </a:xfrm>
            </p:grpSpPr>
            <p:sp>
              <p:nvSpPr>
                <p:cNvPr id="521" name="Freeform 9"/>
                <p:cNvSpPr/>
                <p:nvPr/>
              </p:nvSpPr>
              <p:spPr>
                <a:xfrm>
                  <a:off x="1145160" y="6446160"/>
                  <a:ext cx="85320" cy="145080"/>
                </a:xfrm>
                <a:custGeom>
                  <a:avLst/>
                  <a:gdLst>
                    <a:gd name="textAreaLeft" fmla="*/ 0 w 85320"/>
                    <a:gd name="textAreaRight" fmla="*/ 85680 w 85320"/>
                    <a:gd name="textAreaTop" fmla="*/ 0 h 145080"/>
                    <a:gd name="textAreaBottom" fmla="*/ 145440 h 145080"/>
                    <a:gd name="GluePoint1X" fmla="*/ 39 w 59"/>
                    <a:gd name="GluePoint1Y" fmla="*/ 78 h 101"/>
                    <a:gd name="GluePoint2X" fmla="*/ 17 w 59"/>
                    <a:gd name="GluePoint2Y" fmla="*/ 94 h 101"/>
                    <a:gd name="GluePoint3X" fmla="*/ 8 w 59"/>
                    <a:gd name="GluePoint3Y" fmla="*/ 94 h 101"/>
                    <a:gd name="GluePoint4X" fmla="*/ 0 w 59"/>
                    <a:gd name="GluePoint4Y" fmla="*/ 79 h 101"/>
                    <a:gd name="GluePoint5X" fmla="*/ 17 w 59"/>
                    <a:gd name="GluePoint5Y" fmla="*/ 73 h 101"/>
                    <a:gd name="GluePoint6X" fmla="*/ 10 w 59"/>
                    <a:gd name="GluePoint6Y" fmla="*/ 68 h 101"/>
                    <a:gd name="GluePoint7X" fmla="*/ 8 w 59"/>
                    <a:gd name="GluePoint7Y" fmla="*/ 60 h 101"/>
                    <a:gd name="GluePoint8X" fmla="*/ 18 w 59"/>
                    <a:gd name="GluePoint8Y" fmla="*/ 23 h 101"/>
                    <a:gd name="GluePoint9X" fmla="*/ 26 w 59"/>
                    <a:gd name="GluePoint9Y" fmla="*/ 17 h 101"/>
                    <a:gd name="GluePoint10X" fmla="*/ 36 w 59"/>
                    <a:gd name="GluePoint10Y" fmla="*/ 26 h 101"/>
                    <a:gd name="GluePoint11X" fmla="*/ 36 w 59"/>
                    <a:gd name="GluePoint11Y" fmla="*/ 27 h 101"/>
                    <a:gd name="GluePoint12X" fmla="*/ 43 w 59"/>
                    <a:gd name="GluePoint12Y" fmla="*/ 40 h 101"/>
                    <a:gd name="GluePoint13X" fmla="*/ 42 w 59"/>
                    <a:gd name="GluePoint13Y" fmla="*/ 12 h 101"/>
                    <a:gd name="GluePoint14X" fmla="*/ 21 w 59"/>
                    <a:gd name="GluePoint14Y" fmla="*/ 5 h 101"/>
                    <a:gd name="GluePoint15X" fmla="*/ 44 w 59"/>
                    <a:gd name="GluePoint15Y" fmla="*/ 1 h 101"/>
                    <a:gd name="GluePoint16X" fmla="*/ 57 w 59"/>
                    <a:gd name="GluePoint16Y" fmla="*/ 17 h 101"/>
                    <a:gd name="GluePoint17X" fmla="*/ 56 w 59"/>
                    <a:gd name="GluePoint17Y" fmla="*/ 48 h 101"/>
                    <a:gd name="GluePoint18X" fmla="*/ 57 w 59"/>
                    <a:gd name="GluePoint18Y" fmla="*/ 55 h 101"/>
                    <a:gd name="GluePoint19X" fmla="*/ 55 w 59"/>
                    <a:gd name="GluePoint19Y" fmla="*/ 64 h 101"/>
                    <a:gd name="GluePoint20X" fmla="*/ 54 w 59"/>
                    <a:gd name="GluePoint20Y" fmla="*/ 71 h 101"/>
                    <a:gd name="GluePoint21X" fmla="*/ 52 w 59"/>
                    <a:gd name="GluePoint21Y" fmla="*/ 95 h 101"/>
                    <a:gd name="GluePoint22X" fmla="*/ 49 w 59"/>
                    <a:gd name="GluePoint22Y" fmla="*/ 101 h 101"/>
                    <a:gd name="GluePoint23X" fmla="*/ 43 w 59"/>
                    <a:gd name="GluePoint23Y" fmla="*/ 98 h 101"/>
                    <a:gd name="GluePoint24X" fmla="*/ 38 w 59"/>
                    <a:gd name="GluePoint24Y" fmla="*/ 86 h 101"/>
                    <a:gd name="GluePoint25X" fmla="*/ 39 w 59"/>
                    <a:gd name="GluePoint25Y" fmla="*/ 78 h 101"/>
                    <a:gd name="GluePoint26X" fmla="*/ 42 w 59"/>
                    <a:gd name="GluePoint26Y" fmla="*/ 47 h 101"/>
                    <a:gd name="GluePoint27X" fmla="*/ 32 w 59"/>
                    <a:gd name="GluePoint27Y" fmla="*/ 44 h 101"/>
                    <a:gd name="GluePoint28X" fmla="*/ 29 w 59"/>
                    <a:gd name="GluePoint28Y" fmla="*/ 64 h 101"/>
                    <a:gd name="GluePoint29X" fmla="*/ 42 w 59"/>
                    <a:gd name="GluePoint29Y" fmla="*/ 47 h 101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</a:cxnLst>
                  <a:rect l="textAreaLeft" t="textAreaTop" r="textAreaRight" b="textAreaBottom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522" name="Freeform 10"/>
                <p:cNvSpPr/>
                <p:nvPr/>
              </p:nvSpPr>
              <p:spPr>
                <a:xfrm>
                  <a:off x="1229400" y="6433200"/>
                  <a:ext cx="79920" cy="172440"/>
                </a:xfrm>
                <a:custGeom>
                  <a:avLst/>
                  <a:gdLst>
                    <a:gd name="textAreaLeft" fmla="*/ 0 w 79920"/>
                    <a:gd name="textAreaRight" fmla="*/ 80280 w 79920"/>
                    <a:gd name="textAreaTop" fmla="*/ 0 h 172440"/>
                    <a:gd name="textAreaBottom" fmla="*/ 172800 h 172440"/>
                    <a:gd name="GluePoint1X" fmla="*/ 11 w 55"/>
                    <a:gd name="GluePoint1Y" fmla="*/ 89 h 120"/>
                    <a:gd name="GluePoint2X" fmla="*/ 10 w 55"/>
                    <a:gd name="GluePoint2Y" fmla="*/ 100 h 120"/>
                    <a:gd name="GluePoint3X" fmla="*/ 6 w 55"/>
                    <a:gd name="GluePoint3Y" fmla="*/ 104 h 120"/>
                    <a:gd name="GluePoint4X" fmla="*/ 1 w 55"/>
                    <a:gd name="GluePoint4Y" fmla="*/ 99 h 120"/>
                    <a:gd name="GluePoint5X" fmla="*/ 3 w 55"/>
                    <a:gd name="GluePoint5Y" fmla="*/ 84 h 120"/>
                    <a:gd name="GluePoint6X" fmla="*/ 14 w 55"/>
                    <a:gd name="GluePoint6Y" fmla="*/ 37 h 120"/>
                    <a:gd name="GluePoint7X" fmla="*/ 22 w 55"/>
                    <a:gd name="GluePoint7Y" fmla="*/ 11 h 120"/>
                    <a:gd name="GluePoint8X" fmla="*/ 26 w 55"/>
                    <a:gd name="GluePoint8Y" fmla="*/ 19 h 120"/>
                    <a:gd name="GluePoint9X" fmla="*/ 20 w 55"/>
                    <a:gd name="GluePoint9Y" fmla="*/ 40 h 120"/>
                    <a:gd name="GluePoint10X" fmla="*/ 27 w 55"/>
                    <a:gd name="GluePoint10Y" fmla="*/ 35 h 120"/>
                    <a:gd name="GluePoint11X" fmla="*/ 35 w 55"/>
                    <a:gd name="GluePoint11Y" fmla="*/ 30 h 120"/>
                    <a:gd name="GluePoint12X" fmla="*/ 33 w 55"/>
                    <a:gd name="GluePoint12Y" fmla="*/ 9 h 120"/>
                    <a:gd name="GluePoint13X" fmla="*/ 28 w 55"/>
                    <a:gd name="GluePoint13Y" fmla="*/ 8 h 120"/>
                    <a:gd name="GluePoint14X" fmla="*/ 19 w 55"/>
                    <a:gd name="GluePoint14Y" fmla="*/ 12 h 120"/>
                    <a:gd name="GluePoint15X" fmla="*/ 12 w 55"/>
                    <a:gd name="GluePoint15Y" fmla="*/ 15 h 120"/>
                    <a:gd name="GluePoint16X" fmla="*/ 9 w 55"/>
                    <a:gd name="GluePoint16Y" fmla="*/ 11 h 120"/>
                    <a:gd name="GluePoint17X" fmla="*/ 11 w 55"/>
                    <a:gd name="GluePoint17Y" fmla="*/ 8 h 120"/>
                    <a:gd name="GluePoint18X" fmla="*/ 31 w 55"/>
                    <a:gd name="GluePoint18Y" fmla="*/ 0 h 120"/>
                    <a:gd name="GluePoint19X" fmla="*/ 45 w 55"/>
                    <a:gd name="GluePoint19Y" fmla="*/ 15 h 120"/>
                    <a:gd name="GluePoint20X" fmla="*/ 44 w 55"/>
                    <a:gd name="GluePoint20Y" fmla="*/ 46 h 120"/>
                    <a:gd name="GluePoint21X" fmla="*/ 48 w 55"/>
                    <a:gd name="GluePoint21Y" fmla="*/ 54 h 120"/>
                    <a:gd name="GluePoint22X" fmla="*/ 48 w 55"/>
                    <a:gd name="GluePoint22Y" fmla="*/ 71 h 120"/>
                    <a:gd name="GluePoint23X" fmla="*/ 44 w 55"/>
                    <a:gd name="GluePoint23Y" fmla="*/ 77 h 120"/>
                    <a:gd name="GluePoint24X" fmla="*/ 44 w 55"/>
                    <a:gd name="GluePoint24Y" fmla="*/ 110 h 120"/>
                    <a:gd name="GluePoint25X" fmla="*/ 44 w 55"/>
                    <a:gd name="GluePoint25Y" fmla="*/ 114 h 120"/>
                    <a:gd name="GluePoint26X" fmla="*/ 41 w 55"/>
                    <a:gd name="GluePoint26Y" fmla="*/ 120 h 120"/>
                    <a:gd name="GluePoint27X" fmla="*/ 32 w 55"/>
                    <a:gd name="GluePoint27Y" fmla="*/ 118 h 120"/>
                    <a:gd name="GluePoint28X" fmla="*/ 13 w 55"/>
                    <a:gd name="GluePoint28Y" fmla="*/ 91 h 120"/>
                    <a:gd name="GluePoint29X" fmla="*/ 12 w 55"/>
                    <a:gd name="GluePoint29Y" fmla="*/ 89 h 120"/>
                    <a:gd name="GluePoint30X" fmla="*/ 11 w 55"/>
                    <a:gd name="GluePoint30Y" fmla="*/ 89 h 120"/>
                    <a:gd name="GluePoint31X" fmla="*/ 24 w 55"/>
                    <a:gd name="GluePoint31Y" fmla="*/ 76 h 120"/>
                    <a:gd name="GluePoint32X" fmla="*/ 23 w 55"/>
                    <a:gd name="GluePoint32Y" fmla="*/ 74 h 120"/>
                    <a:gd name="GluePoint33X" fmla="*/ 27 w 55"/>
                    <a:gd name="GluePoint33Y" fmla="*/ 71 h 120"/>
                    <a:gd name="GluePoint34X" fmla="*/ 33 w 55"/>
                    <a:gd name="GluePoint34Y" fmla="*/ 67 h 120"/>
                    <a:gd name="GluePoint35X" fmla="*/ 32 w 55"/>
                    <a:gd name="GluePoint35Y" fmla="*/ 63 h 120"/>
                    <a:gd name="GluePoint36X" fmla="*/ 22 w 55"/>
                    <a:gd name="GluePoint36Y" fmla="*/ 52 h 120"/>
                    <a:gd name="GluePoint37X" fmla="*/ 18 w 55"/>
                    <a:gd name="GluePoint37Y" fmla="*/ 89 h 120"/>
                    <a:gd name="GluePoint38X" fmla="*/ 33 w 55"/>
                    <a:gd name="GluePoint38Y" fmla="*/ 107 h 120"/>
                    <a:gd name="GluePoint39X" fmla="*/ 35 w 55"/>
                    <a:gd name="GluePoint39Y" fmla="*/ 77 h 120"/>
                    <a:gd name="GluePoint40X" fmla="*/ 31 w 55"/>
                    <a:gd name="GluePoint40Y" fmla="*/ 75 h 120"/>
                    <a:gd name="GluePoint41X" fmla="*/ 24 w 55"/>
                    <a:gd name="GluePoint41Y" fmla="*/ 76 h 120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</a:cxnLst>
                  <a:rect l="textAreaLeft" t="textAreaTop" r="textAreaRight" b="textAreaBottom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523" name="组合 88"/>
              <p:cNvGrpSpPr/>
              <p:nvPr/>
            </p:nvGrpSpPr>
            <p:grpSpPr>
              <a:xfrm>
                <a:off x="694080" y="6394680"/>
                <a:ext cx="186120" cy="235080"/>
                <a:chOff x="694080" y="6394680"/>
                <a:chExt cx="186120" cy="235080"/>
              </a:xfrm>
            </p:grpSpPr>
            <p:sp>
              <p:nvSpPr>
                <p:cNvPr id="524" name="Freeform 13"/>
                <p:cNvSpPr/>
                <p:nvPr/>
              </p:nvSpPr>
              <p:spPr>
                <a:xfrm>
                  <a:off x="694080" y="6394680"/>
                  <a:ext cx="186120" cy="222120"/>
                </a:xfrm>
                <a:custGeom>
                  <a:avLst/>
                  <a:gdLst>
                    <a:gd name="textAreaLeft" fmla="*/ 0 w 186120"/>
                    <a:gd name="textAreaRight" fmla="*/ 186480 w 186120"/>
                    <a:gd name="textAreaTop" fmla="*/ 0 h 222120"/>
                    <a:gd name="textAreaBottom" fmla="*/ 222480 h 222120"/>
                    <a:gd name="GluePoint1X" fmla="*/ 54 w 128"/>
                    <a:gd name="GluePoint1Y" fmla="*/ 76 h 154"/>
                    <a:gd name="GluePoint2X" fmla="*/ 66 w 128"/>
                    <a:gd name="GluePoint2Y" fmla="*/ 53 h 154"/>
                    <a:gd name="GluePoint3X" fmla="*/ 49 w 128"/>
                    <a:gd name="GluePoint3Y" fmla="*/ 47 h 154"/>
                    <a:gd name="GluePoint4X" fmla="*/ 64 w 128"/>
                    <a:gd name="GluePoint4Y" fmla="*/ 44 h 154"/>
                    <a:gd name="GluePoint5X" fmla="*/ 83 w 128"/>
                    <a:gd name="GluePoint5Y" fmla="*/ 6 h 154"/>
                    <a:gd name="GluePoint6X" fmla="*/ 91 w 128"/>
                    <a:gd name="GluePoint6Y" fmla="*/ 11 h 154"/>
                    <a:gd name="GluePoint7X" fmla="*/ 96 w 128"/>
                    <a:gd name="GluePoint7Y" fmla="*/ 36 h 154"/>
                    <a:gd name="GluePoint8X" fmla="*/ 106 w 128"/>
                    <a:gd name="GluePoint8Y" fmla="*/ 41 h 154"/>
                    <a:gd name="GluePoint9X" fmla="*/ 82 w 128"/>
                    <a:gd name="GluePoint9Y" fmla="*/ 50 h 154"/>
                    <a:gd name="GluePoint10X" fmla="*/ 71 w 128"/>
                    <a:gd name="GluePoint10Y" fmla="*/ 65 h 154"/>
                    <a:gd name="GluePoint11X" fmla="*/ 110 w 128"/>
                    <a:gd name="GluePoint11Y" fmla="*/ 74 h 154"/>
                    <a:gd name="GluePoint12X" fmla="*/ 101 w 128"/>
                    <a:gd name="GluePoint12Y" fmla="*/ 87 h 154"/>
                    <a:gd name="GluePoint13X" fmla="*/ 111 w 128"/>
                    <a:gd name="GluePoint13Y" fmla="*/ 98 h 154"/>
                    <a:gd name="GluePoint14X" fmla="*/ 92 w 128"/>
                    <a:gd name="GluePoint14Y" fmla="*/ 104 h 154"/>
                    <a:gd name="GluePoint15X" fmla="*/ 86 w 128"/>
                    <a:gd name="GluePoint15Y" fmla="*/ 116 h 154"/>
                    <a:gd name="GluePoint16X" fmla="*/ 124 w 128"/>
                    <a:gd name="GluePoint16Y" fmla="*/ 112 h 154"/>
                    <a:gd name="GluePoint17X" fmla="*/ 120 w 128"/>
                    <a:gd name="GluePoint17Y" fmla="*/ 122 h 154"/>
                    <a:gd name="GluePoint18X" fmla="*/ 111 w 128"/>
                    <a:gd name="GluePoint18Y" fmla="*/ 144 h 154"/>
                    <a:gd name="GluePoint19X" fmla="*/ 105 w 128"/>
                    <a:gd name="GluePoint19Y" fmla="*/ 153 h 154"/>
                    <a:gd name="GluePoint20X" fmla="*/ 55 w 128"/>
                    <a:gd name="GluePoint20Y" fmla="*/ 129 h 154"/>
                    <a:gd name="GluePoint21X" fmla="*/ 53 w 128"/>
                    <a:gd name="GluePoint21Y" fmla="*/ 121 h 154"/>
                    <a:gd name="GluePoint22X" fmla="*/ 61 w 128"/>
                    <a:gd name="GluePoint22Y" fmla="*/ 125 h 154"/>
                    <a:gd name="GluePoint23X" fmla="*/ 94 w 128"/>
                    <a:gd name="GluePoint23Y" fmla="*/ 140 h 154"/>
                    <a:gd name="GluePoint24X" fmla="*/ 85 w 128"/>
                    <a:gd name="GluePoint24Y" fmla="*/ 127 h 154"/>
                    <a:gd name="GluePoint25X" fmla="*/ 71 w 128"/>
                    <a:gd name="GluePoint25Y" fmla="*/ 108 h 154"/>
                    <a:gd name="GluePoint26X" fmla="*/ 52 w 128"/>
                    <a:gd name="GluePoint26Y" fmla="*/ 113 h 154"/>
                    <a:gd name="GluePoint27X" fmla="*/ 38 w 128"/>
                    <a:gd name="GluePoint27Y" fmla="*/ 97 h 154"/>
                    <a:gd name="GluePoint28X" fmla="*/ 51 w 128"/>
                    <a:gd name="GluePoint28Y" fmla="*/ 97 h 154"/>
                    <a:gd name="GluePoint29X" fmla="*/ 34 w 128"/>
                    <a:gd name="GluePoint29Y" fmla="*/ 93 h 154"/>
                    <a:gd name="GluePoint30X" fmla="*/ 35 w 128"/>
                    <a:gd name="GluePoint30Y" fmla="*/ 105 h 154"/>
                    <a:gd name="GluePoint31X" fmla="*/ 26 w 128"/>
                    <a:gd name="GluePoint31Y" fmla="*/ 154 h 154"/>
                    <a:gd name="GluePoint32X" fmla="*/ 20 w 128"/>
                    <a:gd name="GluePoint32Y" fmla="*/ 118 h 154"/>
                    <a:gd name="GluePoint33X" fmla="*/ 0 w 128"/>
                    <a:gd name="GluePoint33Y" fmla="*/ 103 h 154"/>
                    <a:gd name="GluePoint34X" fmla="*/ 19 w 128"/>
                    <a:gd name="GluePoint34Y" fmla="*/ 72 h 154"/>
                    <a:gd name="GluePoint35X" fmla="*/ 25 w 128"/>
                    <a:gd name="GluePoint35Y" fmla="*/ 51 h 154"/>
                    <a:gd name="GluePoint36X" fmla="*/ 39 w 128"/>
                    <a:gd name="GluePoint36Y" fmla="*/ 14 h 154"/>
                    <a:gd name="GluePoint37X" fmla="*/ 51 w 128"/>
                    <a:gd name="GluePoint37Y" fmla="*/ 24 h 154"/>
                    <a:gd name="GluePoint38X" fmla="*/ 39 w 128"/>
                    <a:gd name="GluePoint38Y" fmla="*/ 44 h 154"/>
                    <a:gd name="GluePoint39X" fmla="*/ 48 w 128"/>
                    <a:gd name="GluePoint39Y" fmla="*/ 73 h 154"/>
                    <a:gd name="GluePoint40X" fmla="*/ 81 w 128"/>
                    <a:gd name="GluePoint40Y" fmla="*/ 90 h 154"/>
                    <a:gd name="GluePoint41X" fmla="*/ 92 w 128"/>
                    <a:gd name="GluePoint41Y" fmla="*/ 71 h 154"/>
                    <a:gd name="GluePoint42X" fmla="*/ 81 w 128"/>
                    <a:gd name="GluePoint42Y" fmla="*/ 80 h 154"/>
                    <a:gd name="GluePoint43X" fmla="*/ 76 w 128"/>
                    <a:gd name="GluePoint43Y" fmla="*/ 73 h 154"/>
                    <a:gd name="GluePoint44X" fmla="*/ 67 w 128"/>
                    <a:gd name="GluePoint44Y" fmla="*/ 79 h 154"/>
                    <a:gd name="GluePoint45X" fmla="*/ 76 w 128"/>
                    <a:gd name="GluePoint45Y" fmla="*/ 73 h 154"/>
                    <a:gd name="GluePoint46X" fmla="*/ 56 w 128"/>
                    <a:gd name="GluePoint46Y" fmla="*/ 88 h 154"/>
                    <a:gd name="GluePoint47X" fmla="*/ 63 w 128"/>
                    <a:gd name="GluePoint47Y" fmla="*/ 81 h 154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</a:cxnLst>
                  <a:rect l="textAreaLeft" t="textAreaTop" r="textAreaRight" b="textAreaBottom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525" name="Freeform 14"/>
                <p:cNvSpPr/>
                <p:nvPr/>
              </p:nvSpPr>
              <p:spPr>
                <a:xfrm>
                  <a:off x="745200" y="6568200"/>
                  <a:ext cx="22680" cy="61560"/>
                </a:xfrm>
                <a:custGeom>
                  <a:avLst/>
                  <a:gdLst>
                    <a:gd name="textAreaLeft" fmla="*/ 0 w 22680"/>
                    <a:gd name="textAreaRight" fmla="*/ 23040 w 22680"/>
                    <a:gd name="textAreaTop" fmla="*/ 0 h 61560"/>
                    <a:gd name="textAreaBottom" fmla="*/ 61920 h 61560"/>
                    <a:gd name="GluePoint1X" fmla="*/ 9 w 16"/>
                    <a:gd name="GluePoint1Y" fmla="*/ 0 h 43"/>
                    <a:gd name="GluePoint2X" fmla="*/ 15 w 16"/>
                    <a:gd name="GluePoint2Y" fmla="*/ 11 h 43"/>
                    <a:gd name="GluePoint3X" fmla="*/ 9 w 16"/>
                    <a:gd name="GluePoint3Y" fmla="*/ 43 h 43"/>
                    <a:gd name="GluePoint4X" fmla="*/ 2 w 16"/>
                    <a:gd name="GluePoint4Y" fmla="*/ 39 h 43"/>
                    <a:gd name="GluePoint5X" fmla="*/ 0 w 16"/>
                    <a:gd name="GluePoint5Y" fmla="*/ 35 h 43"/>
                    <a:gd name="GluePoint6X" fmla="*/ 9 w 16"/>
                    <a:gd name="GluePoint6Y" fmla="*/ 0 h 43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</a:cxnLst>
                  <a:rect l="textAreaLeft" t="textAreaTop" r="textAreaRight" b="textAreaBottom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34200" tIns="30960" rIns="34200" bIns="3096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526" name="组合 89"/>
              <p:cNvGrpSpPr/>
              <p:nvPr/>
            </p:nvGrpSpPr>
            <p:grpSpPr>
              <a:xfrm>
                <a:off x="946440" y="6462000"/>
                <a:ext cx="124560" cy="107280"/>
                <a:chOff x="946440" y="6462000"/>
                <a:chExt cx="124560" cy="107280"/>
              </a:xfrm>
            </p:grpSpPr>
            <p:sp>
              <p:nvSpPr>
                <p:cNvPr id="527" name="Freeform 18"/>
                <p:cNvSpPr/>
                <p:nvPr/>
              </p:nvSpPr>
              <p:spPr>
                <a:xfrm>
                  <a:off x="988560" y="6462000"/>
                  <a:ext cx="82440" cy="107280"/>
                </a:xfrm>
                <a:custGeom>
                  <a:avLst/>
                  <a:gdLst>
                    <a:gd name="textAreaLeft" fmla="*/ 0 w 82440"/>
                    <a:gd name="textAreaRight" fmla="*/ 82800 w 82440"/>
                    <a:gd name="textAreaTop" fmla="*/ 0 h 107280"/>
                    <a:gd name="textAreaBottom" fmla="*/ 107640 h 107280"/>
                    <a:gd name="GluePoint1X" fmla="*/ 49 w 57"/>
                    <a:gd name="GluePoint1Y" fmla="*/ 74 h 75"/>
                    <a:gd name="GluePoint2X" fmla="*/ 40 w 57"/>
                    <a:gd name="GluePoint2Y" fmla="*/ 67 h 75"/>
                    <a:gd name="GluePoint3X" fmla="*/ 33 w 57"/>
                    <a:gd name="GluePoint3Y" fmla="*/ 48 h 75"/>
                    <a:gd name="GluePoint4X" fmla="*/ 27 w 57"/>
                    <a:gd name="GluePoint4Y" fmla="*/ 46 h 75"/>
                    <a:gd name="GluePoint5X" fmla="*/ 11 w 57"/>
                    <a:gd name="GluePoint5Y" fmla="*/ 60 h 75"/>
                    <a:gd name="GluePoint6X" fmla="*/ 5 w 57"/>
                    <a:gd name="GluePoint6Y" fmla="*/ 60 h 75"/>
                    <a:gd name="GluePoint7X" fmla="*/ 6 w 57"/>
                    <a:gd name="GluePoint7Y" fmla="*/ 46 h 75"/>
                    <a:gd name="GluePoint8X" fmla="*/ 27 w 57"/>
                    <a:gd name="GluePoint8Y" fmla="*/ 26 h 75"/>
                    <a:gd name="GluePoint9X" fmla="*/ 40 w 57"/>
                    <a:gd name="GluePoint9Y" fmla="*/ 10 h 75"/>
                    <a:gd name="GluePoint10X" fmla="*/ 41 w 57"/>
                    <a:gd name="GluePoint10Y" fmla="*/ 6 h 75"/>
                    <a:gd name="GluePoint11X" fmla="*/ 45 w 57"/>
                    <a:gd name="GluePoint11Y" fmla="*/ 0 h 75"/>
                    <a:gd name="GluePoint12X" fmla="*/ 53 w 57"/>
                    <a:gd name="GluePoint12Y" fmla="*/ 3 h 75"/>
                    <a:gd name="GluePoint13X" fmla="*/ 53 w 57"/>
                    <a:gd name="GluePoint13Y" fmla="*/ 20 h 75"/>
                    <a:gd name="GluePoint14X" fmla="*/ 37 w 57"/>
                    <a:gd name="GluePoint14Y" fmla="*/ 38 h 75"/>
                    <a:gd name="GluePoint15X" fmla="*/ 49 w 57"/>
                    <a:gd name="GluePoint15Y" fmla="*/ 74 h 7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</a:cxnLst>
                  <a:rect l="textAreaLeft" t="textAreaTop" r="textAreaRight" b="textAreaBottom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528" name="Freeform 19"/>
                <p:cNvSpPr/>
                <p:nvPr/>
              </p:nvSpPr>
              <p:spPr>
                <a:xfrm>
                  <a:off x="946440" y="6489000"/>
                  <a:ext cx="41760" cy="79200"/>
                </a:xfrm>
                <a:custGeom>
                  <a:avLst/>
                  <a:gdLst>
                    <a:gd name="textAreaLeft" fmla="*/ 0 w 41760"/>
                    <a:gd name="textAreaRight" fmla="*/ 42120 w 41760"/>
                    <a:gd name="textAreaTop" fmla="*/ 0 h 79200"/>
                    <a:gd name="textAreaBottom" fmla="*/ 79560 h 79200"/>
                    <a:gd name="GluePoint1X" fmla="*/ 12 w 29"/>
                    <a:gd name="GluePoint1Y" fmla="*/ 30 h 55"/>
                    <a:gd name="GluePoint2X" fmla="*/ 20 w 29"/>
                    <a:gd name="GluePoint2Y" fmla="*/ 7 h 55"/>
                    <a:gd name="GluePoint3X" fmla="*/ 25 w 29"/>
                    <a:gd name="GluePoint3Y" fmla="*/ 1 h 55"/>
                    <a:gd name="GluePoint4X" fmla="*/ 26 w 29"/>
                    <a:gd name="GluePoint4Y" fmla="*/ 9 h 55"/>
                    <a:gd name="GluePoint5X" fmla="*/ 16 w 29"/>
                    <a:gd name="GluePoint5Y" fmla="*/ 39 h 55"/>
                    <a:gd name="GluePoint6X" fmla="*/ 13 w 29"/>
                    <a:gd name="GluePoint6Y" fmla="*/ 52 h 55"/>
                    <a:gd name="GluePoint7X" fmla="*/ 7 w 29"/>
                    <a:gd name="GluePoint7Y" fmla="*/ 54 h 55"/>
                    <a:gd name="GluePoint8X" fmla="*/ 2 w 29"/>
                    <a:gd name="GluePoint8Y" fmla="*/ 41 h 55"/>
                    <a:gd name="GluePoint9X" fmla="*/ 3 w 29"/>
                    <a:gd name="GluePoint9Y" fmla="*/ 32 h 55"/>
                    <a:gd name="GluePoint10X" fmla="*/ 2 w 29"/>
                    <a:gd name="GluePoint10Y" fmla="*/ 6 h 55"/>
                    <a:gd name="GluePoint11X" fmla="*/ 6 w 29"/>
                    <a:gd name="GluePoint11Y" fmla="*/ 5 h 55"/>
                    <a:gd name="GluePoint12X" fmla="*/ 10 w 29"/>
                    <a:gd name="GluePoint12Y" fmla="*/ 14 h 55"/>
                    <a:gd name="GluePoint13X" fmla="*/ 11 w 29"/>
                    <a:gd name="GluePoint13Y" fmla="*/ 30 h 55"/>
                    <a:gd name="GluePoint14X" fmla="*/ 12 w 29"/>
                    <a:gd name="GluePoint14Y" fmla="*/ 30 h 55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</a:cxnLst>
                  <a:rect l="textAreaLeft" t="textAreaTop" r="textAreaRight" b="textAreaBottom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61920" tIns="39600" rIns="61920" bIns="3960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529" name="Freeform 20"/>
                <p:cNvSpPr/>
                <p:nvPr/>
              </p:nvSpPr>
              <p:spPr>
                <a:xfrm>
                  <a:off x="971280" y="6463080"/>
                  <a:ext cx="38520" cy="24480"/>
                </a:xfrm>
                <a:custGeom>
                  <a:avLst/>
                  <a:gdLst>
                    <a:gd name="textAreaLeft" fmla="*/ 0 w 38520"/>
                    <a:gd name="textAreaRight" fmla="*/ 38880 w 38520"/>
                    <a:gd name="textAreaTop" fmla="*/ 0 h 24480"/>
                    <a:gd name="textAreaBottom" fmla="*/ 24840 h 24480"/>
                    <a:gd name="GluePoint1X" fmla="*/ 27 w 27"/>
                    <a:gd name="GluePoint1Y" fmla="*/ 1 h 17"/>
                    <a:gd name="GluePoint2X" fmla="*/ 16 w 27"/>
                    <a:gd name="GluePoint2Y" fmla="*/ 14 h 17"/>
                    <a:gd name="GluePoint3X" fmla="*/ 5 w 27"/>
                    <a:gd name="GluePoint3Y" fmla="*/ 13 h 17"/>
                    <a:gd name="GluePoint4X" fmla="*/ 0 w 27"/>
                    <a:gd name="GluePoint4Y" fmla="*/ 4 h 17"/>
                    <a:gd name="GluePoint5X" fmla="*/ 9 w 27"/>
                    <a:gd name="GluePoint5Y" fmla="*/ 2 h 17"/>
                    <a:gd name="GluePoint6X" fmla="*/ 27 w 27"/>
                    <a:gd name="GluePoint6Y" fmla="*/ 0 h 17"/>
                    <a:gd name="GluePoint7X" fmla="*/ 27 w 27"/>
                    <a:gd name="GluePoint7Y" fmla="*/ 1 h 17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</a:cxnLst>
                  <a:rect l="textAreaLeft" t="textAreaTop" r="textAreaRight" b="textAreaBottom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7240" tIns="12240" rIns="57240" bIns="1224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  <p:grpSp>
            <p:nvGrpSpPr>
              <p:cNvPr id="530" name="组合 90"/>
              <p:cNvGrpSpPr/>
              <p:nvPr/>
            </p:nvGrpSpPr>
            <p:grpSpPr>
              <a:xfrm>
                <a:off x="1400040" y="6442560"/>
                <a:ext cx="143280" cy="142560"/>
                <a:chOff x="1400040" y="6442560"/>
                <a:chExt cx="143280" cy="142560"/>
              </a:xfrm>
            </p:grpSpPr>
            <p:sp>
              <p:nvSpPr>
                <p:cNvPr id="531" name="Freeform 11"/>
                <p:cNvSpPr/>
                <p:nvPr/>
              </p:nvSpPr>
              <p:spPr>
                <a:xfrm>
                  <a:off x="1443240" y="6442560"/>
                  <a:ext cx="100080" cy="140040"/>
                </a:xfrm>
                <a:custGeom>
                  <a:avLst/>
                  <a:gdLst>
                    <a:gd name="textAreaLeft" fmla="*/ 0 w 100080"/>
                    <a:gd name="textAreaRight" fmla="*/ 100440 w 100080"/>
                    <a:gd name="textAreaTop" fmla="*/ 0 h 140040"/>
                    <a:gd name="textAreaBottom" fmla="*/ 140400 h 140040"/>
                    <a:gd name="GluePoint1X" fmla="*/ 29 w 72"/>
                    <a:gd name="GluePoint1Y" fmla="*/ 49 h 102"/>
                    <a:gd name="GluePoint2X" fmla="*/ 15 w 72"/>
                    <a:gd name="GluePoint2Y" fmla="*/ 43 h 102"/>
                    <a:gd name="GluePoint3X" fmla="*/ 10 w 72"/>
                    <a:gd name="GluePoint3Y" fmla="*/ 21 h 102"/>
                    <a:gd name="GluePoint4X" fmla="*/ 13 w 72"/>
                    <a:gd name="GluePoint4Y" fmla="*/ 15 h 102"/>
                    <a:gd name="GluePoint5X" fmla="*/ 19 w 72"/>
                    <a:gd name="GluePoint5Y" fmla="*/ 18 h 102"/>
                    <a:gd name="GluePoint6X" fmla="*/ 20 w 72"/>
                    <a:gd name="GluePoint6Y" fmla="*/ 26 h 102"/>
                    <a:gd name="GluePoint7X" fmla="*/ 35 w 72"/>
                    <a:gd name="GluePoint7Y" fmla="*/ 22 h 102"/>
                    <a:gd name="GluePoint8X" fmla="*/ 40 w 72"/>
                    <a:gd name="GluePoint8Y" fmla="*/ 16 h 102"/>
                    <a:gd name="GluePoint9X" fmla="*/ 43 w 72"/>
                    <a:gd name="GluePoint9Y" fmla="*/ 14 h 102"/>
                    <a:gd name="GluePoint10X" fmla="*/ 44 w 72"/>
                    <a:gd name="GluePoint10Y" fmla="*/ 19 h 102"/>
                    <a:gd name="GluePoint11X" fmla="*/ 43 w 72"/>
                    <a:gd name="GluePoint11Y" fmla="*/ 28 h 102"/>
                    <a:gd name="GluePoint12X" fmla="*/ 36 w 72"/>
                    <a:gd name="GluePoint12Y" fmla="*/ 40 h 102"/>
                    <a:gd name="GluePoint13X" fmla="*/ 37 w 72"/>
                    <a:gd name="GluePoint13Y" fmla="*/ 42 h 102"/>
                    <a:gd name="GluePoint14X" fmla="*/ 44 w 72"/>
                    <a:gd name="GluePoint14Y" fmla="*/ 38 h 102"/>
                    <a:gd name="GluePoint15X" fmla="*/ 56 w 72"/>
                    <a:gd name="GluePoint15Y" fmla="*/ 20 h 102"/>
                    <a:gd name="GluePoint16X" fmla="*/ 49 w 72"/>
                    <a:gd name="GluePoint16Y" fmla="*/ 9 h 102"/>
                    <a:gd name="GluePoint17X" fmla="*/ 28 w 72"/>
                    <a:gd name="GluePoint17Y" fmla="*/ 14 h 102"/>
                    <a:gd name="GluePoint18X" fmla="*/ 20 w 72"/>
                    <a:gd name="GluePoint18Y" fmla="*/ 13 h 102"/>
                    <a:gd name="GluePoint19X" fmla="*/ 22 w 72"/>
                    <a:gd name="GluePoint19Y" fmla="*/ 6 h 102"/>
                    <a:gd name="GluePoint20X" fmla="*/ 50 w 72"/>
                    <a:gd name="GluePoint20Y" fmla="*/ 1 h 102"/>
                    <a:gd name="GluePoint21X" fmla="*/ 68 w 72"/>
                    <a:gd name="GluePoint21Y" fmla="*/ 12 h 102"/>
                    <a:gd name="GluePoint22X" fmla="*/ 67 w 72"/>
                    <a:gd name="GluePoint22Y" fmla="*/ 24 h 102"/>
                    <a:gd name="GluePoint23X" fmla="*/ 49 w 72"/>
                    <a:gd name="GluePoint23Y" fmla="*/ 48 h 102"/>
                    <a:gd name="GluePoint24X" fmla="*/ 42 w 72"/>
                    <a:gd name="GluePoint24Y" fmla="*/ 49 h 102"/>
                    <a:gd name="GluePoint25X" fmla="*/ 37 w 72"/>
                    <a:gd name="GluePoint25Y" fmla="*/ 47 h 102"/>
                    <a:gd name="GluePoint26X" fmla="*/ 35 w 72"/>
                    <a:gd name="GluePoint26Y" fmla="*/ 52 h 102"/>
                    <a:gd name="GluePoint27X" fmla="*/ 41 w 72"/>
                    <a:gd name="GluePoint27Y" fmla="*/ 58 h 102"/>
                    <a:gd name="GluePoint28X" fmla="*/ 48 w 72"/>
                    <a:gd name="GluePoint28Y" fmla="*/ 57 h 102"/>
                    <a:gd name="GluePoint29X" fmla="*/ 53 w 72"/>
                    <a:gd name="GluePoint29Y" fmla="*/ 59 h 102"/>
                    <a:gd name="GluePoint30X" fmla="*/ 53 w 72"/>
                    <a:gd name="GluePoint30Y" fmla="*/ 66 h 102"/>
                    <a:gd name="GluePoint31X" fmla="*/ 48 w 72"/>
                    <a:gd name="GluePoint31Y" fmla="*/ 70 h 102"/>
                    <a:gd name="GluePoint32X" fmla="*/ 37 w 72"/>
                    <a:gd name="GluePoint32Y" fmla="*/ 81 h 102"/>
                    <a:gd name="GluePoint33X" fmla="*/ 45 w 72"/>
                    <a:gd name="GluePoint33Y" fmla="*/ 81 h 102"/>
                    <a:gd name="GluePoint34X" fmla="*/ 57 w 72"/>
                    <a:gd name="GluePoint34Y" fmla="*/ 89 h 102"/>
                    <a:gd name="GluePoint35X" fmla="*/ 51 w 72"/>
                    <a:gd name="GluePoint35Y" fmla="*/ 98 h 102"/>
                    <a:gd name="GluePoint36X" fmla="*/ 26 w 72"/>
                    <a:gd name="GluePoint36Y" fmla="*/ 101 h 102"/>
                    <a:gd name="GluePoint37X" fmla="*/ 17 w 72"/>
                    <a:gd name="GluePoint37Y" fmla="*/ 96 h 102"/>
                    <a:gd name="GluePoint38X" fmla="*/ 15 w 72"/>
                    <a:gd name="GluePoint38Y" fmla="*/ 94 h 102"/>
                    <a:gd name="GluePoint39X" fmla="*/ 19 w 72"/>
                    <a:gd name="GluePoint39Y" fmla="*/ 77 h 102"/>
                    <a:gd name="GluePoint40X" fmla="*/ 27 w 72"/>
                    <a:gd name="GluePoint40Y" fmla="*/ 70 h 102"/>
                    <a:gd name="GluePoint41X" fmla="*/ 27 w 72"/>
                    <a:gd name="GluePoint41Y" fmla="*/ 69 h 102"/>
                    <a:gd name="GluePoint42X" fmla="*/ 21 w 72"/>
                    <a:gd name="GluePoint42Y" fmla="*/ 71 h 102"/>
                    <a:gd name="GluePoint43X" fmla="*/ 9 w 72"/>
                    <a:gd name="GluePoint43Y" fmla="*/ 76 h 102"/>
                    <a:gd name="GluePoint44X" fmla="*/ 3 w 72"/>
                    <a:gd name="GluePoint44Y" fmla="*/ 75 h 102"/>
                    <a:gd name="GluePoint45X" fmla="*/ 4 w 72"/>
                    <a:gd name="GluePoint45Y" fmla="*/ 69 h 102"/>
                    <a:gd name="GluePoint46X" fmla="*/ 26 w 72"/>
                    <a:gd name="GluePoint46Y" fmla="*/ 60 h 102"/>
                    <a:gd name="GluePoint47X" fmla="*/ 28 w 72"/>
                    <a:gd name="GluePoint47Y" fmla="*/ 57 h 102"/>
                    <a:gd name="GluePoint48X" fmla="*/ 29 w 72"/>
                    <a:gd name="GluePoint48Y" fmla="*/ 49 h 102"/>
                    <a:gd name="GluePoint49X" fmla="*/ 34 w 72"/>
                    <a:gd name="GluePoint49Y" fmla="*/ 29 h 102"/>
                    <a:gd name="GluePoint50X" fmla="*/ 33 w 72"/>
                    <a:gd name="GluePoint50Y" fmla="*/ 28 h 102"/>
                    <a:gd name="GluePoint51X" fmla="*/ 26 w 72"/>
                    <a:gd name="GluePoint51Y" fmla="*/ 32 h 102"/>
                    <a:gd name="GluePoint52X" fmla="*/ 23 w 72"/>
                    <a:gd name="GluePoint52Y" fmla="*/ 36 h 102"/>
                    <a:gd name="GluePoint53X" fmla="*/ 26 w 72"/>
                    <a:gd name="GluePoint53Y" fmla="*/ 42 h 102"/>
                    <a:gd name="GluePoint54X" fmla="*/ 31 w 72"/>
                    <a:gd name="GluePoint54Y" fmla="*/ 40 h 102"/>
                    <a:gd name="GluePoint55X" fmla="*/ 34 w 72"/>
                    <a:gd name="GluePoint55Y" fmla="*/ 29 h 102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  <a:cxn ang="0">
                      <a:pos x="GluePoint25X" y="GluePoint25Y"/>
                    </a:cxn>
                    <a:cxn ang="0">
                      <a:pos x="GluePoint26X" y="GluePoint26Y"/>
                    </a:cxn>
                    <a:cxn ang="0">
                      <a:pos x="GluePoint27X" y="GluePoint27Y"/>
                    </a:cxn>
                    <a:cxn ang="0">
                      <a:pos x="GluePoint28X" y="GluePoint28Y"/>
                    </a:cxn>
                    <a:cxn ang="0">
                      <a:pos x="GluePoint29X" y="GluePoint29Y"/>
                    </a:cxn>
                    <a:cxn ang="0">
                      <a:pos x="GluePoint30X" y="GluePoint30Y"/>
                    </a:cxn>
                    <a:cxn ang="0">
                      <a:pos x="GluePoint31X" y="GluePoint31Y"/>
                    </a:cxn>
                    <a:cxn ang="0">
                      <a:pos x="GluePoint32X" y="GluePoint32Y"/>
                    </a:cxn>
                    <a:cxn ang="0">
                      <a:pos x="GluePoint33X" y="GluePoint33Y"/>
                    </a:cxn>
                    <a:cxn ang="0">
                      <a:pos x="GluePoint34X" y="GluePoint34Y"/>
                    </a:cxn>
                    <a:cxn ang="0">
                      <a:pos x="GluePoint35X" y="GluePoint35Y"/>
                    </a:cxn>
                    <a:cxn ang="0">
                      <a:pos x="GluePoint36X" y="GluePoint36Y"/>
                    </a:cxn>
                    <a:cxn ang="0">
                      <a:pos x="GluePoint37X" y="GluePoint37Y"/>
                    </a:cxn>
                    <a:cxn ang="0">
                      <a:pos x="GluePoint38X" y="GluePoint38Y"/>
                    </a:cxn>
                    <a:cxn ang="0">
                      <a:pos x="GluePoint39X" y="GluePoint39Y"/>
                    </a:cxn>
                    <a:cxn ang="0">
                      <a:pos x="GluePoint40X" y="GluePoint40Y"/>
                    </a:cxn>
                    <a:cxn ang="0">
                      <a:pos x="GluePoint41X" y="GluePoint41Y"/>
                    </a:cxn>
                    <a:cxn ang="0">
                      <a:pos x="GluePoint42X" y="GluePoint42Y"/>
                    </a:cxn>
                    <a:cxn ang="0">
                      <a:pos x="GluePoint43X" y="GluePoint43Y"/>
                    </a:cxn>
                    <a:cxn ang="0">
                      <a:pos x="GluePoint44X" y="GluePoint44Y"/>
                    </a:cxn>
                    <a:cxn ang="0">
                      <a:pos x="GluePoint45X" y="GluePoint45Y"/>
                    </a:cxn>
                    <a:cxn ang="0">
                      <a:pos x="GluePoint46X" y="GluePoint46Y"/>
                    </a:cxn>
                    <a:cxn ang="0">
                      <a:pos x="GluePoint47X" y="GluePoint47Y"/>
                    </a:cxn>
                    <a:cxn ang="0">
                      <a:pos x="GluePoint48X" y="GluePoint48Y"/>
                    </a:cxn>
                    <a:cxn ang="0">
                      <a:pos x="GluePoint49X" y="GluePoint49Y"/>
                    </a:cxn>
                    <a:cxn ang="0">
                      <a:pos x="GluePoint50X" y="GluePoint50Y"/>
                    </a:cxn>
                    <a:cxn ang="0">
                      <a:pos x="GluePoint51X" y="GluePoint51Y"/>
                    </a:cxn>
                    <a:cxn ang="0">
                      <a:pos x="GluePoint52X" y="GluePoint52Y"/>
                    </a:cxn>
                    <a:cxn ang="0">
                      <a:pos x="GluePoint53X" y="GluePoint53Y"/>
                    </a:cxn>
                    <a:cxn ang="0">
                      <a:pos x="GluePoint54X" y="GluePoint54Y"/>
                    </a:cxn>
                    <a:cxn ang="0">
                      <a:pos x="GluePoint55X" y="GluePoint55Y"/>
                    </a:cxn>
                  </a:cxnLst>
                  <a:rect l="textAreaLeft" t="textAreaTop" r="textAreaRight" b="textAreaBottom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  <p:sp>
              <p:nvSpPr>
                <p:cNvPr id="532" name="Freeform 12"/>
                <p:cNvSpPr/>
                <p:nvPr/>
              </p:nvSpPr>
              <p:spPr>
                <a:xfrm>
                  <a:off x="1400040" y="6450120"/>
                  <a:ext cx="53640" cy="135000"/>
                </a:xfrm>
                <a:custGeom>
                  <a:avLst/>
                  <a:gdLst>
                    <a:gd name="textAreaLeft" fmla="*/ 0 w 53640"/>
                    <a:gd name="textAreaRight" fmla="*/ 54000 w 53640"/>
                    <a:gd name="textAreaTop" fmla="*/ 0 h 135000"/>
                    <a:gd name="textAreaBottom" fmla="*/ 135360 h 135000"/>
                    <a:gd name="GluePoint1X" fmla="*/ 30 w 39"/>
                    <a:gd name="GluePoint1Y" fmla="*/ 44 h 98"/>
                    <a:gd name="GluePoint2X" fmla="*/ 36 w 39"/>
                    <a:gd name="GluePoint2Y" fmla="*/ 34 h 98"/>
                    <a:gd name="GluePoint3X" fmla="*/ 37 w 39"/>
                    <a:gd name="GluePoint3Y" fmla="*/ 51 h 98"/>
                    <a:gd name="GluePoint4X" fmla="*/ 25 w 39"/>
                    <a:gd name="GluePoint4Y" fmla="*/ 82 h 98"/>
                    <a:gd name="GluePoint5X" fmla="*/ 21 w 39"/>
                    <a:gd name="GluePoint5Y" fmla="*/ 98 h 98"/>
                    <a:gd name="GluePoint6X" fmla="*/ 13 w 39"/>
                    <a:gd name="GluePoint6Y" fmla="*/ 96 h 98"/>
                    <a:gd name="GluePoint7X" fmla="*/ 5 w 39"/>
                    <a:gd name="GluePoint7Y" fmla="*/ 83 h 98"/>
                    <a:gd name="GluePoint8X" fmla="*/ 11 w 39"/>
                    <a:gd name="GluePoint8Y" fmla="*/ 62 h 98"/>
                    <a:gd name="GluePoint9X" fmla="*/ 9 w 39"/>
                    <a:gd name="GluePoint9Y" fmla="*/ 43 h 98"/>
                    <a:gd name="GluePoint10X" fmla="*/ 12 w 39"/>
                    <a:gd name="GluePoint10Y" fmla="*/ 38 h 98"/>
                    <a:gd name="GluePoint11X" fmla="*/ 18 w 39"/>
                    <a:gd name="GluePoint11Y" fmla="*/ 33 h 98"/>
                    <a:gd name="GluePoint12X" fmla="*/ 23 w 39"/>
                    <a:gd name="GluePoint12Y" fmla="*/ 12 h 98"/>
                    <a:gd name="GluePoint13X" fmla="*/ 11 w 39"/>
                    <a:gd name="GluePoint13Y" fmla="*/ 16 h 98"/>
                    <a:gd name="GluePoint14X" fmla="*/ 2 w 39"/>
                    <a:gd name="GluePoint14Y" fmla="*/ 16 h 98"/>
                    <a:gd name="GluePoint15X" fmla="*/ 0 w 39"/>
                    <a:gd name="GluePoint15Y" fmla="*/ 12 h 98"/>
                    <a:gd name="GluePoint16X" fmla="*/ 3 w 39"/>
                    <a:gd name="GluePoint16Y" fmla="*/ 10 h 98"/>
                    <a:gd name="GluePoint17X" fmla="*/ 16 w 39"/>
                    <a:gd name="GluePoint17Y" fmla="*/ 7 h 98"/>
                    <a:gd name="GluePoint18X" fmla="*/ 26 w 39"/>
                    <a:gd name="GluePoint18Y" fmla="*/ 2 h 98"/>
                    <a:gd name="GluePoint19X" fmla="*/ 32 w 39"/>
                    <a:gd name="GluePoint19Y" fmla="*/ 1 h 98"/>
                    <a:gd name="GluePoint20X" fmla="*/ 35 w 39"/>
                    <a:gd name="GluePoint20Y" fmla="*/ 9 h 98"/>
                    <a:gd name="GluePoint21X" fmla="*/ 34 w 39"/>
                    <a:gd name="GluePoint21Y" fmla="*/ 11 h 98"/>
                    <a:gd name="GluePoint22X" fmla="*/ 27 w 39"/>
                    <a:gd name="GluePoint22Y" fmla="*/ 38 h 98"/>
                    <a:gd name="GluePoint23X" fmla="*/ 28 w 39"/>
                    <a:gd name="GluePoint23Y" fmla="*/ 44 h 98"/>
                    <a:gd name="GluePoint24X" fmla="*/ 30 w 39"/>
                    <a:gd name="GluePoint24Y" fmla="*/ 44 h 98"/>
                  </a:gdLst>
                  <a:ahLst/>
                  <a:cxnLst>
                    <a:cxn ang="0">
                      <a:pos x="GluePoint1X" y="GluePoint1Y"/>
                    </a:cxn>
                    <a:cxn ang="0">
                      <a:pos x="GluePoint2X" y="GluePoint2Y"/>
                    </a:cxn>
                    <a:cxn ang="0">
                      <a:pos x="GluePoint3X" y="GluePoint3Y"/>
                    </a:cxn>
                    <a:cxn ang="0">
                      <a:pos x="GluePoint4X" y="GluePoint4Y"/>
                    </a:cxn>
                    <a:cxn ang="0">
                      <a:pos x="GluePoint5X" y="GluePoint5Y"/>
                    </a:cxn>
                    <a:cxn ang="0">
                      <a:pos x="GluePoint6X" y="GluePoint6Y"/>
                    </a:cxn>
                    <a:cxn ang="0">
                      <a:pos x="GluePoint7X" y="GluePoint7Y"/>
                    </a:cxn>
                    <a:cxn ang="0">
                      <a:pos x="GluePoint8X" y="GluePoint8Y"/>
                    </a:cxn>
                    <a:cxn ang="0">
                      <a:pos x="GluePoint9X" y="GluePoint9Y"/>
                    </a:cxn>
                    <a:cxn ang="0">
                      <a:pos x="GluePoint10X" y="GluePoint10Y"/>
                    </a:cxn>
                    <a:cxn ang="0">
                      <a:pos x="GluePoint11X" y="GluePoint11Y"/>
                    </a:cxn>
                    <a:cxn ang="0">
                      <a:pos x="GluePoint12X" y="GluePoint12Y"/>
                    </a:cxn>
                    <a:cxn ang="0">
                      <a:pos x="GluePoint13X" y="GluePoint13Y"/>
                    </a:cxn>
                    <a:cxn ang="0">
                      <a:pos x="GluePoint14X" y="GluePoint14Y"/>
                    </a:cxn>
                    <a:cxn ang="0">
                      <a:pos x="GluePoint15X" y="GluePoint15Y"/>
                    </a:cxn>
                    <a:cxn ang="0">
                      <a:pos x="GluePoint16X" y="GluePoint16Y"/>
                    </a:cxn>
                    <a:cxn ang="0">
                      <a:pos x="GluePoint17X" y="GluePoint17Y"/>
                    </a:cxn>
                    <a:cxn ang="0">
                      <a:pos x="GluePoint18X" y="GluePoint18Y"/>
                    </a:cxn>
                    <a:cxn ang="0">
                      <a:pos x="GluePoint19X" y="GluePoint19Y"/>
                    </a:cxn>
                    <a:cxn ang="0">
                      <a:pos x="GluePoint20X" y="GluePoint20Y"/>
                    </a:cxn>
                    <a:cxn ang="0">
                      <a:pos x="GluePoint21X" y="GluePoint21Y"/>
                    </a:cxn>
                    <a:cxn ang="0">
                      <a:pos x="GluePoint22X" y="GluePoint22Y"/>
                    </a:cxn>
                    <a:cxn ang="0">
                      <a:pos x="GluePoint23X" y="GluePoint23Y"/>
                    </a:cxn>
                    <a:cxn ang="0">
                      <a:pos x="GluePoint24X" y="GluePoint24Y"/>
                    </a:cxn>
                  </a:cxnLst>
                  <a:rect l="textAreaLeft" t="textAreaTop" r="textAreaRight" b="textAreaBottom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numCol="1" spcCol="0" lIns="51840" rIns="51840" anchor="t">
                  <a:noAutofit/>
                </a:bodyPr>
                <a:p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Century Gothic"/>
                  </a:endParaRPr>
                </a:p>
              </p:txBody>
            </p:sp>
          </p:grp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4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2"/>
    <p:sldLayoutId id="2147483694" r:id="rId3"/>
    <p:sldLayoutId id="2147483695" r:id="rId4"/>
    <p:sldLayoutId id="2147483696" r:id="rId5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矩形 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007E42"/>
              </a:gs>
              <a:gs pos="100000">
                <a:srgbClr val="006C39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pic>
        <p:nvPicPr>
          <p:cNvPr id="559" name="图片 10"/>
          <p:cNvPicPr/>
          <p:nvPr/>
        </p:nvPicPr>
        <p:blipFill>
          <a:blip r:embed="rId2"/>
          <a:stretch/>
        </p:blipFill>
        <p:spPr>
          <a:xfrm>
            <a:off x="6943680" y="1087560"/>
            <a:ext cx="5250600" cy="525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0" name="矩形 11"/>
          <p:cNvSpPr/>
          <p:nvPr/>
        </p:nvSpPr>
        <p:spPr>
          <a:xfrm>
            <a:off x="6870960" y="0"/>
            <a:ext cx="5320800" cy="6857640"/>
          </a:xfrm>
          <a:prstGeom prst="rect">
            <a:avLst/>
          </a:prstGeom>
          <a:gradFill rotWithShape="0">
            <a:gsLst>
              <a:gs pos="0">
                <a:srgbClr val="006C39">
                  <a:alpha val="0"/>
                </a:srgbClr>
              </a:gs>
              <a:gs pos="100000">
                <a:srgbClr val="006C39">
                  <a:alpha val="72000"/>
                </a:srgb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561" name="矩形 42"/>
          <p:cNvSpPr/>
          <p:nvPr/>
        </p:nvSpPr>
        <p:spPr>
          <a:xfrm>
            <a:off x="6873840" y="3188520"/>
            <a:ext cx="5317920" cy="1204920"/>
          </a:xfrm>
          <a:prstGeom prst="rect">
            <a:avLst/>
          </a:prstGeom>
          <a:solidFill>
            <a:srgbClr val="FFFFFF"/>
          </a:solidFill>
          <a:ln w="76200">
            <a:noFill/>
          </a:ln>
          <a:effectLst>
            <a:outerShdw algn="ctr" blurRad="558720" rotWithShape="0" sx="102000" sy="102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矩形 43"/>
          <p:cNvSpPr/>
          <p:nvPr/>
        </p:nvSpPr>
        <p:spPr>
          <a:xfrm>
            <a:off x="6873840" y="3188520"/>
            <a:ext cx="549000" cy="1204920"/>
          </a:xfrm>
          <a:prstGeom prst="rect">
            <a:avLst/>
          </a:prstGeom>
          <a:solidFill>
            <a:schemeClr val="accent4"/>
          </a:solidFill>
          <a:ln w="762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3" name="图片 45"/>
          <p:cNvPicPr/>
          <p:nvPr/>
        </p:nvPicPr>
        <p:blipFill>
          <a:blip r:embed="rId3"/>
          <a:stretch/>
        </p:blipFill>
        <p:spPr>
          <a:xfrm>
            <a:off x="9485280" y="203040"/>
            <a:ext cx="2509920" cy="7023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64" name="Group 6"/>
          <p:cNvGrpSpPr/>
          <p:nvPr/>
        </p:nvGrpSpPr>
        <p:grpSpPr>
          <a:xfrm>
            <a:off x="779040" y="687960"/>
            <a:ext cx="3299400" cy="5424840"/>
            <a:chOff x="779040" y="687960"/>
            <a:chExt cx="3299400" cy="5424840"/>
          </a:xfrm>
        </p:grpSpPr>
        <p:sp>
          <p:nvSpPr>
            <p:cNvPr id="565" name="矩形 3"/>
            <p:cNvSpPr/>
            <p:nvPr/>
          </p:nvSpPr>
          <p:spPr>
            <a:xfrm>
              <a:off x="779040" y="68796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566" name="矩形 4"/>
            <p:cNvSpPr/>
            <p:nvPr/>
          </p:nvSpPr>
          <p:spPr>
            <a:xfrm>
              <a:off x="1362240" y="68796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567" name="矩形 5"/>
            <p:cNvSpPr/>
            <p:nvPr/>
          </p:nvSpPr>
          <p:spPr>
            <a:xfrm>
              <a:off x="1945440" y="68796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568" name="矩形 6"/>
            <p:cNvSpPr/>
            <p:nvPr/>
          </p:nvSpPr>
          <p:spPr>
            <a:xfrm>
              <a:off x="2528640" y="68796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569" name="矩形 7"/>
            <p:cNvSpPr/>
            <p:nvPr/>
          </p:nvSpPr>
          <p:spPr>
            <a:xfrm>
              <a:off x="3111840" y="68796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570" name="矩形 8"/>
            <p:cNvSpPr/>
            <p:nvPr/>
          </p:nvSpPr>
          <p:spPr>
            <a:xfrm>
              <a:off x="3695040" y="68796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571" name="矩形 59"/>
            <p:cNvSpPr/>
            <p:nvPr/>
          </p:nvSpPr>
          <p:spPr>
            <a:xfrm>
              <a:off x="779040" y="122940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572" name="矩形 60"/>
            <p:cNvSpPr/>
            <p:nvPr/>
          </p:nvSpPr>
          <p:spPr>
            <a:xfrm>
              <a:off x="1362240" y="122940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573" name="矩形 61"/>
            <p:cNvSpPr/>
            <p:nvPr/>
          </p:nvSpPr>
          <p:spPr>
            <a:xfrm>
              <a:off x="1945440" y="122940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574" name="矩形 62"/>
            <p:cNvSpPr/>
            <p:nvPr/>
          </p:nvSpPr>
          <p:spPr>
            <a:xfrm>
              <a:off x="2528640" y="122940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575" name="矩形 63"/>
            <p:cNvSpPr/>
            <p:nvPr/>
          </p:nvSpPr>
          <p:spPr>
            <a:xfrm>
              <a:off x="3111840" y="122940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576" name="矩形 64"/>
            <p:cNvSpPr/>
            <p:nvPr/>
          </p:nvSpPr>
          <p:spPr>
            <a:xfrm>
              <a:off x="3695040" y="122940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577" name="矩形 66"/>
            <p:cNvSpPr/>
            <p:nvPr/>
          </p:nvSpPr>
          <p:spPr>
            <a:xfrm>
              <a:off x="779040" y="179172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578" name="矩形 67"/>
            <p:cNvSpPr/>
            <p:nvPr/>
          </p:nvSpPr>
          <p:spPr>
            <a:xfrm>
              <a:off x="1362240" y="179172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579" name="矩形 68"/>
            <p:cNvSpPr/>
            <p:nvPr/>
          </p:nvSpPr>
          <p:spPr>
            <a:xfrm>
              <a:off x="1945440" y="179172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580" name="矩形 69"/>
            <p:cNvSpPr/>
            <p:nvPr/>
          </p:nvSpPr>
          <p:spPr>
            <a:xfrm>
              <a:off x="2528640" y="179172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581" name="矩形 70"/>
            <p:cNvSpPr/>
            <p:nvPr/>
          </p:nvSpPr>
          <p:spPr>
            <a:xfrm>
              <a:off x="3111840" y="179172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582" name="矩形 71"/>
            <p:cNvSpPr/>
            <p:nvPr/>
          </p:nvSpPr>
          <p:spPr>
            <a:xfrm>
              <a:off x="3695040" y="179172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583" name="矩形 73"/>
            <p:cNvSpPr/>
            <p:nvPr/>
          </p:nvSpPr>
          <p:spPr>
            <a:xfrm>
              <a:off x="779040" y="235440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584" name="矩形 74"/>
            <p:cNvSpPr/>
            <p:nvPr/>
          </p:nvSpPr>
          <p:spPr>
            <a:xfrm>
              <a:off x="1362240" y="235440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585" name="矩形 75"/>
            <p:cNvSpPr/>
            <p:nvPr/>
          </p:nvSpPr>
          <p:spPr>
            <a:xfrm>
              <a:off x="1945440" y="235440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586" name="矩形 76"/>
            <p:cNvSpPr/>
            <p:nvPr/>
          </p:nvSpPr>
          <p:spPr>
            <a:xfrm>
              <a:off x="2528640" y="235440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587" name="矩形 77"/>
            <p:cNvSpPr/>
            <p:nvPr/>
          </p:nvSpPr>
          <p:spPr>
            <a:xfrm>
              <a:off x="3111840" y="235440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588" name="矩形 78"/>
            <p:cNvSpPr/>
            <p:nvPr/>
          </p:nvSpPr>
          <p:spPr>
            <a:xfrm>
              <a:off x="3695040" y="235440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589" name="矩形 80"/>
            <p:cNvSpPr/>
            <p:nvPr/>
          </p:nvSpPr>
          <p:spPr>
            <a:xfrm>
              <a:off x="779040" y="291672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590" name="矩形 81"/>
            <p:cNvSpPr/>
            <p:nvPr/>
          </p:nvSpPr>
          <p:spPr>
            <a:xfrm>
              <a:off x="1362240" y="291672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591" name="矩形 82"/>
            <p:cNvSpPr/>
            <p:nvPr/>
          </p:nvSpPr>
          <p:spPr>
            <a:xfrm>
              <a:off x="1945440" y="291672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592" name="矩形 83"/>
            <p:cNvSpPr/>
            <p:nvPr/>
          </p:nvSpPr>
          <p:spPr>
            <a:xfrm>
              <a:off x="2528640" y="291672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593" name="矩形 84"/>
            <p:cNvSpPr/>
            <p:nvPr/>
          </p:nvSpPr>
          <p:spPr>
            <a:xfrm>
              <a:off x="3111840" y="291672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594" name="矩形 85"/>
            <p:cNvSpPr/>
            <p:nvPr/>
          </p:nvSpPr>
          <p:spPr>
            <a:xfrm>
              <a:off x="3695040" y="291672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595" name="矩形 87"/>
            <p:cNvSpPr/>
            <p:nvPr/>
          </p:nvSpPr>
          <p:spPr>
            <a:xfrm>
              <a:off x="779040" y="347904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596" name="矩形 88"/>
            <p:cNvSpPr/>
            <p:nvPr/>
          </p:nvSpPr>
          <p:spPr>
            <a:xfrm>
              <a:off x="1362240" y="347904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597" name="矩形 89"/>
            <p:cNvSpPr/>
            <p:nvPr/>
          </p:nvSpPr>
          <p:spPr>
            <a:xfrm>
              <a:off x="1945440" y="347904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598" name="矩形 90"/>
            <p:cNvSpPr/>
            <p:nvPr/>
          </p:nvSpPr>
          <p:spPr>
            <a:xfrm>
              <a:off x="2528640" y="347904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599" name="矩形 91"/>
            <p:cNvSpPr/>
            <p:nvPr/>
          </p:nvSpPr>
          <p:spPr>
            <a:xfrm>
              <a:off x="3111840" y="347904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600" name="矩形 92"/>
            <p:cNvSpPr/>
            <p:nvPr/>
          </p:nvSpPr>
          <p:spPr>
            <a:xfrm>
              <a:off x="3695040" y="347904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601" name="矩形 94"/>
            <p:cNvSpPr/>
            <p:nvPr/>
          </p:nvSpPr>
          <p:spPr>
            <a:xfrm>
              <a:off x="779040" y="404172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602" name="矩形 95"/>
            <p:cNvSpPr/>
            <p:nvPr/>
          </p:nvSpPr>
          <p:spPr>
            <a:xfrm>
              <a:off x="1362240" y="404172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603" name="矩形 96"/>
            <p:cNvSpPr/>
            <p:nvPr/>
          </p:nvSpPr>
          <p:spPr>
            <a:xfrm>
              <a:off x="1945440" y="404172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604" name="矩形 97"/>
            <p:cNvSpPr/>
            <p:nvPr/>
          </p:nvSpPr>
          <p:spPr>
            <a:xfrm>
              <a:off x="2528640" y="404172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605" name="矩形 98"/>
            <p:cNvSpPr/>
            <p:nvPr/>
          </p:nvSpPr>
          <p:spPr>
            <a:xfrm>
              <a:off x="3111840" y="404172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606" name="矩形 99"/>
            <p:cNvSpPr/>
            <p:nvPr/>
          </p:nvSpPr>
          <p:spPr>
            <a:xfrm>
              <a:off x="3695040" y="404172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607" name="矩形 101"/>
            <p:cNvSpPr/>
            <p:nvPr/>
          </p:nvSpPr>
          <p:spPr>
            <a:xfrm>
              <a:off x="779040" y="460404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608" name="矩形 102"/>
            <p:cNvSpPr/>
            <p:nvPr/>
          </p:nvSpPr>
          <p:spPr>
            <a:xfrm>
              <a:off x="1362240" y="460404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609" name="矩形 103"/>
            <p:cNvSpPr/>
            <p:nvPr/>
          </p:nvSpPr>
          <p:spPr>
            <a:xfrm>
              <a:off x="1945440" y="460404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610" name="矩形 104"/>
            <p:cNvSpPr/>
            <p:nvPr/>
          </p:nvSpPr>
          <p:spPr>
            <a:xfrm>
              <a:off x="2528640" y="460404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611" name="矩形 105"/>
            <p:cNvSpPr/>
            <p:nvPr/>
          </p:nvSpPr>
          <p:spPr>
            <a:xfrm>
              <a:off x="3111840" y="460404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612" name="矩形 106"/>
            <p:cNvSpPr/>
            <p:nvPr/>
          </p:nvSpPr>
          <p:spPr>
            <a:xfrm>
              <a:off x="3695040" y="460404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613" name="矩形 108"/>
            <p:cNvSpPr/>
            <p:nvPr/>
          </p:nvSpPr>
          <p:spPr>
            <a:xfrm>
              <a:off x="779040" y="516636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614" name="矩形 109"/>
            <p:cNvSpPr/>
            <p:nvPr/>
          </p:nvSpPr>
          <p:spPr>
            <a:xfrm>
              <a:off x="1362240" y="516636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615" name="矩形 110"/>
            <p:cNvSpPr/>
            <p:nvPr/>
          </p:nvSpPr>
          <p:spPr>
            <a:xfrm>
              <a:off x="1945440" y="516636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616" name="矩形 111"/>
            <p:cNvSpPr/>
            <p:nvPr/>
          </p:nvSpPr>
          <p:spPr>
            <a:xfrm>
              <a:off x="2528640" y="516636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617" name="矩形 112"/>
            <p:cNvSpPr/>
            <p:nvPr/>
          </p:nvSpPr>
          <p:spPr>
            <a:xfrm>
              <a:off x="3111840" y="516636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618" name="矩形 113"/>
            <p:cNvSpPr/>
            <p:nvPr/>
          </p:nvSpPr>
          <p:spPr>
            <a:xfrm>
              <a:off x="3695040" y="516636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619" name="矩形 115"/>
            <p:cNvSpPr/>
            <p:nvPr/>
          </p:nvSpPr>
          <p:spPr>
            <a:xfrm>
              <a:off x="779040" y="572904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620" name="矩形 116"/>
            <p:cNvSpPr/>
            <p:nvPr/>
          </p:nvSpPr>
          <p:spPr>
            <a:xfrm>
              <a:off x="1362240" y="572904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621" name="矩形 117"/>
            <p:cNvSpPr/>
            <p:nvPr/>
          </p:nvSpPr>
          <p:spPr>
            <a:xfrm>
              <a:off x="1945440" y="572904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622" name="矩形 118"/>
            <p:cNvSpPr/>
            <p:nvPr/>
          </p:nvSpPr>
          <p:spPr>
            <a:xfrm>
              <a:off x="2528640" y="572904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623" name="矩形 119"/>
            <p:cNvSpPr/>
            <p:nvPr/>
          </p:nvSpPr>
          <p:spPr>
            <a:xfrm>
              <a:off x="3111840" y="572904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624" name="矩形 120"/>
            <p:cNvSpPr/>
            <p:nvPr/>
          </p:nvSpPr>
          <p:spPr>
            <a:xfrm>
              <a:off x="3695040" y="5729040"/>
              <a:ext cx="383400" cy="383760"/>
            </a:xfrm>
            <a:prstGeom prst="rect">
              <a:avLst/>
            </a:prstGeom>
            <a:solidFill>
              <a:schemeClr val="lt1">
                <a:alpha val="25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微软雅黑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4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2"/>
    <p:sldLayoutId id="2147483701" r:id="rId3"/>
    <p:sldLayoutId id="2147483702" r:id="rId4"/>
    <p:sldLayoutId id="2147483703" r:id="rId5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22" r:id="rId19"/>
    <p:sldLayoutId id="2147483723" r:id="rId20"/>
    <p:sldLayoutId id="2147483724" r:id="rId21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slideLayout" Target="../slideLayouts/slideLayout5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slideLayout" Target="../slideLayouts/slideLayout5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slideLayout" Target="../slideLayouts/slideLayout51.xml"/><Relationship Id="rId7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PlaceHolder 1"/>
          <p:cNvSpPr>
            <a:spLocks noGrp="1"/>
          </p:cNvSpPr>
          <p:nvPr>
            <p:ph/>
          </p:nvPr>
        </p:nvSpPr>
        <p:spPr>
          <a:xfrm>
            <a:off x="3549240" y="4270320"/>
            <a:ext cx="7286760" cy="1578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rmAutofit/>
          </a:bodyPr>
          <a:p>
            <a:pPr indent="0" algn="l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          于浩杨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  <p:sp>
        <p:nvSpPr>
          <p:cNvPr id="1104" name="PlaceHolder 2"/>
          <p:cNvSpPr>
            <a:spLocks noGrp="1"/>
          </p:cNvSpPr>
          <p:nvPr>
            <p:ph/>
          </p:nvPr>
        </p:nvSpPr>
        <p:spPr>
          <a:xfrm>
            <a:off x="3549240" y="1484280"/>
            <a:ext cx="7286760" cy="2386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rmAutofit fontScale="62500" lnSpcReduction="19999"/>
          </a:bodyPr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6000" b="1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DeepCAD</a:t>
            </a:r>
            <a:r>
              <a:rPr lang="zh-CN" sz="6000" b="1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：</a:t>
            </a:r>
            <a:r>
              <a:rPr lang="en-US" sz="6000" b="1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CAD </a:t>
            </a:r>
            <a:r>
              <a:rPr lang="zh-CN" sz="6000" b="1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命令序列的</a:t>
            </a:r>
            <a:endParaRPr lang="en-US" sz="6000" b="1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r>
              <a:rPr lang="zh-CN" sz="6000" b="1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复现与重建质量评价</a:t>
            </a:r>
            <a:endParaRPr lang="en-US" sz="6000" b="1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  <p:cxnSp>
        <p:nvCxnSpPr>
          <p:cNvPr id="1105" name="直接连接符 20"/>
          <p:cNvCxnSpPr/>
          <p:nvPr/>
        </p:nvCxnSpPr>
        <p:spPr>
          <a:xfrm>
            <a:off x="3548880" y="4010760"/>
            <a:ext cx="7287480" cy="360"/>
          </a:xfrm>
          <a:prstGeom prst="straightConnector1">
            <a:avLst/>
          </a:prstGeom>
          <a:ln w="28575">
            <a:solidFill>
              <a:srgbClr val="A2A2A2"/>
            </a:solidFill>
          </a:ln>
        </p:spPr>
      </p:cxnSp>
    </p:spTree>
  </p:cSld>
  <p:transition spd="med">
    <p:pull dir="r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PlaceHolder 1"/>
          <p:cNvSpPr>
            <a:spLocks noGrp="1"/>
          </p:cNvSpPr>
          <p:nvPr>
            <p:ph type="title"/>
          </p:nvPr>
        </p:nvSpPr>
        <p:spPr>
          <a:xfrm>
            <a:off x="577800" y="249120"/>
            <a:ext cx="8643600" cy="479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zh-CN" sz="2800" b="1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摘要</a:t>
            </a:r>
            <a:endParaRPr lang="en-US" sz="2800" b="1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  <p:sp>
        <p:nvSpPr>
          <p:cNvPr id="1107" name="内容占位符 1"/>
          <p:cNvSpPr/>
          <p:nvPr/>
        </p:nvSpPr>
        <p:spPr>
          <a:xfrm>
            <a:off x="1539720" y="1700280"/>
            <a:ext cx="9099720" cy="36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70000" lnSpcReduction="19999"/>
          </a:bodyPr>
          <a:p>
            <a:pPr defTabSz="914400"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本工作复现 </a:t>
            </a:r>
            <a:r>
              <a:rPr lang="en-US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DeepCAD——</a:t>
            </a: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一个把 </a:t>
            </a:r>
            <a:r>
              <a:rPr lang="en-US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CAD </a:t>
            </a: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建模过程表示为命令序列的生成网络，并在自选测试样本上评价其重建质量。方法分三步：</a:t>
            </a:r>
            <a:r>
              <a:rPr lang="en-US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M1 </a:t>
            </a: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解析官方建模记录、统计命令与序列长度；</a:t>
            </a:r>
            <a:r>
              <a:rPr lang="en-US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M2 </a:t>
            </a: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加载预训练权重，对固定样本做「读取→推理→几何生成」；</a:t>
            </a:r>
            <a:r>
              <a:rPr lang="en-US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M3 </a:t>
            </a: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从步骤准确性、几何构建成功率、几何偏差三方面建立指标并分组分析。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在 </a:t>
            </a:r>
            <a:r>
              <a:rPr lang="en-US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1000 </a:t>
            </a: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个测试样本上：命令准确率 </a:t>
            </a:r>
            <a:r>
              <a:rPr lang="en-US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98.51%</a:t>
            </a: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，参数准确率 </a:t>
            </a:r>
            <a:r>
              <a:rPr lang="en-US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95.12%</a:t>
            </a: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，几何构建成功率 </a:t>
            </a:r>
            <a:r>
              <a:rPr lang="en-US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97.3%</a:t>
            </a: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，</a:t>
            </a:r>
            <a:r>
              <a:rPr lang="en-US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Chamfer Distance </a:t>
            </a: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中位数 </a:t>
            </a:r>
            <a:r>
              <a:rPr lang="en-US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0.757</a:t>
            </a: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（</a:t>
            </a:r>
            <a:r>
              <a:rPr lang="en-US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×10³</a:t>
            </a: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）。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主要发现：参数被量化到 </a:t>
            </a:r>
            <a:r>
              <a:rPr lang="en-US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256 </a:t>
            </a: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级后精度有限，长序列上误差累积，容易出现环不闭合、面自交。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8" name="半闭框 11"/>
          <p:cNvSpPr/>
          <p:nvPr/>
        </p:nvSpPr>
        <p:spPr>
          <a:xfrm>
            <a:off x="1059120" y="1459800"/>
            <a:ext cx="480240" cy="480240"/>
          </a:xfrm>
          <a:prstGeom prst="halfFrame">
            <a:avLst>
              <a:gd name="adj1" fmla="val 17948"/>
              <a:gd name="adj2" fmla="val 17949"/>
            </a:avLst>
          </a:prstGeom>
          <a:solidFill>
            <a:schemeClr val="accent4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微软雅黑"/>
            </a:endParaRPr>
          </a:p>
        </p:txBody>
      </p:sp>
      <p:sp>
        <p:nvSpPr>
          <p:cNvPr id="1109" name="半闭框 12"/>
          <p:cNvSpPr/>
          <p:nvPr/>
        </p:nvSpPr>
        <p:spPr>
          <a:xfrm flipH="1" flipV="1">
            <a:off x="10639800" y="5185800"/>
            <a:ext cx="480240" cy="480240"/>
          </a:xfrm>
          <a:prstGeom prst="halfFrame">
            <a:avLst>
              <a:gd name="adj1" fmla="val 17948"/>
              <a:gd name="adj2" fmla="val 17949"/>
            </a:avLst>
          </a:prstGeom>
          <a:solidFill>
            <a:schemeClr val="accent4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微软雅黑"/>
            </a:endParaRPr>
          </a:p>
        </p:txBody>
      </p:sp>
    </p:spTree>
  </p:cSld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矩形 34"/>
          <p:cNvSpPr/>
          <p:nvPr/>
        </p:nvSpPr>
        <p:spPr>
          <a:xfrm>
            <a:off x="3262680" y="112320"/>
            <a:ext cx="952200" cy="14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8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微软雅黑"/>
            </a:endParaRPr>
          </a:p>
        </p:txBody>
      </p:sp>
      <p:sp>
        <p:nvSpPr>
          <p:cNvPr id="1111" name="文本框 67"/>
          <p:cNvSpPr/>
          <p:nvPr/>
        </p:nvSpPr>
        <p:spPr>
          <a:xfrm>
            <a:off x="5335560" y="844560"/>
            <a:ext cx="861480" cy="52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45000" tIns="90000" rIns="45000" bIns="90000" anchor="t" vert="eaVert">
            <a:noAutofit/>
          </a:bodyPr>
          <a:p>
            <a:pPr algn="ctr">
              <a:lnSpc>
                <a:spcPct val="100000"/>
              </a:lnSpc>
            </a:pPr>
            <a:r>
              <a:rPr lang="zh-CN" sz="4400" b="1" u="none" spc="201" strike="noStrike">
                <a:solidFill>
                  <a:schemeClr val="dk2"/>
                </a:solidFill>
                <a:effectLst/>
                <a:uFillTx/>
                <a:latin typeface="Consolas"/>
                <a:ea typeface="Consolas"/>
              </a:rPr>
              <a:t>目录 </a:t>
            </a:r>
            <a:r>
              <a:rPr lang="en-US" sz="4400" b="1" u="none" spc="201" strike="noStrike">
                <a:solidFill>
                  <a:schemeClr val="dk2"/>
                </a:solidFill>
                <a:effectLst/>
                <a:uFillTx/>
                <a:latin typeface="Consolas"/>
                <a:ea typeface="Consolas"/>
              </a:rPr>
              <a:t>| </a:t>
            </a:r>
            <a:r>
              <a:rPr lang="en-US" sz="4400" b="1" u="none" spc="201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CONTENTS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12" name="组合 1"/>
          <p:cNvGrpSpPr/>
          <p:nvPr/>
        </p:nvGrpSpPr>
        <p:grpSpPr>
          <a:xfrm>
            <a:off x="7192800" y="1070640"/>
            <a:ext cx="3392280" cy="4765680"/>
            <a:chOff x="7192800" y="1070640"/>
            <a:chExt cx="3392280" cy="4765680"/>
          </a:xfrm>
        </p:grpSpPr>
        <p:grpSp>
          <p:nvGrpSpPr>
            <p:cNvPr id="1113" name="组合 2"/>
            <p:cNvGrpSpPr/>
            <p:nvPr/>
          </p:nvGrpSpPr>
          <p:grpSpPr>
            <a:xfrm>
              <a:off x="7192800" y="1070640"/>
              <a:ext cx="3392280" cy="620280"/>
              <a:chOff x="7192800" y="1070640"/>
              <a:chExt cx="3392280" cy="620280"/>
            </a:xfrm>
          </p:grpSpPr>
          <p:sp>
            <p:nvSpPr>
              <p:cNvPr id="1114" name="文本框 4"/>
              <p:cNvSpPr/>
              <p:nvPr/>
            </p:nvSpPr>
            <p:spPr>
              <a:xfrm>
                <a:off x="7887240" y="1119240"/>
                <a:ext cx="2697840" cy="522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lang="zh-CN" sz="2800" b="1" u="none" strike="noStrike">
                    <a:solidFill>
                      <a:schemeClr val="dk1"/>
                    </a:solidFill>
                    <a:effectLst/>
                    <a:uFillTx/>
                    <a:latin typeface="Consolas"/>
                    <a:ea typeface="Consolas"/>
                  </a:rPr>
                  <a:t>问题分析与假设</a:t>
                </a:r>
                <a:endParaRPr lang="en-US" sz="2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5" name="椭圆 32"/>
              <p:cNvSpPr/>
              <p:nvPr/>
            </p:nvSpPr>
            <p:spPr>
              <a:xfrm>
                <a:off x="7192800" y="1070640"/>
                <a:ext cx="620280" cy="62028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lang="en-US" sz="3200" b="1" u="none" strike="noStrike">
                    <a:solidFill>
                      <a:schemeClr val="lt1"/>
                    </a:solidFill>
                    <a:effectLst/>
                    <a:uFillTx/>
                    <a:latin typeface="Consolas"/>
                    <a:ea typeface="Consolas"/>
                  </a:rPr>
                  <a:t>1</a:t>
                </a:r>
                <a:endParaRPr lang="en-US" sz="32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16" name="组合 70"/>
            <p:cNvGrpSpPr/>
            <p:nvPr/>
          </p:nvGrpSpPr>
          <p:grpSpPr>
            <a:xfrm>
              <a:off x="7192800" y="2107440"/>
              <a:ext cx="3392280" cy="620280"/>
              <a:chOff x="7192800" y="2107440"/>
              <a:chExt cx="3392280" cy="620280"/>
            </a:xfrm>
          </p:grpSpPr>
          <p:sp>
            <p:nvSpPr>
              <p:cNvPr id="1117" name="文本框 71"/>
              <p:cNvSpPr/>
              <p:nvPr/>
            </p:nvSpPr>
            <p:spPr>
              <a:xfrm>
                <a:off x="7887240" y="2156040"/>
                <a:ext cx="2697840" cy="522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lang="zh-CN" sz="2800" b="1" u="none" strike="noStrike">
                    <a:solidFill>
                      <a:schemeClr val="dk1"/>
                    </a:solidFill>
                    <a:effectLst/>
                    <a:uFillTx/>
                    <a:latin typeface="Consolas"/>
                    <a:ea typeface="Consolas"/>
                  </a:rPr>
                  <a:t>方法与数学</a:t>
                </a:r>
                <a:r>
                  <a:rPr lang="zh-CN" sz="2800" b="1" u="none" strike="noStrike">
                    <a:solidFill>
                      <a:schemeClr val="dk1"/>
                    </a:solidFill>
                    <a:effectLst/>
                    <a:uFillTx/>
                    <a:latin typeface="Consolas"/>
                    <a:ea typeface="Consolas"/>
                  </a:rPr>
                  <a:t>表达</a:t>
                </a:r>
                <a:endParaRPr lang="en-US" sz="2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8" name="椭圆 72"/>
              <p:cNvSpPr/>
              <p:nvPr/>
            </p:nvSpPr>
            <p:spPr>
              <a:xfrm>
                <a:off x="7192800" y="2107440"/>
                <a:ext cx="620280" cy="62028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lang="en-US" sz="3200" b="1" u="none" strike="noStrike">
                    <a:solidFill>
                      <a:schemeClr val="lt1"/>
                    </a:solidFill>
                    <a:effectLst/>
                    <a:uFillTx/>
                    <a:latin typeface="Consolas"/>
                    <a:ea typeface="Consolas"/>
                  </a:rPr>
                  <a:t>2</a:t>
                </a:r>
                <a:endParaRPr lang="en-US" sz="32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19" name="组合 74"/>
            <p:cNvGrpSpPr/>
            <p:nvPr/>
          </p:nvGrpSpPr>
          <p:grpSpPr>
            <a:xfrm>
              <a:off x="7192800" y="3143520"/>
              <a:ext cx="3392280" cy="620280"/>
              <a:chOff x="7192800" y="3143520"/>
              <a:chExt cx="3392280" cy="620280"/>
            </a:xfrm>
          </p:grpSpPr>
          <p:sp>
            <p:nvSpPr>
              <p:cNvPr id="1120" name="文本框 75"/>
              <p:cNvSpPr/>
              <p:nvPr/>
            </p:nvSpPr>
            <p:spPr>
              <a:xfrm>
                <a:off x="7887240" y="3192480"/>
                <a:ext cx="2697840" cy="522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lang="zh-CN" sz="2800" b="1" u="none" strike="noStrike">
                    <a:solidFill>
                      <a:schemeClr val="dk1"/>
                    </a:solidFill>
                    <a:effectLst/>
                    <a:uFillTx/>
                    <a:latin typeface="Consolas"/>
                    <a:ea typeface="Consolas"/>
                  </a:rPr>
                  <a:t>实现与验证</a:t>
                </a:r>
                <a:endParaRPr lang="en-US" sz="2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1" name="椭圆 76"/>
              <p:cNvSpPr/>
              <p:nvPr/>
            </p:nvSpPr>
            <p:spPr>
              <a:xfrm>
                <a:off x="7192800" y="3143520"/>
                <a:ext cx="620280" cy="62028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lang="en-US" sz="3200" b="1" u="none" strike="noStrike">
                    <a:solidFill>
                      <a:schemeClr val="lt1"/>
                    </a:solidFill>
                    <a:effectLst/>
                    <a:uFillTx/>
                    <a:latin typeface="Consolas"/>
                    <a:ea typeface="Consolas"/>
                  </a:rPr>
                  <a:t>3</a:t>
                </a:r>
                <a:endParaRPr lang="en-US" sz="32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22" name="组合 78"/>
            <p:cNvGrpSpPr/>
            <p:nvPr/>
          </p:nvGrpSpPr>
          <p:grpSpPr>
            <a:xfrm>
              <a:off x="7192800" y="4179600"/>
              <a:ext cx="2674080" cy="620280"/>
              <a:chOff x="7192800" y="4179600"/>
              <a:chExt cx="2674080" cy="620280"/>
            </a:xfrm>
          </p:grpSpPr>
          <p:sp>
            <p:nvSpPr>
              <p:cNvPr id="1123" name="文本框 79"/>
              <p:cNvSpPr/>
              <p:nvPr/>
            </p:nvSpPr>
            <p:spPr>
              <a:xfrm>
                <a:off x="7887240" y="4228560"/>
                <a:ext cx="1979640" cy="522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lang="zh-CN" sz="2800" b="1" u="none" strike="noStrike">
                    <a:solidFill>
                      <a:schemeClr val="dk1"/>
                    </a:solidFill>
                    <a:effectLst/>
                    <a:uFillTx/>
                    <a:latin typeface="Consolas"/>
                    <a:ea typeface="Consolas"/>
                  </a:rPr>
                  <a:t>结果与讨论</a:t>
                </a:r>
                <a:endParaRPr lang="en-US" sz="2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4" name="椭圆 80"/>
              <p:cNvSpPr/>
              <p:nvPr/>
            </p:nvSpPr>
            <p:spPr>
              <a:xfrm>
                <a:off x="7192800" y="4179600"/>
                <a:ext cx="620280" cy="62028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lang="en-US" sz="3200" b="1" u="none" strike="noStrike">
                    <a:solidFill>
                      <a:schemeClr val="lt1"/>
                    </a:solidFill>
                    <a:effectLst/>
                    <a:uFillTx/>
                    <a:latin typeface="Consolas"/>
                    <a:ea typeface="Consolas"/>
                  </a:rPr>
                  <a:t>4</a:t>
                </a:r>
                <a:endParaRPr lang="en-US" sz="32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25" name="组合 16"/>
            <p:cNvGrpSpPr/>
            <p:nvPr/>
          </p:nvGrpSpPr>
          <p:grpSpPr>
            <a:xfrm>
              <a:off x="7192800" y="5216040"/>
              <a:ext cx="2674080" cy="620280"/>
              <a:chOff x="7192800" y="5216040"/>
              <a:chExt cx="2674080" cy="620280"/>
            </a:xfrm>
          </p:grpSpPr>
          <p:sp>
            <p:nvSpPr>
              <p:cNvPr id="1126" name="文本框 17"/>
              <p:cNvSpPr/>
              <p:nvPr/>
            </p:nvSpPr>
            <p:spPr>
              <a:xfrm>
                <a:off x="7887240" y="5264640"/>
                <a:ext cx="1979640" cy="522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>
                  <a:lnSpc>
                    <a:spcPct val="100000"/>
                  </a:lnSpc>
                </a:pPr>
                <a:r>
                  <a:rPr lang="zh-CN" sz="2800" b="1" u="none" strike="noStrike">
                    <a:solidFill>
                      <a:schemeClr val="dk1"/>
                    </a:solidFill>
                    <a:effectLst/>
                    <a:uFillTx/>
                    <a:latin typeface="Consolas"/>
                    <a:ea typeface="Consolas"/>
                  </a:rPr>
                  <a:t>结论与附录</a:t>
                </a:r>
                <a:endParaRPr lang="en-US" sz="2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7" name="椭圆 18"/>
              <p:cNvSpPr/>
              <p:nvPr/>
            </p:nvSpPr>
            <p:spPr>
              <a:xfrm>
                <a:off x="7192800" y="5216040"/>
                <a:ext cx="620280" cy="62028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lang="en-US" sz="3200" b="1" u="none" strike="noStrike">
                    <a:solidFill>
                      <a:schemeClr val="lt1"/>
                    </a:solidFill>
                    <a:effectLst/>
                    <a:uFillTx/>
                    <a:latin typeface="Consolas"/>
                    <a:ea typeface="Consolas"/>
                  </a:rPr>
                  <a:t>5</a:t>
                </a:r>
                <a:endParaRPr lang="en-US" sz="32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8" name="组合 2"/>
          <p:cNvGrpSpPr/>
          <p:nvPr/>
        </p:nvGrpSpPr>
        <p:grpSpPr>
          <a:xfrm>
            <a:off x="5891760" y="3000240"/>
            <a:ext cx="4377960" cy="857160"/>
            <a:chOff x="5891760" y="3000240"/>
            <a:chExt cx="4377960" cy="857160"/>
          </a:xfrm>
        </p:grpSpPr>
        <p:sp>
          <p:nvSpPr>
            <p:cNvPr id="1129" name="文本框 18"/>
            <p:cNvSpPr/>
            <p:nvPr/>
          </p:nvSpPr>
          <p:spPr>
            <a:xfrm>
              <a:off x="6853680" y="3105720"/>
              <a:ext cx="3416040" cy="64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zh-CN" sz="3600" b="1" u="none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问题分析与假设</a:t>
              </a:r>
              <a:endPara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0" name="椭圆 19"/>
            <p:cNvSpPr/>
            <p:nvPr/>
          </p:nvSpPr>
          <p:spPr>
            <a:xfrm>
              <a:off x="5891760" y="3000240"/>
              <a:ext cx="857160" cy="8571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lang="en-US" sz="4000" b="1" u="none" strike="noStrike">
                  <a:solidFill>
                    <a:schemeClr val="lt1"/>
                  </a:solidFill>
                  <a:effectLst/>
                  <a:uFillTx/>
                  <a:latin typeface="Consolas"/>
                  <a:ea typeface="Consolas"/>
                </a:rPr>
                <a:t>01</a:t>
              </a:r>
              <a:endParaRPr lang="en-US" sz="4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文本框 3"/>
          <p:cNvSpPr/>
          <p:nvPr/>
        </p:nvSpPr>
        <p:spPr>
          <a:xfrm>
            <a:off x="776520" y="1673640"/>
            <a:ext cx="10497960" cy="37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algn="just">
              <a:lnSpc>
                <a:spcPct val="130000"/>
              </a:lnSpc>
              <a:spcBef>
                <a:spcPts val="601"/>
              </a:spcBef>
              <a:spcAft>
                <a:spcPts val="601"/>
              </a:spcAft>
              <a:buClr>
                <a:srgbClr val="006C39"/>
              </a:buClr>
              <a:buFont typeface="Wingdings" charset="2"/>
              <a:buChar char=""/>
            </a:pPr>
            <a:r>
              <a:rPr lang="zh-CN" sz="22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输入：指令数据集（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CAD </a:t>
            </a:r>
            <a:r>
              <a:rPr lang="zh-CN" sz="22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命令序列）。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30000"/>
              </a:lnSpc>
              <a:spcBef>
                <a:spcPts val="601"/>
              </a:spcBef>
              <a:spcAft>
                <a:spcPts val="601"/>
              </a:spcAft>
              <a:buClr>
                <a:srgbClr val="006C39"/>
              </a:buClr>
              <a:buFont typeface="Wingdings" charset="2"/>
              <a:buChar char=""/>
            </a:pPr>
            <a:r>
              <a:rPr lang="zh-CN" sz="22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输出：一个理解了几何关系的模型。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30000"/>
              </a:lnSpc>
              <a:spcBef>
                <a:spcPts val="601"/>
              </a:spcBef>
              <a:spcAft>
                <a:spcPts val="601"/>
              </a:spcAft>
              <a:buClr>
                <a:srgbClr val="006C39"/>
              </a:buClr>
              <a:buFont typeface="Wingdings" charset="2"/>
              <a:buChar char=""/>
            </a:pPr>
            <a:r>
              <a:rPr lang="zh-CN" sz="22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重建正确：命令序列一致 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&gt; </a:t>
            </a:r>
            <a:r>
              <a:rPr lang="zh-CN" sz="22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几何一致——前者强于后者，且蕴含了后者的建模思路。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30000"/>
              </a:lnSpc>
              <a:spcBef>
                <a:spcPts val="601"/>
              </a:spcBef>
              <a:spcAft>
                <a:spcPts val="601"/>
              </a:spcAft>
              <a:buClr>
                <a:srgbClr val="006C39"/>
              </a:buClr>
              <a:buFont typeface="Wingdings" charset="2"/>
              <a:buChar char=""/>
            </a:pPr>
            <a:r>
              <a:rPr lang="zh-CN" sz="22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适用范围与假设：精度要求不高，操作序列不长。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2" name="PlaceHolder 1"/>
          <p:cNvSpPr>
            <a:spLocks noGrp="1"/>
          </p:cNvSpPr>
          <p:nvPr>
            <p:ph type="title"/>
          </p:nvPr>
        </p:nvSpPr>
        <p:spPr>
          <a:xfrm>
            <a:off x="577800" y="249120"/>
            <a:ext cx="8643600" cy="479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zh-CN" sz="2800" b="1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问题分析与假设</a:t>
            </a:r>
            <a:endParaRPr lang="en-US" sz="2800" b="1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</p:spTree>
  </p:cSld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组合 2"/>
          <p:cNvGrpSpPr/>
          <p:nvPr/>
        </p:nvGrpSpPr>
        <p:grpSpPr>
          <a:xfrm>
            <a:off x="5891760" y="3000240"/>
            <a:ext cx="4377960" cy="857160"/>
            <a:chOff x="5891760" y="3000240"/>
            <a:chExt cx="4377960" cy="857160"/>
          </a:xfrm>
        </p:grpSpPr>
        <p:sp>
          <p:nvSpPr>
            <p:cNvPr id="1134" name="文本框 18"/>
            <p:cNvSpPr/>
            <p:nvPr/>
          </p:nvSpPr>
          <p:spPr>
            <a:xfrm>
              <a:off x="6853680" y="3105720"/>
              <a:ext cx="3416040" cy="64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zh-CN" sz="3600" b="1" u="none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方法与数学表达</a:t>
              </a:r>
              <a:endPara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5" name="椭圆 19"/>
            <p:cNvSpPr/>
            <p:nvPr/>
          </p:nvSpPr>
          <p:spPr>
            <a:xfrm>
              <a:off x="5891760" y="3000240"/>
              <a:ext cx="857160" cy="8571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lang="en-US" sz="4000" b="1" u="none" strike="noStrike">
                  <a:solidFill>
                    <a:schemeClr val="lt1"/>
                  </a:solidFill>
                  <a:effectLst/>
                  <a:uFillTx/>
                  <a:latin typeface="Consolas"/>
                  <a:ea typeface="Consolas"/>
                </a:rPr>
                <a:t>02</a:t>
              </a:r>
              <a:endParaRPr lang="en-US" sz="4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PlaceHolder 1"/>
          <p:cNvSpPr>
            <a:spLocks noGrp="1"/>
          </p:cNvSpPr>
          <p:nvPr>
            <p:ph type="title"/>
          </p:nvPr>
        </p:nvSpPr>
        <p:spPr>
          <a:xfrm>
            <a:off x="577800" y="249120"/>
            <a:ext cx="8643600" cy="479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zh-CN" sz="2800" b="1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三个模块的关系</a:t>
            </a:r>
            <a:endParaRPr lang="en-US" sz="2800" b="1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  <p:grpSp>
        <p:nvGrpSpPr>
          <p:cNvPr id="1137" name="组合 10"/>
          <p:cNvGrpSpPr/>
          <p:nvPr/>
        </p:nvGrpSpPr>
        <p:grpSpPr>
          <a:xfrm>
            <a:off x="640800" y="1607400"/>
            <a:ext cx="2159640" cy="3916800"/>
            <a:chOff x="640800" y="1607400"/>
            <a:chExt cx="2159640" cy="3916800"/>
          </a:xfrm>
        </p:grpSpPr>
        <p:sp>
          <p:nvSpPr>
            <p:cNvPr id="1138" name="矩形 11"/>
            <p:cNvSpPr/>
            <p:nvPr/>
          </p:nvSpPr>
          <p:spPr>
            <a:xfrm>
              <a:off x="640800" y="2238840"/>
              <a:ext cx="719640" cy="716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27000" rIns="90000" bIns="27000" anchor="ctr">
              <a:noAutofit/>
            </a:bodyPr>
            <a:p>
              <a:endParaRPr lang="en-US" sz="2000" b="0" u="none" strike="noStrike">
                <a:solidFill>
                  <a:schemeClr val="lt1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1139" name="文本框 12"/>
            <p:cNvSpPr/>
            <p:nvPr/>
          </p:nvSpPr>
          <p:spPr>
            <a:xfrm>
              <a:off x="640800" y="1607400"/>
              <a:ext cx="2015640" cy="46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2400" b="1" u="none" spc="99" strike="noStrike">
                  <a:solidFill>
                    <a:schemeClr val="accent1"/>
                  </a:solidFill>
                  <a:effectLst/>
                  <a:uFillTx/>
                  <a:latin typeface="Consolas"/>
                  <a:ea typeface="Consolas"/>
                </a:rPr>
                <a:t>M1 </a:t>
              </a:r>
              <a:r>
                <a:rPr lang="zh-CN" sz="2400" b="1" u="none" spc="99" strike="noStrike">
                  <a:solidFill>
                    <a:schemeClr val="accent1"/>
                  </a:solidFill>
                  <a:effectLst/>
                  <a:uFillTx/>
                  <a:latin typeface="Consolas"/>
                  <a:ea typeface="Consolas"/>
                </a:rPr>
                <a:t>数据处理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0" name="文本框 13"/>
            <p:cNvSpPr/>
            <p:nvPr/>
          </p:nvSpPr>
          <p:spPr>
            <a:xfrm>
              <a:off x="640800" y="2542320"/>
              <a:ext cx="2159640" cy="298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45000" rIns="90000" bIns="45000" anchor="t">
              <a:noAutofit/>
            </a:bodyPr>
            <a:p>
              <a:pPr algn="just">
                <a:lnSpc>
                  <a:spcPct val="150000"/>
                </a:lnSpc>
              </a:pPr>
              <a:r>
                <a:rPr lang="zh-CN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解析建模记录 → 命令类型 </a:t>
              </a:r>
              <a:r>
                <a:rPr lang="en-US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/ </a:t>
              </a:r>
              <a:r>
                <a:rPr lang="zh-CN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有效序列长度 </a:t>
              </a:r>
              <a:r>
                <a:rPr lang="en-US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/ </a:t>
              </a:r>
              <a:r>
                <a:rPr lang="zh-CN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拉伸次数 → 命令统计表。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41" name="组合 14"/>
          <p:cNvGrpSpPr/>
          <p:nvPr/>
        </p:nvGrpSpPr>
        <p:grpSpPr>
          <a:xfrm>
            <a:off x="5025600" y="1607400"/>
            <a:ext cx="2159640" cy="3916800"/>
            <a:chOff x="5025600" y="1607400"/>
            <a:chExt cx="2159640" cy="3916800"/>
          </a:xfrm>
        </p:grpSpPr>
        <p:sp>
          <p:nvSpPr>
            <p:cNvPr id="1142" name="矩形 15"/>
            <p:cNvSpPr/>
            <p:nvPr/>
          </p:nvSpPr>
          <p:spPr>
            <a:xfrm>
              <a:off x="5025600" y="2238840"/>
              <a:ext cx="719640" cy="716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27000" rIns="90000" bIns="27000" anchor="ctr">
              <a:noAutofit/>
            </a:bodyPr>
            <a:p>
              <a:endParaRPr lang="en-US" sz="2000" b="0" u="none" strike="noStrike">
                <a:solidFill>
                  <a:schemeClr val="lt1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1143" name="文本框 16"/>
            <p:cNvSpPr/>
            <p:nvPr/>
          </p:nvSpPr>
          <p:spPr>
            <a:xfrm>
              <a:off x="5025600" y="1607400"/>
              <a:ext cx="2015640" cy="46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2400" b="1" u="none" spc="99" strike="noStrike">
                  <a:solidFill>
                    <a:schemeClr val="accent1"/>
                  </a:solidFill>
                  <a:effectLst/>
                  <a:uFillTx/>
                  <a:latin typeface="Consolas"/>
                  <a:ea typeface="Consolas"/>
                </a:rPr>
                <a:t>M2 </a:t>
              </a:r>
              <a:r>
                <a:rPr lang="zh-CN" sz="2400" b="1" u="none" spc="99" strike="noStrike">
                  <a:solidFill>
                    <a:schemeClr val="accent1"/>
                  </a:solidFill>
                  <a:effectLst/>
                  <a:uFillTx/>
                  <a:latin typeface="Consolas"/>
                  <a:ea typeface="Consolas"/>
                </a:rPr>
                <a:t>模型重建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4" name="文本框 17"/>
            <p:cNvSpPr/>
            <p:nvPr/>
          </p:nvSpPr>
          <p:spPr>
            <a:xfrm>
              <a:off x="5025600" y="2542320"/>
              <a:ext cx="2159640" cy="298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45000" rIns="90000" bIns="45000" anchor="t">
              <a:noAutofit/>
            </a:bodyPr>
            <a:p>
              <a:pPr algn="just">
                <a:lnSpc>
                  <a:spcPct val="150000"/>
                </a:lnSpc>
              </a:pPr>
              <a:r>
                <a:rPr lang="en-US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M1 </a:t>
              </a:r>
              <a:r>
                <a:rPr lang="zh-CN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的整理结果 → 官方预训练模型推理 → 重建命令序列 → 三维几何（</a:t>
              </a:r>
              <a:r>
                <a:rPr lang="en-US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STEP</a:t>
              </a:r>
              <a:r>
                <a:rPr lang="zh-CN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）。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45" name="组合 18"/>
          <p:cNvGrpSpPr/>
          <p:nvPr/>
        </p:nvGrpSpPr>
        <p:grpSpPr>
          <a:xfrm>
            <a:off x="9410400" y="1607400"/>
            <a:ext cx="2159640" cy="3916800"/>
            <a:chOff x="9410400" y="1607400"/>
            <a:chExt cx="2159640" cy="3916800"/>
          </a:xfrm>
        </p:grpSpPr>
        <p:sp>
          <p:nvSpPr>
            <p:cNvPr id="1146" name="矩形 19"/>
            <p:cNvSpPr/>
            <p:nvPr/>
          </p:nvSpPr>
          <p:spPr>
            <a:xfrm>
              <a:off x="9410400" y="2238840"/>
              <a:ext cx="719640" cy="716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27000" rIns="90000" bIns="27000" anchor="ctr">
              <a:noAutofit/>
            </a:bodyPr>
            <a:p>
              <a:endParaRPr lang="en-US" sz="2000" b="0" u="none" strike="noStrike">
                <a:solidFill>
                  <a:schemeClr val="lt1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1147" name="文本框 20"/>
            <p:cNvSpPr/>
            <p:nvPr/>
          </p:nvSpPr>
          <p:spPr>
            <a:xfrm>
              <a:off x="9410400" y="1607400"/>
              <a:ext cx="2015640" cy="46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2400" b="1" u="none" spc="99" strike="noStrike">
                  <a:solidFill>
                    <a:schemeClr val="accent1"/>
                  </a:solidFill>
                  <a:effectLst/>
                  <a:uFillTx/>
                  <a:latin typeface="Consolas"/>
                  <a:ea typeface="Consolas"/>
                </a:rPr>
                <a:t>M3 </a:t>
              </a:r>
              <a:r>
                <a:rPr lang="zh-CN" sz="2400" b="1" u="none" spc="99" strike="noStrike">
                  <a:solidFill>
                    <a:schemeClr val="accent1"/>
                  </a:solidFill>
                  <a:effectLst/>
                  <a:uFillTx/>
                  <a:latin typeface="Consolas"/>
                  <a:ea typeface="Consolas"/>
                </a:rPr>
                <a:t>质量评价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8" name="文本框 21"/>
            <p:cNvSpPr/>
            <p:nvPr/>
          </p:nvSpPr>
          <p:spPr>
            <a:xfrm>
              <a:off x="9410400" y="2542320"/>
              <a:ext cx="2159640" cy="298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45000" rIns="90000" bIns="45000" anchor="t">
              <a:noAutofit/>
            </a:bodyPr>
            <a:p>
              <a:pPr algn="just">
                <a:lnSpc>
                  <a:spcPct val="150000"/>
                </a:lnSpc>
              </a:pPr>
              <a:r>
                <a:rPr lang="en-US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M2 </a:t>
              </a:r>
              <a:r>
                <a:rPr lang="zh-CN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的重建结果 </a:t>
              </a:r>
              <a:r>
                <a:rPr lang="en-US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+ </a:t>
              </a:r>
              <a:r>
                <a:rPr lang="zh-CN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真值 → 命令准确率 </a:t>
              </a:r>
              <a:r>
                <a:rPr lang="en-US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/ </a:t>
              </a:r>
              <a:r>
                <a:rPr lang="zh-CN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成功率 </a:t>
              </a:r>
              <a:r>
                <a:rPr lang="en-US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/ CD → </a:t>
              </a:r>
              <a:r>
                <a:rPr lang="zh-CN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分组指标表。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49" name="right-arrow_339913"/>
          <p:cNvSpPr/>
          <p:nvPr/>
        </p:nvSpPr>
        <p:spPr>
          <a:xfrm>
            <a:off x="3520080" y="2950200"/>
            <a:ext cx="609480" cy="608040"/>
          </a:xfrm>
          <a:custGeom>
            <a:avLst/>
            <a:gdLst>
              <a:gd name="textAreaLeft" fmla="*/ 0 w 609480"/>
              <a:gd name="textAreaRight" fmla="*/ 609840 w 609480"/>
              <a:gd name="textAreaTop" fmla="*/ 0 h 608040"/>
              <a:gd name="textAreaBottom" fmla="*/ 608400 h 608040"/>
              <a:gd name="GluePoint1X" fmla="*/ 312860 w 607729"/>
              <a:gd name="GluePoint1Y" fmla="*/ 3534 h 606561"/>
              <a:gd name="GluePoint2X" fmla="*/ 603991 w 607729"/>
              <a:gd name="GluePoint2Y" fmla="*/ 294222 h 606561"/>
              <a:gd name="GluePoint3X" fmla="*/ 603991 w 607729"/>
              <a:gd name="GluePoint3Y" fmla="*/ 312084 h 606561"/>
              <a:gd name="GluePoint4X" fmla="*/ 312860 w 607729"/>
              <a:gd name="GluePoint4Y" fmla="*/ 602772 h 606561"/>
              <a:gd name="GluePoint5X" fmla="*/ 312593 w 607729"/>
              <a:gd name="GluePoint5Y" fmla="*/ 602949 h 606561"/>
              <a:gd name="GluePoint6X" fmla="*/ 294792 w 607729"/>
              <a:gd name="GluePoint6Y" fmla="*/ 602772 h 606561"/>
              <a:gd name="GluePoint7X" fmla="*/ 295059 w 607729"/>
              <a:gd name="GluePoint7Y" fmla="*/ 584909 h 606561"/>
              <a:gd name="GluePoint8X" fmla="*/ 577201 w 607729"/>
              <a:gd name="GluePoint8Y" fmla="*/ 303108 h 606561"/>
              <a:gd name="GluePoint9X" fmla="*/ 295059 w 607729"/>
              <a:gd name="GluePoint9Y" fmla="*/ 21308 h 606561"/>
              <a:gd name="GluePoint10X" fmla="*/ 295059 w 607729"/>
              <a:gd name="GluePoint10Y" fmla="*/ 3800 h 606561"/>
              <a:gd name="GluePoint11X" fmla="*/ 312860 w 607729"/>
              <a:gd name="GluePoint11Y" fmla="*/ 3534 h 606561"/>
              <a:gd name="GluePoint12X" fmla="*/ 21707 w 607729"/>
              <a:gd name="GluePoint12Y" fmla="*/ 3534 h 606561"/>
              <a:gd name="GluePoint13X" fmla="*/ 312838 w 607729"/>
              <a:gd name="GluePoint13Y" fmla="*/ 294222 h 606561"/>
              <a:gd name="GluePoint14X" fmla="*/ 312838 w 607729"/>
              <a:gd name="GluePoint14Y" fmla="*/ 312084 h 606561"/>
              <a:gd name="GluePoint15X" fmla="*/ 21707 w 607729"/>
              <a:gd name="GluePoint15Y" fmla="*/ 602772 h 606561"/>
              <a:gd name="GluePoint16X" fmla="*/ 21440 w 607729"/>
              <a:gd name="GluePoint16Y" fmla="*/ 602949 h 606561"/>
              <a:gd name="GluePoint17X" fmla="*/ 3639 w 607729"/>
              <a:gd name="GluePoint17Y" fmla="*/ 602772 h 606561"/>
              <a:gd name="GluePoint18X" fmla="*/ 3906 w 607729"/>
              <a:gd name="GluePoint18Y" fmla="*/ 584909 h 606561"/>
              <a:gd name="GluePoint19X" fmla="*/ 286047 w 607729"/>
              <a:gd name="GluePoint19Y" fmla="*/ 303197 h 606561"/>
              <a:gd name="GluePoint20X" fmla="*/ 3906 w 607729"/>
              <a:gd name="GluePoint20Y" fmla="*/ 21485 h 606561"/>
              <a:gd name="GluePoint21X" fmla="*/ 3906 w 607729"/>
              <a:gd name="GluePoint21Y" fmla="*/ 3889 h 606561"/>
              <a:gd name="GluePoint22X" fmla="*/ 21707 w 607729"/>
              <a:gd name="GluePoint22Y" fmla="*/ 3534 h 60656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</a:cxnLst>
            <a:rect l="textAreaLeft" t="textAreaTop" r="textAreaRight" b="textAreaBottom"/>
            <a:pathLst>
              <a:path w="607729" h="606561">
                <a:moveTo>
                  <a:pt x="312860" y="3534"/>
                </a:moveTo>
                <a:lnTo>
                  <a:pt x="603991" y="294222"/>
                </a:lnTo>
                <a:cubicBezTo>
                  <a:pt x="608975" y="299109"/>
                  <a:pt x="608975" y="307107"/>
                  <a:pt x="603991" y="312084"/>
                </a:cubicBezTo>
                <a:lnTo>
                  <a:pt x="312860" y="602772"/>
                </a:lnTo>
                <a:lnTo>
                  <a:pt x="312593" y="602949"/>
                </a:lnTo>
                <a:cubicBezTo>
                  <a:pt x="307698" y="607926"/>
                  <a:pt x="299688" y="607659"/>
                  <a:pt x="294792" y="602772"/>
                </a:cubicBezTo>
                <a:cubicBezTo>
                  <a:pt x="289808" y="597795"/>
                  <a:pt x="289986" y="589708"/>
                  <a:pt x="295059" y="584909"/>
                </a:cubicBezTo>
                <a:lnTo>
                  <a:pt x="577201" y="303108"/>
                </a:lnTo>
                <a:lnTo>
                  <a:pt x="295059" y="21308"/>
                </a:lnTo>
                <a:cubicBezTo>
                  <a:pt x="290342" y="16420"/>
                  <a:pt x="290342" y="8688"/>
                  <a:pt x="295059" y="3800"/>
                </a:cubicBezTo>
                <a:cubicBezTo>
                  <a:pt x="299866" y="-1176"/>
                  <a:pt x="307787" y="-1265"/>
                  <a:pt x="312860" y="3534"/>
                </a:cubicBezTo>
                <a:close/>
                <a:moveTo>
                  <a:pt x="21707" y="3534"/>
                </a:moveTo>
                <a:lnTo>
                  <a:pt x="312838" y="294222"/>
                </a:lnTo>
                <a:cubicBezTo>
                  <a:pt x="317822" y="299109"/>
                  <a:pt x="317822" y="307107"/>
                  <a:pt x="312838" y="312084"/>
                </a:cubicBezTo>
                <a:lnTo>
                  <a:pt x="21707" y="602772"/>
                </a:lnTo>
                <a:lnTo>
                  <a:pt x="21440" y="602949"/>
                </a:lnTo>
                <a:cubicBezTo>
                  <a:pt x="16544" y="607926"/>
                  <a:pt x="8534" y="607659"/>
                  <a:pt x="3639" y="602772"/>
                </a:cubicBezTo>
                <a:cubicBezTo>
                  <a:pt x="-1345" y="597795"/>
                  <a:pt x="-1167" y="589708"/>
                  <a:pt x="3906" y="584909"/>
                </a:cubicBezTo>
                <a:lnTo>
                  <a:pt x="286047" y="303197"/>
                </a:lnTo>
                <a:lnTo>
                  <a:pt x="3906" y="21485"/>
                </a:lnTo>
                <a:cubicBezTo>
                  <a:pt x="-811" y="16509"/>
                  <a:pt x="-811" y="8866"/>
                  <a:pt x="3906" y="3889"/>
                </a:cubicBezTo>
                <a:cubicBezTo>
                  <a:pt x="8712" y="-1176"/>
                  <a:pt x="16811" y="-1265"/>
                  <a:pt x="21707" y="3534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150" name="right-arrow_339913"/>
          <p:cNvSpPr/>
          <p:nvPr/>
        </p:nvSpPr>
        <p:spPr>
          <a:xfrm>
            <a:off x="7993080" y="2950200"/>
            <a:ext cx="609480" cy="608040"/>
          </a:xfrm>
          <a:custGeom>
            <a:avLst/>
            <a:gdLst>
              <a:gd name="textAreaLeft" fmla="*/ 0 w 609480"/>
              <a:gd name="textAreaRight" fmla="*/ 609840 w 609480"/>
              <a:gd name="textAreaTop" fmla="*/ 0 h 608040"/>
              <a:gd name="textAreaBottom" fmla="*/ 608400 h 608040"/>
              <a:gd name="GluePoint1X" fmla="*/ 312860 w 607729"/>
              <a:gd name="GluePoint1Y" fmla="*/ 3534 h 606561"/>
              <a:gd name="GluePoint2X" fmla="*/ 603991 w 607729"/>
              <a:gd name="GluePoint2Y" fmla="*/ 294222 h 606561"/>
              <a:gd name="GluePoint3X" fmla="*/ 603991 w 607729"/>
              <a:gd name="GluePoint3Y" fmla="*/ 312084 h 606561"/>
              <a:gd name="GluePoint4X" fmla="*/ 312860 w 607729"/>
              <a:gd name="GluePoint4Y" fmla="*/ 602772 h 606561"/>
              <a:gd name="GluePoint5X" fmla="*/ 312593 w 607729"/>
              <a:gd name="GluePoint5Y" fmla="*/ 602949 h 606561"/>
              <a:gd name="GluePoint6X" fmla="*/ 294792 w 607729"/>
              <a:gd name="GluePoint6Y" fmla="*/ 602772 h 606561"/>
              <a:gd name="GluePoint7X" fmla="*/ 295059 w 607729"/>
              <a:gd name="GluePoint7Y" fmla="*/ 584909 h 606561"/>
              <a:gd name="GluePoint8X" fmla="*/ 577201 w 607729"/>
              <a:gd name="GluePoint8Y" fmla="*/ 303108 h 606561"/>
              <a:gd name="GluePoint9X" fmla="*/ 295059 w 607729"/>
              <a:gd name="GluePoint9Y" fmla="*/ 21308 h 606561"/>
              <a:gd name="GluePoint10X" fmla="*/ 295059 w 607729"/>
              <a:gd name="GluePoint10Y" fmla="*/ 3800 h 606561"/>
              <a:gd name="GluePoint11X" fmla="*/ 312860 w 607729"/>
              <a:gd name="GluePoint11Y" fmla="*/ 3534 h 606561"/>
              <a:gd name="GluePoint12X" fmla="*/ 21707 w 607729"/>
              <a:gd name="GluePoint12Y" fmla="*/ 3534 h 606561"/>
              <a:gd name="GluePoint13X" fmla="*/ 312838 w 607729"/>
              <a:gd name="GluePoint13Y" fmla="*/ 294222 h 606561"/>
              <a:gd name="GluePoint14X" fmla="*/ 312838 w 607729"/>
              <a:gd name="GluePoint14Y" fmla="*/ 312084 h 606561"/>
              <a:gd name="GluePoint15X" fmla="*/ 21707 w 607729"/>
              <a:gd name="GluePoint15Y" fmla="*/ 602772 h 606561"/>
              <a:gd name="GluePoint16X" fmla="*/ 21440 w 607729"/>
              <a:gd name="GluePoint16Y" fmla="*/ 602949 h 606561"/>
              <a:gd name="GluePoint17X" fmla="*/ 3639 w 607729"/>
              <a:gd name="GluePoint17Y" fmla="*/ 602772 h 606561"/>
              <a:gd name="GluePoint18X" fmla="*/ 3906 w 607729"/>
              <a:gd name="GluePoint18Y" fmla="*/ 584909 h 606561"/>
              <a:gd name="GluePoint19X" fmla="*/ 286047 w 607729"/>
              <a:gd name="GluePoint19Y" fmla="*/ 303197 h 606561"/>
              <a:gd name="GluePoint20X" fmla="*/ 3906 w 607729"/>
              <a:gd name="GluePoint20Y" fmla="*/ 21485 h 606561"/>
              <a:gd name="GluePoint21X" fmla="*/ 3906 w 607729"/>
              <a:gd name="GluePoint21Y" fmla="*/ 3889 h 606561"/>
              <a:gd name="GluePoint22X" fmla="*/ 21707 w 607729"/>
              <a:gd name="GluePoint22Y" fmla="*/ 3534 h 60656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</a:cxnLst>
            <a:rect l="textAreaLeft" t="textAreaTop" r="textAreaRight" b="textAreaBottom"/>
            <a:pathLst>
              <a:path w="607729" h="606561">
                <a:moveTo>
                  <a:pt x="312860" y="3534"/>
                </a:moveTo>
                <a:lnTo>
                  <a:pt x="603991" y="294222"/>
                </a:lnTo>
                <a:cubicBezTo>
                  <a:pt x="608975" y="299109"/>
                  <a:pt x="608975" y="307107"/>
                  <a:pt x="603991" y="312084"/>
                </a:cubicBezTo>
                <a:lnTo>
                  <a:pt x="312860" y="602772"/>
                </a:lnTo>
                <a:lnTo>
                  <a:pt x="312593" y="602949"/>
                </a:lnTo>
                <a:cubicBezTo>
                  <a:pt x="307698" y="607926"/>
                  <a:pt x="299688" y="607659"/>
                  <a:pt x="294792" y="602772"/>
                </a:cubicBezTo>
                <a:cubicBezTo>
                  <a:pt x="289808" y="597795"/>
                  <a:pt x="289986" y="589708"/>
                  <a:pt x="295059" y="584909"/>
                </a:cubicBezTo>
                <a:lnTo>
                  <a:pt x="577201" y="303108"/>
                </a:lnTo>
                <a:lnTo>
                  <a:pt x="295059" y="21308"/>
                </a:lnTo>
                <a:cubicBezTo>
                  <a:pt x="290342" y="16420"/>
                  <a:pt x="290342" y="8688"/>
                  <a:pt x="295059" y="3800"/>
                </a:cubicBezTo>
                <a:cubicBezTo>
                  <a:pt x="299866" y="-1176"/>
                  <a:pt x="307787" y="-1265"/>
                  <a:pt x="312860" y="3534"/>
                </a:cubicBezTo>
                <a:close/>
                <a:moveTo>
                  <a:pt x="21707" y="3534"/>
                </a:moveTo>
                <a:lnTo>
                  <a:pt x="312838" y="294222"/>
                </a:lnTo>
                <a:cubicBezTo>
                  <a:pt x="317822" y="299109"/>
                  <a:pt x="317822" y="307107"/>
                  <a:pt x="312838" y="312084"/>
                </a:cubicBezTo>
                <a:lnTo>
                  <a:pt x="21707" y="602772"/>
                </a:lnTo>
                <a:lnTo>
                  <a:pt x="21440" y="602949"/>
                </a:lnTo>
                <a:cubicBezTo>
                  <a:pt x="16544" y="607926"/>
                  <a:pt x="8534" y="607659"/>
                  <a:pt x="3639" y="602772"/>
                </a:cubicBezTo>
                <a:cubicBezTo>
                  <a:pt x="-1345" y="597795"/>
                  <a:pt x="-1167" y="589708"/>
                  <a:pt x="3906" y="584909"/>
                </a:cubicBezTo>
                <a:lnTo>
                  <a:pt x="286047" y="303197"/>
                </a:lnTo>
                <a:lnTo>
                  <a:pt x="3906" y="21485"/>
                </a:lnTo>
                <a:cubicBezTo>
                  <a:pt x="-811" y="16509"/>
                  <a:pt x="-811" y="8866"/>
                  <a:pt x="3906" y="3889"/>
                </a:cubicBezTo>
                <a:cubicBezTo>
                  <a:pt x="8712" y="-1176"/>
                  <a:pt x="16811" y="-1265"/>
                  <a:pt x="21707" y="3534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  <p:transition spd="med">
    <p:pull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文本框 3"/>
          <p:cNvSpPr/>
          <p:nvPr/>
        </p:nvSpPr>
        <p:spPr>
          <a:xfrm>
            <a:off x="776520" y="4434840"/>
            <a:ext cx="10497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algn="just">
              <a:lnSpc>
                <a:spcPct val="130000"/>
              </a:lnSpc>
              <a:spcBef>
                <a:spcPts val="601"/>
              </a:spcBef>
              <a:spcAft>
                <a:spcPts val="601"/>
              </a:spcAft>
              <a:buClr>
                <a:srgbClr val="006C39"/>
              </a:buClr>
              <a:buFont typeface="Wingdings" charset="2"/>
              <a:buChar char=""/>
            </a:pPr>
            <a:r>
              <a:rPr lang="zh-CN" sz="22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成功率 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= </a:t>
            </a:r>
            <a:r>
              <a:rPr lang="zh-CN" sz="22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建出非空实体的样本数 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/ </a:t>
            </a:r>
            <a:r>
              <a:rPr lang="zh-CN" sz="22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总样本数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algn="just">
              <a:lnSpc>
                <a:spcPct val="130000"/>
              </a:lnSpc>
              <a:spcBef>
                <a:spcPts val="601"/>
              </a:spcBef>
              <a:spcAft>
                <a:spcPts val="601"/>
              </a:spcAft>
              <a:buClr>
                <a:srgbClr val="006C39"/>
              </a:buClr>
              <a:buFont typeface="Wingdings" charset="2"/>
              <a:buChar char=""/>
            </a:pPr>
            <a:r>
              <a:rPr lang="zh-CN" sz="22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容差：连续参数量化到 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256 </a:t>
            </a:r>
            <a:r>
              <a:rPr lang="zh-CN" sz="22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级，取 </a:t>
            </a: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3 </a:t>
            </a:r>
            <a:r>
              <a:rPr lang="zh-CN" sz="22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级。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2" name="PlaceHolder 1"/>
          <p:cNvSpPr>
            <a:spLocks noGrp="1"/>
          </p:cNvSpPr>
          <p:nvPr>
            <p:ph type="title"/>
          </p:nvPr>
        </p:nvSpPr>
        <p:spPr>
          <a:xfrm>
            <a:off x="577800" y="249120"/>
            <a:ext cx="8643600" cy="479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zh-CN" sz="2800" b="1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指标：符号与公式</a:t>
            </a:r>
            <a:endParaRPr lang="en-US" sz="2800" b="1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  <p:pic>
        <p:nvPicPr>
          <p:cNvPr id="1153" name="Picture 9" descr="f1.png"/>
          <p:cNvPicPr/>
          <p:nvPr/>
        </p:nvPicPr>
        <p:blipFill>
          <a:blip r:embed="rId1"/>
          <a:stretch/>
        </p:blipFill>
        <p:spPr>
          <a:xfrm>
            <a:off x="914400" y="1783080"/>
            <a:ext cx="2376360" cy="50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4" name="Picture 10" descr="f2.png"/>
          <p:cNvPicPr/>
          <p:nvPr/>
        </p:nvPicPr>
        <p:blipFill>
          <a:blip r:embed="rId2"/>
          <a:stretch/>
        </p:blipFill>
        <p:spPr>
          <a:xfrm>
            <a:off x="914400" y="2468880"/>
            <a:ext cx="4257360" cy="54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5" name="Picture 11" descr="f3.png"/>
          <p:cNvPicPr/>
          <p:nvPr/>
        </p:nvPicPr>
        <p:blipFill>
          <a:blip r:embed="rId3"/>
          <a:stretch/>
        </p:blipFill>
        <p:spPr>
          <a:xfrm>
            <a:off x="914400" y="3154680"/>
            <a:ext cx="1680840" cy="4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6" name="Picture 12" descr="f4.png"/>
          <p:cNvPicPr/>
          <p:nvPr/>
        </p:nvPicPr>
        <p:blipFill>
          <a:blip r:embed="rId4"/>
          <a:stretch/>
        </p:blipFill>
        <p:spPr>
          <a:xfrm>
            <a:off x="914400" y="3703320"/>
            <a:ext cx="4189320" cy="411120"/>
          </a:xfrm>
          <a:prstGeom prst="rect">
            <a:avLst/>
          </a:prstGeom>
          <a:noFill/>
          <a:ln w="0">
            <a:noFill/>
          </a:ln>
        </p:spPr>
      </p:pic>
    </p:spTree>
  </p:cSld>
  <p:transition spd="med">
    <p:pull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7" name="组合 2"/>
          <p:cNvGrpSpPr/>
          <p:nvPr/>
        </p:nvGrpSpPr>
        <p:grpSpPr>
          <a:xfrm>
            <a:off x="5891760" y="3000240"/>
            <a:ext cx="4377960" cy="857160"/>
            <a:chOff x="5891760" y="3000240"/>
            <a:chExt cx="4377960" cy="857160"/>
          </a:xfrm>
        </p:grpSpPr>
        <p:sp>
          <p:nvSpPr>
            <p:cNvPr id="1158" name="文本框 18"/>
            <p:cNvSpPr/>
            <p:nvPr/>
          </p:nvSpPr>
          <p:spPr>
            <a:xfrm>
              <a:off x="6853680" y="3105720"/>
              <a:ext cx="3416040" cy="64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zh-CN" sz="3600" b="1" u="none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实现与验证</a:t>
              </a:r>
              <a:endPara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9" name="椭圆 19"/>
            <p:cNvSpPr/>
            <p:nvPr/>
          </p:nvSpPr>
          <p:spPr>
            <a:xfrm>
              <a:off x="5891760" y="3000240"/>
              <a:ext cx="857160" cy="8571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lang="en-US" sz="4000" b="1" u="none" strike="noStrike">
                  <a:solidFill>
                    <a:schemeClr val="lt1"/>
                  </a:solidFill>
                  <a:effectLst/>
                  <a:uFillTx/>
                  <a:latin typeface="Consolas"/>
                  <a:ea typeface="Consolas"/>
                </a:rPr>
                <a:t>03</a:t>
              </a:r>
              <a:endParaRPr lang="en-US" sz="4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 spd="med">
    <p:pull dir="r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PlaceHolder 1"/>
          <p:cNvSpPr>
            <a:spLocks noGrp="1"/>
          </p:cNvSpPr>
          <p:nvPr>
            <p:ph type="title"/>
          </p:nvPr>
        </p:nvSpPr>
        <p:spPr>
          <a:xfrm>
            <a:off x="577800" y="249120"/>
            <a:ext cx="8643600" cy="479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zh-CN" sz="2800" b="1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环境与数据名单</a:t>
            </a:r>
            <a:endParaRPr lang="en-US" sz="2800" b="1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  <p:graphicFrame>
        <p:nvGraphicFramePr>
          <p:cNvPr id="1161" name="表格 120"/>
          <p:cNvGraphicFramePr/>
          <p:nvPr/>
        </p:nvGraphicFramePr>
        <p:xfrm>
          <a:off x="1344240" y="1348920"/>
          <a:ext cx="9503280" cy="4563000"/>
        </p:xfrm>
        <a:graphic>
          <a:graphicData uri="http://schemas.openxmlformats.org/drawingml/2006/table">
            <a:tbl>
              <a:tblPr/>
              <a:tblGrid>
                <a:gridCol w="2070720"/>
                <a:gridCol w="2320920"/>
                <a:gridCol w="1676160"/>
                <a:gridCol w="1828800"/>
                <a:gridCol w="1605960"/>
              </a:tblGrid>
              <a:tr h="5443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zh-CN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类别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18720">
                      <a:solidFill>
                        <a:srgbClr val="006C39"/>
                      </a:solidFill>
                      <a:prstDash val="solid"/>
                    </a:lnT>
                    <a:lnB w="18720">
                      <a:solidFill>
                        <a:srgbClr val="006C39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zh-CN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项目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18720">
                      <a:solidFill>
                        <a:srgbClr val="006C39"/>
                      </a:solidFill>
                      <a:prstDash val="solid"/>
                    </a:lnT>
                    <a:lnB w="18720">
                      <a:solidFill>
                        <a:srgbClr val="006C39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zh-CN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内容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18720">
                      <a:solidFill>
                        <a:srgbClr val="006C39"/>
                      </a:solidFill>
                      <a:prstDash val="solid"/>
                    </a:lnT>
                    <a:lnB w="18720">
                      <a:solidFill>
                        <a:srgbClr val="006C39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zh-CN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版本 </a:t>
                      </a: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/ </a:t>
                      </a:r>
                      <a:r>
                        <a:rPr lang="zh-CN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规模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18720">
                      <a:solidFill>
                        <a:srgbClr val="006C39"/>
                      </a:solidFill>
                      <a:prstDash val="solid"/>
                    </a:lnT>
                    <a:lnB w="18720">
                      <a:solidFill>
                        <a:srgbClr val="006C39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zh-CN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备注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006C39"/>
                      </a:solidFill>
                      <a:prstDash val="solid"/>
                    </a:lnT>
                    <a:lnB w="18720">
                      <a:solidFill>
                        <a:srgbClr val="006C39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</a:tr>
              <a:tr h="485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环境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8720">
                      <a:solidFill>
                        <a:srgbClr val="006C39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系统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8720">
                      <a:solidFill>
                        <a:srgbClr val="006C39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Ubuntu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8720">
                      <a:solidFill>
                        <a:srgbClr val="006C39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26.04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8720">
                      <a:solidFill>
                        <a:srgbClr val="006C39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CUDA 12.8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006C39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</a:tr>
              <a:tr h="485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环境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语言</a:t>
                      </a:r>
                      <a:r>
                        <a:rPr lang="en-US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/</a:t>
                      </a:r>
                      <a:r>
                        <a:rPr lang="zh-CN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框架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Python / PyTorch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3.9 / 2.8.0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torch 2.8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</a:tr>
              <a:tr h="485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环境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几何内核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pythonocc-core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7.9.0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OpenCASCADE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</a:tr>
              <a:tr h="485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环境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权重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官方预训练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epoch 1000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ckpt_epoch1000.pth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</a:tr>
              <a:tr h="485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数据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M1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cad_json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20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清洗后保留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</a:tr>
              <a:tr h="485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数据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M2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cad_vec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100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97 </a:t>
                      </a:r>
                      <a:r>
                        <a:rPr lang="zh-CN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个 </a:t>
                      </a:r>
                      <a:r>
                        <a:rPr lang="en-US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STEP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</a:tr>
              <a:tr h="485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数据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M3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cad_vec + pc_cad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1000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999 </a:t>
                      </a:r>
                      <a:r>
                        <a:rPr lang="zh-CN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个真值点云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transition spd="med">
    <p:pull dir="r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PlaceHolder 1"/>
          <p:cNvSpPr>
            <a:spLocks noGrp="1"/>
          </p:cNvSpPr>
          <p:nvPr>
            <p:ph type="title"/>
          </p:nvPr>
        </p:nvSpPr>
        <p:spPr>
          <a:xfrm>
            <a:off x="577800" y="249120"/>
            <a:ext cx="8643600" cy="479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M1 · </a:t>
            </a:r>
            <a:r>
              <a:rPr lang="zh-CN" sz="2800" b="1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三个零件与建模步骤</a:t>
            </a:r>
            <a:endParaRPr lang="en-US" sz="2800" b="1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  <p:sp>
        <p:nvSpPr>
          <p:cNvPr id="1163" name="矩形 54"/>
          <p:cNvSpPr/>
          <p:nvPr/>
        </p:nvSpPr>
        <p:spPr>
          <a:xfrm>
            <a:off x="1465920" y="1252080"/>
            <a:ext cx="9259920" cy="14511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ctr" blurRad="165240" rotWithShape="0" sx="101000" sy="10100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1164" name="矩形 56"/>
          <p:cNvSpPr/>
          <p:nvPr/>
        </p:nvSpPr>
        <p:spPr>
          <a:xfrm>
            <a:off x="1465920" y="2826720"/>
            <a:ext cx="9259920" cy="14511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ctr" blurRad="165240" rotWithShape="0" sx="101000" sy="10100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1165" name="矩形 58"/>
          <p:cNvSpPr/>
          <p:nvPr/>
        </p:nvSpPr>
        <p:spPr>
          <a:xfrm>
            <a:off x="1465920" y="4386600"/>
            <a:ext cx="9259920" cy="14511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ctr" blurRad="165240" rotWithShape="0" sx="101000" sy="10100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sp>
        <p:nvSpPr>
          <p:cNvPr id="1166" name="文本占位符 11"/>
          <p:cNvSpPr/>
          <p:nvPr/>
        </p:nvSpPr>
        <p:spPr>
          <a:xfrm>
            <a:off x="4957200" y="1877040"/>
            <a:ext cx="5517720" cy="6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just" defTabSz="914400"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zh-CN" sz="1800" b="0" u="none" spc="300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矩形 </a:t>
            </a:r>
            <a:r>
              <a:rPr lang="en-US" sz="1800" b="0" u="none" spc="300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+ 1/4 </a:t>
            </a:r>
            <a:r>
              <a:rPr lang="zh-CN" sz="1800" b="0" u="none" spc="300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圆弧缺口，一次拉伸。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7" name="文本占位符 6"/>
          <p:cNvSpPr/>
          <p:nvPr/>
        </p:nvSpPr>
        <p:spPr>
          <a:xfrm>
            <a:off x="4913640" y="1426320"/>
            <a:ext cx="4650840" cy="46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800" b="1" u="none" spc="300" strike="noStrike">
                <a:solidFill>
                  <a:schemeClr val="accent1"/>
                </a:solidFill>
                <a:effectLst/>
                <a:uFillTx/>
                <a:latin typeface="Consolas"/>
                <a:ea typeface="Consolas"/>
              </a:rPr>
              <a:t>00000061 · </a:t>
            </a:r>
            <a:r>
              <a:rPr lang="zh-CN" sz="2800" b="1" u="none" spc="300" strike="noStrike">
                <a:solidFill>
                  <a:schemeClr val="accent1"/>
                </a:solidFill>
                <a:effectLst/>
                <a:uFillTx/>
                <a:latin typeface="Consolas"/>
                <a:ea typeface="Consolas"/>
              </a:rPr>
              <a:t>带缺口的板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8" name="文本框 65"/>
          <p:cNvSpPr/>
          <p:nvPr/>
        </p:nvSpPr>
        <p:spPr>
          <a:xfrm>
            <a:off x="4245120" y="1585440"/>
            <a:ext cx="384840" cy="67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20000"/>
              </a:lnSpc>
            </a:pPr>
            <a:r>
              <a:rPr lang="en-US" sz="4000" b="1" u="none" spc="300" strike="noStrike">
                <a:solidFill>
                  <a:schemeClr val="accent4"/>
                </a:solidFill>
                <a:effectLst/>
                <a:uFillTx/>
                <a:latin typeface="Consolas"/>
                <a:ea typeface="Consolas"/>
              </a:rPr>
              <a:t>1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69" name="直接连接符 66"/>
          <p:cNvCxnSpPr/>
          <p:nvPr/>
        </p:nvCxnSpPr>
        <p:spPr>
          <a:xfrm flipH="1">
            <a:off x="4411080" y="1923480"/>
            <a:ext cx="317520" cy="51552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</a:ln>
        </p:spPr>
      </p:cxnSp>
      <p:sp>
        <p:nvSpPr>
          <p:cNvPr id="1170" name="文本占位符 11"/>
          <p:cNvSpPr/>
          <p:nvPr/>
        </p:nvSpPr>
        <p:spPr>
          <a:xfrm>
            <a:off x="4957200" y="3448080"/>
            <a:ext cx="5517720" cy="6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just" defTabSz="914400"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zh-CN" sz="1800" b="0" u="none" spc="300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一堆草图，两次拉伸。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1" name="文本占位符 6"/>
          <p:cNvSpPr/>
          <p:nvPr/>
        </p:nvSpPr>
        <p:spPr>
          <a:xfrm>
            <a:off x="4913640" y="2997360"/>
            <a:ext cx="4650840" cy="46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800" b="1" u="none" spc="300" strike="noStrike">
                <a:solidFill>
                  <a:schemeClr val="accent1"/>
                </a:solidFill>
                <a:effectLst/>
                <a:uFillTx/>
                <a:latin typeface="Consolas"/>
                <a:ea typeface="Consolas"/>
              </a:rPr>
              <a:t>00000069 · </a:t>
            </a:r>
            <a:r>
              <a:rPr lang="zh-CN" sz="2800" b="1" u="none" spc="300" strike="noStrike">
                <a:solidFill>
                  <a:schemeClr val="accent1"/>
                </a:solidFill>
                <a:effectLst/>
                <a:uFillTx/>
                <a:latin typeface="Consolas"/>
                <a:ea typeface="Consolas"/>
              </a:rPr>
              <a:t>带槽孔的支架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2" name="文本框 69"/>
          <p:cNvSpPr/>
          <p:nvPr/>
        </p:nvSpPr>
        <p:spPr>
          <a:xfrm>
            <a:off x="4245120" y="3156480"/>
            <a:ext cx="384840" cy="67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20000"/>
              </a:lnSpc>
            </a:pPr>
            <a:r>
              <a:rPr lang="en-US" sz="4000" b="1" u="none" spc="300" strike="noStrike">
                <a:solidFill>
                  <a:schemeClr val="accent4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73" name="直接连接符 70"/>
          <p:cNvCxnSpPr/>
          <p:nvPr/>
        </p:nvCxnSpPr>
        <p:spPr>
          <a:xfrm flipH="1">
            <a:off x="4411080" y="3494520"/>
            <a:ext cx="317520" cy="51552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</a:ln>
        </p:spPr>
      </p:cxnSp>
      <p:sp>
        <p:nvSpPr>
          <p:cNvPr id="1174" name="文本占位符 11"/>
          <p:cNvSpPr/>
          <p:nvPr/>
        </p:nvSpPr>
        <p:spPr>
          <a:xfrm>
            <a:off x="4957200" y="5051520"/>
            <a:ext cx="5517720" cy="6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just" defTabSz="914400"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zh-CN" sz="1800" b="0" u="none" spc="300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由多段圆弧与直线组成的截面，一次拉伸。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5" name="文本占位符 6"/>
          <p:cNvSpPr/>
          <p:nvPr/>
        </p:nvSpPr>
        <p:spPr>
          <a:xfrm>
            <a:off x="4913640" y="4600440"/>
            <a:ext cx="4650840" cy="46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lnSpcReduction="9999"/>
          </a:bodyPr>
          <a:p>
            <a:pPr defTabSz="914400"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800" b="1" u="none" spc="300" strike="noStrike">
                <a:solidFill>
                  <a:schemeClr val="accent1"/>
                </a:solidFill>
                <a:effectLst/>
                <a:uFillTx/>
                <a:latin typeface="Consolas"/>
                <a:ea typeface="Consolas"/>
              </a:rPr>
              <a:t>0000007</a:t>
            </a:r>
            <a:r>
              <a:rPr lang="en-US" sz="2800" b="1" u="none" spc="300" strike="noStrike">
                <a:solidFill>
                  <a:schemeClr val="accent1"/>
                </a:solidFill>
                <a:effectLst/>
                <a:uFillTx/>
                <a:latin typeface="Consolas"/>
                <a:ea typeface="Consolas"/>
              </a:rPr>
              <a:t>0 · S </a:t>
            </a:r>
            <a:r>
              <a:rPr lang="zh-CN" sz="2800" b="1" u="none" spc="300" strike="noStrike">
                <a:solidFill>
                  <a:schemeClr val="accent1"/>
                </a:solidFill>
                <a:effectLst/>
                <a:uFillTx/>
                <a:latin typeface="Consolas"/>
                <a:ea typeface="Consolas"/>
              </a:rPr>
              <a:t>形弯</a:t>
            </a:r>
            <a:r>
              <a:rPr lang="zh-CN" sz="2800" b="1" u="none" spc="300" strike="noStrike">
                <a:solidFill>
                  <a:schemeClr val="accent1"/>
                </a:solidFill>
                <a:effectLst/>
                <a:uFillTx/>
                <a:latin typeface="Consolas"/>
                <a:ea typeface="Consolas"/>
              </a:rPr>
              <a:t>杆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6" name="文本框 73"/>
          <p:cNvSpPr/>
          <p:nvPr/>
        </p:nvSpPr>
        <p:spPr>
          <a:xfrm>
            <a:off x="4245120" y="4759920"/>
            <a:ext cx="384840" cy="67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20000"/>
              </a:lnSpc>
            </a:pPr>
            <a:r>
              <a:rPr lang="en-US" sz="4000" b="1" u="none" spc="300" strike="noStrike">
                <a:solidFill>
                  <a:schemeClr val="accent4"/>
                </a:solidFill>
                <a:effectLst/>
                <a:uFillTx/>
                <a:latin typeface="Consolas"/>
                <a:ea typeface="Consolas"/>
              </a:rPr>
              <a:t>3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77" name="直接连接符 74"/>
          <p:cNvCxnSpPr/>
          <p:nvPr/>
        </p:nvCxnSpPr>
        <p:spPr>
          <a:xfrm flipH="1">
            <a:off x="4411080" y="5097600"/>
            <a:ext cx="317520" cy="51552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</a:ln>
        </p:spPr>
      </p:cxnSp>
      <p:cxnSp>
        <p:nvCxnSpPr>
          <p:cNvPr id="1178" name="直接连接符 55"/>
          <p:cNvCxnSpPr/>
          <p:nvPr/>
        </p:nvCxnSpPr>
        <p:spPr>
          <a:xfrm>
            <a:off x="3910320" y="1252080"/>
            <a:ext cx="360" cy="1451880"/>
          </a:xfrm>
          <a:prstGeom prst="straightConnector1">
            <a:avLst/>
          </a:prstGeom>
          <a:ln w="57150">
            <a:solidFill>
              <a:srgbClr val="A13F0B"/>
            </a:solidFill>
          </a:ln>
        </p:spPr>
      </p:cxnSp>
      <p:cxnSp>
        <p:nvCxnSpPr>
          <p:cNvPr id="1179" name="直接连接符 57"/>
          <p:cNvCxnSpPr/>
          <p:nvPr/>
        </p:nvCxnSpPr>
        <p:spPr>
          <a:xfrm>
            <a:off x="3910320" y="2826720"/>
            <a:ext cx="360" cy="1451520"/>
          </a:xfrm>
          <a:prstGeom prst="straightConnector1">
            <a:avLst/>
          </a:prstGeom>
          <a:ln w="57150">
            <a:solidFill>
              <a:srgbClr val="A13F0B"/>
            </a:solidFill>
          </a:ln>
        </p:spPr>
      </p:cxnSp>
      <p:cxnSp>
        <p:nvCxnSpPr>
          <p:cNvPr id="1180" name="直接连接符 59"/>
          <p:cNvCxnSpPr/>
          <p:nvPr/>
        </p:nvCxnSpPr>
        <p:spPr>
          <a:xfrm>
            <a:off x="3908160" y="4386600"/>
            <a:ext cx="360" cy="1451520"/>
          </a:xfrm>
          <a:prstGeom prst="straightConnector1">
            <a:avLst/>
          </a:prstGeom>
          <a:ln w="57150">
            <a:solidFill>
              <a:srgbClr val="A13F0B"/>
            </a:solidFill>
          </a:ln>
        </p:spPr>
      </p:cxnSp>
      <p:pic>
        <p:nvPicPr>
          <p:cNvPr id="1181" name="Picture 75" descr="00000061.png"/>
          <p:cNvPicPr/>
          <p:nvPr/>
        </p:nvPicPr>
        <p:blipFill>
          <a:blip r:embed="rId1"/>
          <a:stretch/>
        </p:blipFill>
        <p:spPr>
          <a:xfrm>
            <a:off x="1757520" y="1252800"/>
            <a:ext cx="1853640" cy="145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2" name="Picture 76" descr="00000069.png"/>
          <p:cNvPicPr/>
          <p:nvPr/>
        </p:nvPicPr>
        <p:blipFill>
          <a:blip r:embed="rId2"/>
          <a:stretch/>
        </p:blipFill>
        <p:spPr>
          <a:xfrm>
            <a:off x="1465200" y="2918520"/>
            <a:ext cx="2437920" cy="126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3" name="Picture 77" descr="00000070.png"/>
          <p:cNvPicPr/>
          <p:nvPr/>
        </p:nvPicPr>
        <p:blipFill>
          <a:blip r:embed="rId3"/>
          <a:stretch/>
        </p:blipFill>
        <p:spPr>
          <a:xfrm>
            <a:off x="1989000" y="4387320"/>
            <a:ext cx="1397520" cy="1450440"/>
          </a:xfrm>
          <a:prstGeom prst="rect">
            <a:avLst/>
          </a:prstGeom>
          <a:noFill/>
          <a:ln w="0">
            <a:noFill/>
          </a:ln>
        </p:spPr>
      </p:pic>
    </p:spTree>
  </p:cSld>
  <p:transition spd="med">
    <p:pull dir="r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PlaceHolder 1"/>
          <p:cNvSpPr>
            <a:spLocks noGrp="1"/>
          </p:cNvSpPr>
          <p:nvPr>
            <p:ph type="title"/>
          </p:nvPr>
        </p:nvSpPr>
        <p:spPr>
          <a:xfrm>
            <a:off x="577800" y="249120"/>
            <a:ext cx="8643600" cy="479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M1 · </a:t>
            </a:r>
            <a:r>
              <a:rPr lang="zh-CN" sz="2800" b="1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命令序列（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00000069</a:t>
            </a:r>
            <a:r>
              <a:rPr lang="zh-CN" sz="2800" b="1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，原文）</a:t>
            </a:r>
            <a:endParaRPr lang="en-US" sz="2800" b="1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  <p:sp>
        <p:nvSpPr>
          <p:cNvPr id="1185" name="矩形 2"/>
          <p:cNvSpPr/>
          <p:nvPr/>
        </p:nvSpPr>
        <p:spPr>
          <a:xfrm>
            <a:off x="660240" y="1026720"/>
            <a:ext cx="10858320" cy="50032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algn="ctr" blurRad="165240" rotWithShape="0" sx="101000" sy="10100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微软雅黑"/>
            </a:endParaRPr>
          </a:p>
        </p:txBody>
      </p:sp>
      <p:cxnSp>
        <p:nvCxnSpPr>
          <p:cNvPr id="1186" name="直接连接符 6"/>
          <p:cNvCxnSpPr/>
          <p:nvPr/>
        </p:nvCxnSpPr>
        <p:spPr>
          <a:xfrm>
            <a:off x="1121760" y="2661120"/>
            <a:ext cx="3708360" cy="360"/>
          </a:xfrm>
          <a:prstGeom prst="straightConnector1">
            <a:avLst/>
          </a:prstGeom>
          <a:ln w="28575">
            <a:solidFill>
              <a:srgbClr val="A13F0B"/>
            </a:solidFill>
          </a:ln>
        </p:spPr>
      </p:cxnSp>
      <p:sp>
        <p:nvSpPr>
          <p:cNvPr id="1187" name="TextBox 7"/>
          <p:cNvSpPr/>
          <p:nvPr/>
        </p:nvSpPr>
        <p:spPr>
          <a:xfrm>
            <a:off x="320040" y="1005840"/>
            <a:ext cx="5806080" cy="571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# </a:t>
            </a:r>
            <a:r>
              <a:rPr lang="zh-CN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操作序列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: </a:t>
            </a:r>
            <a:r>
              <a:rPr lang="zh-CN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共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3 </a:t>
            </a:r>
            <a:r>
              <a:rPr lang="zh-CN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步  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(</a:t>
            </a:r>
            <a:r>
              <a:rPr lang="zh-CN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长度单位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: mm)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# </a:t>
            </a:r>
            <a:r>
              <a:rPr lang="zh-CN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曲线顺序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: </a:t>
            </a:r>
            <a:r>
              <a:rPr lang="zh-CN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已重排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(</a:t>
            </a:r>
            <a:r>
              <a:rPr lang="zh-CN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左下角起点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+</a:t>
            </a:r>
            <a:r>
              <a:rPr lang="zh-CN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逆时针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[0] Sketch    'Sketch 1'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profile JGi  loop0: 6 </a:t>
            </a:r>
            <a:r>
              <a:rPr lang="zh-CN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条曲线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[ 0] L  Line3D     (7.50, -10.00) -&gt; (10.00, -10.00)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[ 1] L  Line3D     (10.00, -10.00) -&gt; (10.00, 10.00)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[ 2] L  Line3D     (10.00, 10.00) -&gt; (7.50, 10.00)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[ 3] L  Line3D     (7.50, 10.00) -&gt; (7.50, 7.50)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[ 4] L  Line3D     (7.50, 7.50) -&gt; (7.50, -7.50)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[ 5] L  Line3D     (7.50, -7.50) -&gt; (7.50, -10.00)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profile JGK  loop0: 4 </a:t>
            </a:r>
            <a:r>
              <a:rPr lang="zh-CN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条曲线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[ 0] L  Line3D     (-7.50, 10.00) -&gt; (7.50, 10.00)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[ 1] L  Line3D     (7.50, 10.00) -&gt; (7.50, 15.00)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[ 2] L  Line3D     (7.50, 15.00) -&gt; (-7.50, 15.00)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[ 3] L  Line3D     (-7.50, 15.00) -&gt; (-7.50, 10.00)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profile JGm  loop0: 10 </a:t>
            </a:r>
            <a:r>
              <a:rPr lang="zh-CN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条曲线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[ 0] A  Arc3D      (-32.50, -10.00) -&gt; (-27.50, -15.00)  center=(-27.50, -10.00) r=5.00 sweep=90.0°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[ 1] L  Line3D     (-27.50, -15.00) -&gt; (-7.50, -15.00)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[ 2] L  Line3D     (-7.50, -15.00) -&gt; (-7.50, -10.00)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[ 3] L  Line3D     (-7.50, -10.00) -&gt; (-10.00, -10.00)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[ 4] L  Line3D     (-10.00, -10.00) -&gt; (-10.00, 10.00)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[ 5] L  Line3D     (-10.00, 10.00) -&gt; (-7.50, 10.00)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[ 6] L  Line3D     (-7.50, 10.00) -&gt; (-7.50, 15.00)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[ 7] L  Line3D     (-7.50, 15.00) -&gt; (-27.50, 15.00)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[ 8] A  Arc3D      (-27.50, 15.00) -&gt; (-32.50, 10.00)  center=(-27.50, 10.00) r=5.00 sweep=90.0°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[ 9] L  Line3D     (-32.50, 10.00) -&gt; (-32.50, -10.00)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profile JGm  loop1: 1 </a:t>
            </a:r>
            <a:r>
              <a:rPr lang="zh-CN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条曲线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[ 0] R  Circle3D   center=(-25.00, 0.00) r=2.54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profile JGO  loop0: 4 </a:t>
            </a:r>
            <a:r>
              <a:rPr lang="zh-CN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条曲线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[ 0] L  Line3D     (-7.50, -15.00) -&gt; (7.50, -15.00)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[ 1] L  Line3D     (7.50, -15.00) -&gt; (7.50, -10.00)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[ 2] L  Line3D     (7.50, -10.00) -&gt; (-7.50, -10.00)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[ 3] L  Line3D     (-7.50, -10.00) -&gt; (-7.50, -15.00)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profile JGa  loop0: 4 </a:t>
            </a:r>
            <a:r>
              <a:rPr lang="zh-CN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条曲线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[ 0] L  Line3D     (-7.50, -10.00) -&gt; (7.50, -10.00)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[ 1] L  Line3D     (7.50, -10.00) -&gt; (7.50, -7.50)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[ 2] L  Line3D     (7.50, -7.50) -&gt; (-7.50, -7.50)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[ 3] L  Line3D     (-7.50, -7.50) -&gt; (-7.50, -10.00)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profile JGC  loop0: 1 </a:t>
            </a:r>
            <a:r>
              <a:rPr lang="zh-CN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条曲线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[ 0] R  Circle3D   center=(-25.00, 0.00) r=2.54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profile JGe  loop0: 6 </a:t>
            </a:r>
            <a:r>
              <a:rPr lang="zh-CN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条曲线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[ 0] L  Line3D     (-10.00, -10.00) -&gt; (-7.50, -10.00)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8" name="TextBox 8"/>
          <p:cNvSpPr/>
          <p:nvPr/>
        </p:nvSpPr>
        <p:spPr>
          <a:xfrm>
            <a:off x="6172200" y="1005840"/>
            <a:ext cx="5806080" cy="571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[ 1] L  Line3D     (-7.50,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-10.00) -&gt; (-7.50, -7.50)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[ 2] L  Line3D     (-7.50,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-7.50) -&gt; (-7.50, 7.50)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[ 3] L  Line3D     (-7.50,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7.50) -&gt; (-7.50, 10.00)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[ 4] L  Line3D     (-7.50,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10.00) -&gt; (-10.00, 10.00)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[ 5] L  Line3D     (-10.00,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10.00) -&gt; (-10.00, -10.00)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profile JGG  loop0: 1 </a:t>
            </a:r>
            <a:r>
              <a:rPr lang="zh-CN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条曲线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[ 0] R  Circle3D  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center=(25.00, 0.00) r=2.54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profile JGq  loop0: 10 </a:t>
            </a:r>
            <a:r>
              <a:rPr lang="zh-CN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条曲线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[ 0] L  Line3D     (7.50,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-15.00) -&gt; (27.50, -15.00)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[ 1] A  Arc3D      (27.50,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-15.00) -&gt; (32.50, -10.00) 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center=(27.50, -10.00) r=5.00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sweep=90.0°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[ 2] L  Line3D     (32.50,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-10.00) -&gt; (32.50, 10.00)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[ 3] A  Arc3D      (32.50,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10.00) -&gt; (27.50, 15.00) 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center=(27.50, 10.00) r=5.00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sweep=90.0°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[ 4] L  Line3D     (27.50,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15.00) -&gt; (7.50, 15.00)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[ 5] L  Line3D     (7.50,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15.00) -&gt; (7.50, 10.00)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[ 6] L  Line3D     (7.50,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10.00) -&gt; (10.00, 10.00)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[ 7] L  Line3D     (10.00,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10.00) -&gt; (10.00, -10.00)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[ 8] L  Line3D     (10.00,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-10.00) -&gt; (7.50, -10.00)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[ 9] L  Line3D     (7.50,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-10.00) -&gt; (7.50, -15.00)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profile JGq  loop1: 1 </a:t>
            </a:r>
            <a:r>
              <a:rPr lang="zh-CN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条曲线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[ 0] R  Circle3D  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center=(25.00, 0.00) r=2.54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profile JGS  loop0: 4 </a:t>
            </a:r>
            <a:r>
              <a:rPr lang="zh-CN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条曲线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[ 0] L  Line3D     (-7.50,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-7.50) -&gt; (7.50, -7.50)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[ 1] L  Line3D     (7.50,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-7.50) -&gt; (7.50, 7.50)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[ 2] L  Line3D     (7.50,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7.50) -&gt; (-7.50, 7.50)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[ 3] L  Line3D     (-7.50,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7.50) -&gt; (-7.50, -7.50)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profile JGW  loop0: 4 </a:t>
            </a:r>
            <a:r>
              <a:rPr lang="zh-CN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条曲线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[ 0] L  Line3D     (-7.50,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7.50) -&gt; (7.50, 7.50)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[ 1] L  Line3D     (7.50,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7.50) -&gt; (7.50, 10.00)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[ 2] L  Line3D     (7.50,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10.00) -&gt; (-7.50, 10.00)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[ 3] L  Line3D     (-7.50,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10.00) -&gt; (-7.50, 7.50)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[1] ExtrudeFeature 'Extrude 1'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NewBody / OneSide  e1=2.00  </a:t>
            </a:r>
            <a:r>
              <a:rPr lang="zh-CN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拉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FoxdciJZmsb6NDG_0.JGm,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FoxdciJZmsb6NDG_0.JGO,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FoxdciJZmsb6NDG_0.JGq,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FoxdciJZmsb6NDG_0.JGi,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FoxdciJZmsb6NDG_0.JGe,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FoxdciJZmsb6NDG_0.JGa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平面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transform (</a:t>
            </a:r>
            <a:r>
              <a:rPr lang="zh-CN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来自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FoxdciJZmsb6NDG_0):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    原点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(px,py,pz) = (0.00,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0.00, 0.00) mm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    法向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z_axis = (0.000,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-1.000, 0.000)   x_axis = (1.000,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0.000, 0.000)   y_axis = (0.000,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0.000, 1.000)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[2] ExtrudeFeature 'Extrude 2'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NewBody / OneSide  e1=-2.00  </a:t>
            </a:r>
            <a:r>
              <a:rPr lang="zh-CN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拉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FoxdciJZmsb6NDG_0.JGm,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FoxdciJZmsb6NDG_0.JGK,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FoxdciJZmsb6NDG_0.JGq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平面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transform (</a:t>
            </a:r>
            <a:r>
              <a:rPr lang="zh-CN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来自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FoxdciJZmsb6NDG_0):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    原点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(px,py,pz) = (0.00,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0.00, 0.00) mm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           法向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z_axis = (0.000,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-1.000, 0.000)   x_axis = (1.000,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0.000, 0.000)   y_axis = (0.000, </a:t>
            </a:r>
            <a:r>
              <a:rPr lang="en-US" sz="7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0.000, 1.000)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>
    <p:pull dir="r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PlaceHolder 1"/>
          <p:cNvSpPr>
            <a:spLocks noGrp="1"/>
          </p:cNvSpPr>
          <p:nvPr>
            <p:ph type="title"/>
          </p:nvPr>
        </p:nvSpPr>
        <p:spPr>
          <a:xfrm>
            <a:off x="577800" y="249120"/>
            <a:ext cx="8643600" cy="479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M2 · </a:t>
            </a:r>
            <a:r>
              <a:rPr lang="zh-CN" sz="2800" b="1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论文要点</a:t>
            </a:r>
            <a:endParaRPr lang="en-US" sz="2800" b="1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  <p:grpSp>
        <p:nvGrpSpPr>
          <p:cNvPr id="1190" name="组合 10"/>
          <p:cNvGrpSpPr/>
          <p:nvPr/>
        </p:nvGrpSpPr>
        <p:grpSpPr>
          <a:xfrm>
            <a:off x="640800" y="1607400"/>
            <a:ext cx="2159640" cy="3916800"/>
            <a:chOff x="640800" y="1607400"/>
            <a:chExt cx="2159640" cy="3916800"/>
          </a:xfrm>
        </p:grpSpPr>
        <p:sp>
          <p:nvSpPr>
            <p:cNvPr id="1191" name="矩形 11"/>
            <p:cNvSpPr/>
            <p:nvPr/>
          </p:nvSpPr>
          <p:spPr>
            <a:xfrm>
              <a:off x="640800" y="2238840"/>
              <a:ext cx="719640" cy="716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27000" rIns="90000" bIns="27000" anchor="ctr">
              <a:noAutofit/>
            </a:bodyPr>
            <a:p>
              <a:endParaRPr lang="en-US" sz="2000" b="0" u="none" strike="noStrike">
                <a:solidFill>
                  <a:schemeClr val="lt1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1192" name="文本框 12"/>
            <p:cNvSpPr/>
            <p:nvPr/>
          </p:nvSpPr>
          <p:spPr>
            <a:xfrm>
              <a:off x="640800" y="1607400"/>
              <a:ext cx="2015640" cy="46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zh-CN" sz="2400" b="1" u="none" spc="99" strike="noStrike">
                  <a:solidFill>
                    <a:schemeClr val="accent1"/>
                  </a:solidFill>
                  <a:effectLst/>
                  <a:uFillTx/>
                  <a:latin typeface="Consolas"/>
                  <a:ea typeface="Consolas"/>
                </a:rPr>
                <a:t>数据表示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3" name="文本框 13"/>
            <p:cNvSpPr/>
            <p:nvPr/>
          </p:nvSpPr>
          <p:spPr>
            <a:xfrm>
              <a:off x="640800" y="2542320"/>
              <a:ext cx="2159640" cy="298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45000" rIns="90000" bIns="45000" anchor="t">
              <a:noAutofit/>
            </a:bodyPr>
            <a:p>
              <a:pPr algn="just">
                <a:lnSpc>
                  <a:spcPct val="150000"/>
                </a:lnSpc>
              </a:pPr>
              <a:r>
                <a:rPr lang="en-US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CAD </a:t>
              </a:r>
              <a:r>
                <a:rPr lang="zh-CN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模型 </a:t>
              </a:r>
              <a:r>
                <a:rPr lang="en-US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= </a:t>
              </a:r>
              <a:r>
                <a:rPr lang="zh-CN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命令序列；每条命令 </a:t>
              </a:r>
              <a:r>
                <a:rPr lang="en-US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16 </a:t>
              </a:r>
              <a:r>
                <a:rPr lang="zh-CN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个参数；归一化后量化成 </a:t>
              </a:r>
              <a:r>
                <a:rPr lang="en-US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256 </a:t>
              </a:r>
              <a:r>
                <a:rPr lang="zh-CN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级；补 </a:t>
              </a:r>
              <a:r>
                <a:rPr lang="en-US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EOS </a:t>
              </a:r>
              <a:r>
                <a:rPr lang="zh-CN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到 </a:t>
              </a:r>
              <a:r>
                <a:rPr lang="en-US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Nc = 60</a:t>
              </a:r>
              <a:r>
                <a:rPr lang="zh-CN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。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94" name="组合 14"/>
          <p:cNvGrpSpPr/>
          <p:nvPr/>
        </p:nvGrpSpPr>
        <p:grpSpPr>
          <a:xfrm>
            <a:off x="5025600" y="1607400"/>
            <a:ext cx="2159640" cy="3916800"/>
            <a:chOff x="5025600" y="1607400"/>
            <a:chExt cx="2159640" cy="3916800"/>
          </a:xfrm>
        </p:grpSpPr>
        <p:sp>
          <p:nvSpPr>
            <p:cNvPr id="1195" name="矩形 15"/>
            <p:cNvSpPr/>
            <p:nvPr/>
          </p:nvSpPr>
          <p:spPr>
            <a:xfrm>
              <a:off x="5025600" y="2238840"/>
              <a:ext cx="719640" cy="716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27000" rIns="90000" bIns="27000" anchor="ctr">
              <a:noAutofit/>
            </a:bodyPr>
            <a:p>
              <a:endParaRPr lang="en-US" sz="2000" b="0" u="none" strike="noStrike">
                <a:solidFill>
                  <a:schemeClr val="lt1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1196" name="文本框 16"/>
            <p:cNvSpPr/>
            <p:nvPr/>
          </p:nvSpPr>
          <p:spPr>
            <a:xfrm>
              <a:off x="5025600" y="1607400"/>
              <a:ext cx="2015640" cy="46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zh-CN" sz="2400" b="1" u="none" spc="99" strike="noStrike">
                  <a:solidFill>
                    <a:schemeClr val="accent1"/>
                  </a:solidFill>
                  <a:effectLst/>
                  <a:uFillTx/>
                  <a:latin typeface="Consolas"/>
                  <a:ea typeface="Consolas"/>
                </a:rPr>
                <a:t>模型流程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7" name="文本框 17"/>
            <p:cNvSpPr/>
            <p:nvPr/>
          </p:nvSpPr>
          <p:spPr>
            <a:xfrm>
              <a:off x="5025600" y="2542320"/>
              <a:ext cx="2159640" cy="298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45000" rIns="90000" bIns="45000" anchor="t">
              <a:noAutofit/>
            </a:bodyPr>
            <a:p>
              <a:pPr algn="just">
                <a:lnSpc>
                  <a:spcPct val="150000"/>
                </a:lnSpc>
              </a:pPr>
              <a:r>
                <a:rPr lang="en-US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Transformer </a:t>
              </a:r>
              <a:r>
                <a:rPr lang="zh-CN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自编码器：命令 → 嵌入 → 编码器 → 隐向量 </a:t>
              </a:r>
              <a:r>
                <a:rPr lang="en-US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z(256) → </a:t>
              </a:r>
              <a:r>
                <a:rPr lang="zh-CN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解码器 → 重建命令序列。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98" name="组合 18"/>
          <p:cNvGrpSpPr/>
          <p:nvPr/>
        </p:nvGrpSpPr>
        <p:grpSpPr>
          <a:xfrm>
            <a:off x="9410400" y="1607400"/>
            <a:ext cx="2159640" cy="3916800"/>
            <a:chOff x="9410400" y="1607400"/>
            <a:chExt cx="2159640" cy="3916800"/>
          </a:xfrm>
        </p:grpSpPr>
        <p:sp>
          <p:nvSpPr>
            <p:cNvPr id="1199" name="矩形 19"/>
            <p:cNvSpPr/>
            <p:nvPr/>
          </p:nvSpPr>
          <p:spPr>
            <a:xfrm>
              <a:off x="9410400" y="2238840"/>
              <a:ext cx="719640" cy="716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27000" rIns="90000" bIns="27000" anchor="ctr">
              <a:noAutofit/>
            </a:bodyPr>
            <a:p>
              <a:endParaRPr lang="en-US" sz="2000" b="0" u="none" strike="noStrike">
                <a:solidFill>
                  <a:schemeClr val="lt1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1200" name="文本框 20"/>
            <p:cNvSpPr/>
            <p:nvPr/>
          </p:nvSpPr>
          <p:spPr>
            <a:xfrm>
              <a:off x="9410400" y="1607400"/>
              <a:ext cx="2015640" cy="46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zh-CN" sz="2400" b="1" u="none" spc="99" strike="noStrike">
                  <a:solidFill>
                    <a:schemeClr val="accent1"/>
                  </a:solidFill>
                  <a:effectLst/>
                  <a:uFillTx/>
                  <a:latin typeface="Consolas"/>
                  <a:ea typeface="Consolas"/>
                </a:rPr>
                <a:t>重建评价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1" name="文本框 21"/>
            <p:cNvSpPr/>
            <p:nvPr/>
          </p:nvSpPr>
          <p:spPr>
            <a:xfrm>
              <a:off x="9410400" y="2542320"/>
              <a:ext cx="2159640" cy="298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45000" rIns="90000" bIns="45000" anchor="t">
              <a:noAutofit/>
            </a:bodyPr>
            <a:p>
              <a:pPr algn="just">
                <a:lnSpc>
                  <a:spcPct val="150000"/>
                </a:lnSpc>
              </a:pPr>
              <a:r>
                <a:rPr lang="zh-CN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命令准确率 </a:t>
              </a:r>
              <a:r>
                <a:rPr lang="en-US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ACC_cmd</a:t>
              </a:r>
              <a:r>
                <a:rPr lang="zh-CN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、参数准确率 </a:t>
              </a:r>
              <a:r>
                <a:rPr lang="en-US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ACC_param</a:t>
              </a:r>
              <a:r>
                <a:rPr lang="zh-CN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、</a:t>
              </a:r>
              <a:r>
                <a:rPr lang="en-US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Chamfer Distance</a:t>
              </a:r>
              <a:r>
                <a:rPr lang="zh-CN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、</a:t>
              </a:r>
              <a:r>
                <a:rPr lang="en-US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Invalid Ratio</a:t>
              </a:r>
              <a:r>
                <a:rPr lang="zh-CN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。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02" name="right-arrow_339913"/>
          <p:cNvSpPr/>
          <p:nvPr/>
        </p:nvSpPr>
        <p:spPr>
          <a:xfrm>
            <a:off x="3520080" y="2950200"/>
            <a:ext cx="609480" cy="608040"/>
          </a:xfrm>
          <a:custGeom>
            <a:avLst/>
            <a:gdLst>
              <a:gd name="textAreaLeft" fmla="*/ 0 w 609480"/>
              <a:gd name="textAreaRight" fmla="*/ 609840 w 609480"/>
              <a:gd name="textAreaTop" fmla="*/ 0 h 608040"/>
              <a:gd name="textAreaBottom" fmla="*/ 608400 h 608040"/>
              <a:gd name="GluePoint1X" fmla="*/ 312860 w 607729"/>
              <a:gd name="GluePoint1Y" fmla="*/ 3534 h 606561"/>
              <a:gd name="GluePoint2X" fmla="*/ 603991 w 607729"/>
              <a:gd name="GluePoint2Y" fmla="*/ 294222 h 606561"/>
              <a:gd name="GluePoint3X" fmla="*/ 603991 w 607729"/>
              <a:gd name="GluePoint3Y" fmla="*/ 312084 h 606561"/>
              <a:gd name="GluePoint4X" fmla="*/ 312860 w 607729"/>
              <a:gd name="GluePoint4Y" fmla="*/ 602772 h 606561"/>
              <a:gd name="GluePoint5X" fmla="*/ 312593 w 607729"/>
              <a:gd name="GluePoint5Y" fmla="*/ 602949 h 606561"/>
              <a:gd name="GluePoint6X" fmla="*/ 294792 w 607729"/>
              <a:gd name="GluePoint6Y" fmla="*/ 602772 h 606561"/>
              <a:gd name="GluePoint7X" fmla="*/ 295059 w 607729"/>
              <a:gd name="GluePoint7Y" fmla="*/ 584909 h 606561"/>
              <a:gd name="GluePoint8X" fmla="*/ 577201 w 607729"/>
              <a:gd name="GluePoint8Y" fmla="*/ 303108 h 606561"/>
              <a:gd name="GluePoint9X" fmla="*/ 295059 w 607729"/>
              <a:gd name="GluePoint9Y" fmla="*/ 21308 h 606561"/>
              <a:gd name="GluePoint10X" fmla="*/ 295059 w 607729"/>
              <a:gd name="GluePoint10Y" fmla="*/ 3800 h 606561"/>
              <a:gd name="GluePoint11X" fmla="*/ 312860 w 607729"/>
              <a:gd name="GluePoint11Y" fmla="*/ 3534 h 606561"/>
              <a:gd name="GluePoint12X" fmla="*/ 21707 w 607729"/>
              <a:gd name="GluePoint12Y" fmla="*/ 3534 h 606561"/>
              <a:gd name="GluePoint13X" fmla="*/ 312838 w 607729"/>
              <a:gd name="GluePoint13Y" fmla="*/ 294222 h 606561"/>
              <a:gd name="GluePoint14X" fmla="*/ 312838 w 607729"/>
              <a:gd name="GluePoint14Y" fmla="*/ 312084 h 606561"/>
              <a:gd name="GluePoint15X" fmla="*/ 21707 w 607729"/>
              <a:gd name="GluePoint15Y" fmla="*/ 602772 h 606561"/>
              <a:gd name="GluePoint16X" fmla="*/ 21440 w 607729"/>
              <a:gd name="GluePoint16Y" fmla="*/ 602949 h 606561"/>
              <a:gd name="GluePoint17X" fmla="*/ 3639 w 607729"/>
              <a:gd name="GluePoint17Y" fmla="*/ 602772 h 606561"/>
              <a:gd name="GluePoint18X" fmla="*/ 3906 w 607729"/>
              <a:gd name="GluePoint18Y" fmla="*/ 584909 h 606561"/>
              <a:gd name="GluePoint19X" fmla="*/ 286047 w 607729"/>
              <a:gd name="GluePoint19Y" fmla="*/ 303197 h 606561"/>
              <a:gd name="GluePoint20X" fmla="*/ 3906 w 607729"/>
              <a:gd name="GluePoint20Y" fmla="*/ 21485 h 606561"/>
              <a:gd name="GluePoint21X" fmla="*/ 3906 w 607729"/>
              <a:gd name="GluePoint21Y" fmla="*/ 3889 h 606561"/>
              <a:gd name="GluePoint22X" fmla="*/ 21707 w 607729"/>
              <a:gd name="GluePoint22Y" fmla="*/ 3534 h 60656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</a:cxnLst>
            <a:rect l="textAreaLeft" t="textAreaTop" r="textAreaRight" b="textAreaBottom"/>
            <a:pathLst>
              <a:path w="607729" h="606561">
                <a:moveTo>
                  <a:pt x="312860" y="3534"/>
                </a:moveTo>
                <a:lnTo>
                  <a:pt x="603991" y="294222"/>
                </a:lnTo>
                <a:cubicBezTo>
                  <a:pt x="608975" y="299109"/>
                  <a:pt x="608975" y="307107"/>
                  <a:pt x="603991" y="312084"/>
                </a:cubicBezTo>
                <a:lnTo>
                  <a:pt x="312860" y="602772"/>
                </a:lnTo>
                <a:lnTo>
                  <a:pt x="312593" y="602949"/>
                </a:lnTo>
                <a:cubicBezTo>
                  <a:pt x="307698" y="607926"/>
                  <a:pt x="299688" y="607659"/>
                  <a:pt x="294792" y="602772"/>
                </a:cubicBezTo>
                <a:cubicBezTo>
                  <a:pt x="289808" y="597795"/>
                  <a:pt x="289986" y="589708"/>
                  <a:pt x="295059" y="584909"/>
                </a:cubicBezTo>
                <a:lnTo>
                  <a:pt x="577201" y="303108"/>
                </a:lnTo>
                <a:lnTo>
                  <a:pt x="295059" y="21308"/>
                </a:lnTo>
                <a:cubicBezTo>
                  <a:pt x="290342" y="16420"/>
                  <a:pt x="290342" y="8688"/>
                  <a:pt x="295059" y="3800"/>
                </a:cubicBezTo>
                <a:cubicBezTo>
                  <a:pt x="299866" y="-1176"/>
                  <a:pt x="307787" y="-1265"/>
                  <a:pt x="312860" y="3534"/>
                </a:cubicBezTo>
                <a:close/>
                <a:moveTo>
                  <a:pt x="21707" y="3534"/>
                </a:moveTo>
                <a:lnTo>
                  <a:pt x="312838" y="294222"/>
                </a:lnTo>
                <a:cubicBezTo>
                  <a:pt x="317822" y="299109"/>
                  <a:pt x="317822" y="307107"/>
                  <a:pt x="312838" y="312084"/>
                </a:cubicBezTo>
                <a:lnTo>
                  <a:pt x="21707" y="602772"/>
                </a:lnTo>
                <a:lnTo>
                  <a:pt x="21440" y="602949"/>
                </a:lnTo>
                <a:cubicBezTo>
                  <a:pt x="16544" y="607926"/>
                  <a:pt x="8534" y="607659"/>
                  <a:pt x="3639" y="602772"/>
                </a:cubicBezTo>
                <a:cubicBezTo>
                  <a:pt x="-1345" y="597795"/>
                  <a:pt x="-1167" y="589708"/>
                  <a:pt x="3906" y="584909"/>
                </a:cubicBezTo>
                <a:lnTo>
                  <a:pt x="286047" y="303197"/>
                </a:lnTo>
                <a:lnTo>
                  <a:pt x="3906" y="21485"/>
                </a:lnTo>
                <a:cubicBezTo>
                  <a:pt x="-811" y="16509"/>
                  <a:pt x="-811" y="8866"/>
                  <a:pt x="3906" y="3889"/>
                </a:cubicBezTo>
                <a:cubicBezTo>
                  <a:pt x="8712" y="-1176"/>
                  <a:pt x="16811" y="-1265"/>
                  <a:pt x="21707" y="3534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203" name="right-arrow_339913"/>
          <p:cNvSpPr/>
          <p:nvPr/>
        </p:nvSpPr>
        <p:spPr>
          <a:xfrm>
            <a:off x="7993080" y="2950200"/>
            <a:ext cx="609480" cy="608040"/>
          </a:xfrm>
          <a:custGeom>
            <a:avLst/>
            <a:gdLst>
              <a:gd name="textAreaLeft" fmla="*/ 0 w 609480"/>
              <a:gd name="textAreaRight" fmla="*/ 609840 w 609480"/>
              <a:gd name="textAreaTop" fmla="*/ 0 h 608040"/>
              <a:gd name="textAreaBottom" fmla="*/ 608400 h 608040"/>
              <a:gd name="GluePoint1X" fmla="*/ 312860 w 607729"/>
              <a:gd name="GluePoint1Y" fmla="*/ 3534 h 606561"/>
              <a:gd name="GluePoint2X" fmla="*/ 603991 w 607729"/>
              <a:gd name="GluePoint2Y" fmla="*/ 294222 h 606561"/>
              <a:gd name="GluePoint3X" fmla="*/ 603991 w 607729"/>
              <a:gd name="GluePoint3Y" fmla="*/ 312084 h 606561"/>
              <a:gd name="GluePoint4X" fmla="*/ 312860 w 607729"/>
              <a:gd name="GluePoint4Y" fmla="*/ 602772 h 606561"/>
              <a:gd name="GluePoint5X" fmla="*/ 312593 w 607729"/>
              <a:gd name="GluePoint5Y" fmla="*/ 602949 h 606561"/>
              <a:gd name="GluePoint6X" fmla="*/ 294792 w 607729"/>
              <a:gd name="GluePoint6Y" fmla="*/ 602772 h 606561"/>
              <a:gd name="GluePoint7X" fmla="*/ 295059 w 607729"/>
              <a:gd name="GluePoint7Y" fmla="*/ 584909 h 606561"/>
              <a:gd name="GluePoint8X" fmla="*/ 577201 w 607729"/>
              <a:gd name="GluePoint8Y" fmla="*/ 303108 h 606561"/>
              <a:gd name="GluePoint9X" fmla="*/ 295059 w 607729"/>
              <a:gd name="GluePoint9Y" fmla="*/ 21308 h 606561"/>
              <a:gd name="GluePoint10X" fmla="*/ 295059 w 607729"/>
              <a:gd name="GluePoint10Y" fmla="*/ 3800 h 606561"/>
              <a:gd name="GluePoint11X" fmla="*/ 312860 w 607729"/>
              <a:gd name="GluePoint11Y" fmla="*/ 3534 h 606561"/>
              <a:gd name="GluePoint12X" fmla="*/ 21707 w 607729"/>
              <a:gd name="GluePoint12Y" fmla="*/ 3534 h 606561"/>
              <a:gd name="GluePoint13X" fmla="*/ 312838 w 607729"/>
              <a:gd name="GluePoint13Y" fmla="*/ 294222 h 606561"/>
              <a:gd name="GluePoint14X" fmla="*/ 312838 w 607729"/>
              <a:gd name="GluePoint14Y" fmla="*/ 312084 h 606561"/>
              <a:gd name="GluePoint15X" fmla="*/ 21707 w 607729"/>
              <a:gd name="GluePoint15Y" fmla="*/ 602772 h 606561"/>
              <a:gd name="GluePoint16X" fmla="*/ 21440 w 607729"/>
              <a:gd name="GluePoint16Y" fmla="*/ 602949 h 606561"/>
              <a:gd name="GluePoint17X" fmla="*/ 3639 w 607729"/>
              <a:gd name="GluePoint17Y" fmla="*/ 602772 h 606561"/>
              <a:gd name="GluePoint18X" fmla="*/ 3906 w 607729"/>
              <a:gd name="GluePoint18Y" fmla="*/ 584909 h 606561"/>
              <a:gd name="GluePoint19X" fmla="*/ 286047 w 607729"/>
              <a:gd name="GluePoint19Y" fmla="*/ 303197 h 606561"/>
              <a:gd name="GluePoint20X" fmla="*/ 3906 w 607729"/>
              <a:gd name="GluePoint20Y" fmla="*/ 21485 h 606561"/>
              <a:gd name="GluePoint21X" fmla="*/ 3906 w 607729"/>
              <a:gd name="GluePoint21Y" fmla="*/ 3889 h 606561"/>
              <a:gd name="GluePoint22X" fmla="*/ 21707 w 607729"/>
              <a:gd name="GluePoint22Y" fmla="*/ 3534 h 60656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</a:cxnLst>
            <a:rect l="textAreaLeft" t="textAreaTop" r="textAreaRight" b="textAreaBottom"/>
            <a:pathLst>
              <a:path w="607729" h="606561">
                <a:moveTo>
                  <a:pt x="312860" y="3534"/>
                </a:moveTo>
                <a:lnTo>
                  <a:pt x="603991" y="294222"/>
                </a:lnTo>
                <a:cubicBezTo>
                  <a:pt x="608975" y="299109"/>
                  <a:pt x="608975" y="307107"/>
                  <a:pt x="603991" y="312084"/>
                </a:cubicBezTo>
                <a:lnTo>
                  <a:pt x="312860" y="602772"/>
                </a:lnTo>
                <a:lnTo>
                  <a:pt x="312593" y="602949"/>
                </a:lnTo>
                <a:cubicBezTo>
                  <a:pt x="307698" y="607926"/>
                  <a:pt x="299688" y="607659"/>
                  <a:pt x="294792" y="602772"/>
                </a:cubicBezTo>
                <a:cubicBezTo>
                  <a:pt x="289808" y="597795"/>
                  <a:pt x="289986" y="589708"/>
                  <a:pt x="295059" y="584909"/>
                </a:cubicBezTo>
                <a:lnTo>
                  <a:pt x="577201" y="303108"/>
                </a:lnTo>
                <a:lnTo>
                  <a:pt x="295059" y="21308"/>
                </a:lnTo>
                <a:cubicBezTo>
                  <a:pt x="290342" y="16420"/>
                  <a:pt x="290342" y="8688"/>
                  <a:pt x="295059" y="3800"/>
                </a:cubicBezTo>
                <a:cubicBezTo>
                  <a:pt x="299866" y="-1176"/>
                  <a:pt x="307787" y="-1265"/>
                  <a:pt x="312860" y="3534"/>
                </a:cubicBezTo>
                <a:close/>
                <a:moveTo>
                  <a:pt x="21707" y="3534"/>
                </a:moveTo>
                <a:lnTo>
                  <a:pt x="312838" y="294222"/>
                </a:lnTo>
                <a:cubicBezTo>
                  <a:pt x="317822" y="299109"/>
                  <a:pt x="317822" y="307107"/>
                  <a:pt x="312838" y="312084"/>
                </a:cubicBezTo>
                <a:lnTo>
                  <a:pt x="21707" y="602772"/>
                </a:lnTo>
                <a:lnTo>
                  <a:pt x="21440" y="602949"/>
                </a:lnTo>
                <a:cubicBezTo>
                  <a:pt x="16544" y="607926"/>
                  <a:pt x="8534" y="607659"/>
                  <a:pt x="3639" y="602772"/>
                </a:cubicBezTo>
                <a:cubicBezTo>
                  <a:pt x="-1345" y="597795"/>
                  <a:pt x="-1167" y="589708"/>
                  <a:pt x="3906" y="584909"/>
                </a:cubicBezTo>
                <a:lnTo>
                  <a:pt x="286047" y="303197"/>
                </a:lnTo>
                <a:lnTo>
                  <a:pt x="3906" y="21485"/>
                </a:lnTo>
                <a:cubicBezTo>
                  <a:pt x="-811" y="16509"/>
                  <a:pt x="-811" y="8866"/>
                  <a:pt x="3906" y="3889"/>
                </a:cubicBezTo>
                <a:cubicBezTo>
                  <a:pt x="8712" y="-1176"/>
                  <a:pt x="16811" y="-1265"/>
                  <a:pt x="21707" y="3534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  <p:transition spd="med">
    <p:pull dir="r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PlaceHolder 1"/>
          <p:cNvSpPr>
            <a:spLocks noGrp="1"/>
          </p:cNvSpPr>
          <p:nvPr>
            <p:ph type="title"/>
          </p:nvPr>
        </p:nvSpPr>
        <p:spPr>
          <a:xfrm>
            <a:off x="577800" y="249120"/>
            <a:ext cx="8643600" cy="479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zh-CN" sz="2800" b="1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本人编写内容</a:t>
            </a:r>
            <a:endParaRPr lang="en-US" sz="2800" b="1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  <p:sp>
        <p:nvSpPr>
          <p:cNvPr id="1205" name="矩形 31"/>
          <p:cNvSpPr/>
          <p:nvPr/>
        </p:nvSpPr>
        <p:spPr>
          <a:xfrm>
            <a:off x="829800" y="1236240"/>
            <a:ext cx="5195160" cy="2231640"/>
          </a:xfrm>
          <a:prstGeom prst="rect">
            <a:avLst/>
          </a:prstGeom>
          <a:noFill/>
          <a:ln w="28575">
            <a:solidFill>
              <a:srgbClr val="006C3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1206" name="矩形 32"/>
          <p:cNvSpPr/>
          <p:nvPr/>
        </p:nvSpPr>
        <p:spPr>
          <a:xfrm>
            <a:off x="829800" y="3598560"/>
            <a:ext cx="5195160" cy="2231640"/>
          </a:xfrm>
          <a:prstGeom prst="rect">
            <a:avLst/>
          </a:prstGeom>
          <a:noFill/>
          <a:ln w="28575">
            <a:solidFill>
              <a:srgbClr val="006C3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1207" name="矩形 33"/>
          <p:cNvSpPr/>
          <p:nvPr/>
        </p:nvSpPr>
        <p:spPr>
          <a:xfrm>
            <a:off x="6181920" y="1236240"/>
            <a:ext cx="5195160" cy="2231640"/>
          </a:xfrm>
          <a:prstGeom prst="rect">
            <a:avLst/>
          </a:prstGeom>
          <a:noFill/>
          <a:ln w="28575">
            <a:solidFill>
              <a:srgbClr val="006C3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1208" name="矩形 34"/>
          <p:cNvSpPr/>
          <p:nvPr/>
        </p:nvSpPr>
        <p:spPr>
          <a:xfrm>
            <a:off x="6181920" y="3598560"/>
            <a:ext cx="5195160" cy="2231640"/>
          </a:xfrm>
          <a:prstGeom prst="rect">
            <a:avLst/>
          </a:prstGeom>
          <a:noFill/>
          <a:ln w="28575">
            <a:solidFill>
              <a:srgbClr val="006C3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1209" name="文本框 35"/>
          <p:cNvSpPr/>
          <p:nvPr/>
        </p:nvSpPr>
        <p:spPr>
          <a:xfrm>
            <a:off x="1677600" y="1564200"/>
            <a:ext cx="349956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zh-CN" sz="4000" b="1" u="none" spc="300" strike="noStrike">
                <a:solidFill>
                  <a:schemeClr val="accent4"/>
                </a:solidFill>
                <a:effectLst/>
                <a:uFillTx/>
                <a:latin typeface="Consolas"/>
                <a:ea typeface="Consolas"/>
              </a:rPr>
              <a:t>数据整</a:t>
            </a:r>
            <a:r>
              <a:rPr lang="zh-CN" sz="4000" b="1" u="none" spc="300" strike="noStrike">
                <a:solidFill>
                  <a:schemeClr val="accent4"/>
                </a:solidFill>
                <a:effectLst/>
                <a:uFillTx/>
                <a:latin typeface="Consolas"/>
                <a:ea typeface="Consolas"/>
              </a:rPr>
              <a:t>理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0" name="文本框 36"/>
          <p:cNvSpPr/>
          <p:nvPr/>
        </p:nvSpPr>
        <p:spPr>
          <a:xfrm>
            <a:off x="1677600" y="3943440"/>
            <a:ext cx="349884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zh-CN" sz="4000" b="1" u="none" spc="300" strike="noStrike">
                <a:solidFill>
                  <a:schemeClr val="accent4"/>
                </a:solidFill>
                <a:effectLst/>
                <a:uFillTx/>
                <a:latin typeface="Consolas"/>
                <a:ea typeface="Consolas"/>
              </a:rPr>
              <a:t>评价程序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1" name="文本框 37"/>
          <p:cNvSpPr/>
          <p:nvPr/>
        </p:nvSpPr>
        <p:spPr>
          <a:xfrm>
            <a:off x="7030440" y="1564200"/>
            <a:ext cx="3498840" cy="70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zh-CN" sz="4000" b="1" u="none" spc="300" strike="noStrike">
                <a:solidFill>
                  <a:schemeClr val="accent4"/>
                </a:solidFill>
                <a:effectLst/>
                <a:uFillTx/>
                <a:latin typeface="Consolas"/>
                <a:ea typeface="Consolas"/>
              </a:rPr>
              <a:t>重建脚本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2" name="文本框 38"/>
          <p:cNvSpPr/>
          <p:nvPr/>
        </p:nvSpPr>
        <p:spPr>
          <a:xfrm>
            <a:off x="7030440" y="3937320"/>
            <a:ext cx="349884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zh-CN" sz="3600" b="1" u="none" spc="300" strike="noStrike">
                <a:solidFill>
                  <a:schemeClr val="accent4"/>
                </a:solidFill>
                <a:effectLst/>
                <a:uFillTx/>
                <a:latin typeface="Consolas"/>
                <a:ea typeface="Consolas"/>
              </a:rPr>
              <a:t>官方 </a:t>
            </a:r>
            <a:r>
              <a:rPr lang="en-US" sz="3600" b="1" u="none" spc="300" strike="noStrike">
                <a:solidFill>
                  <a:schemeClr val="accent4"/>
                </a:solidFill>
                <a:effectLst/>
                <a:uFillTx/>
                <a:latin typeface="Consolas"/>
                <a:ea typeface="Consolas"/>
              </a:rPr>
              <a:t>/ </a:t>
            </a:r>
            <a:r>
              <a:rPr lang="zh-CN" sz="3600" b="1" u="none" spc="300" strike="noStrike">
                <a:solidFill>
                  <a:schemeClr val="accent4"/>
                </a:solidFill>
                <a:effectLst/>
                <a:uFillTx/>
                <a:latin typeface="Consolas"/>
                <a:ea typeface="Consolas"/>
              </a:rPr>
              <a:t>复用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3" name="文本框 39"/>
          <p:cNvSpPr/>
          <p:nvPr/>
        </p:nvSpPr>
        <p:spPr>
          <a:xfrm>
            <a:off x="1199160" y="2409480"/>
            <a:ext cx="4480200" cy="72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just">
              <a:lnSpc>
                <a:spcPct val="130000"/>
              </a:lnSpc>
            </a:pPr>
            <a:r>
              <a:rPr lang="zh-CN" sz="18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样本筛选、命令统计、清洗规则与统计表。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4" name="文本框 40"/>
          <p:cNvSpPr/>
          <p:nvPr/>
        </p:nvSpPr>
        <p:spPr>
          <a:xfrm>
            <a:off x="1199160" y="4776120"/>
            <a:ext cx="44802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just">
              <a:lnSpc>
                <a:spcPct val="130000"/>
              </a:lnSpc>
            </a:pPr>
            <a:r>
              <a:rPr lang="en-US" sz="18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ACC / </a:t>
            </a:r>
            <a:r>
              <a:rPr lang="zh-CN" sz="18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成功率 </a:t>
            </a:r>
            <a:r>
              <a:rPr lang="en-US" sz="18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/ CD </a:t>
            </a:r>
            <a:r>
              <a:rPr lang="zh-CN" sz="18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的口径与实现，按长度分组统计。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5" name="文本框 41"/>
          <p:cNvSpPr/>
          <p:nvPr/>
        </p:nvSpPr>
        <p:spPr>
          <a:xfrm>
            <a:off x="6527520" y="2409480"/>
            <a:ext cx="4480200" cy="72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just">
              <a:lnSpc>
                <a:spcPct val="130000"/>
              </a:lnSpc>
            </a:pPr>
            <a:r>
              <a:rPr lang="zh-CN" sz="18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自制数据根 </a:t>
            </a:r>
            <a:r>
              <a:rPr lang="en-US" sz="18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+ --data_root</a:t>
            </a:r>
            <a:r>
              <a:rPr lang="zh-CN" sz="18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，驱动官方 </a:t>
            </a:r>
            <a:r>
              <a:rPr lang="en-US" sz="18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test.py </a:t>
            </a:r>
            <a:r>
              <a:rPr lang="zh-CN" sz="18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只跑指定样本。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6" name="文本框 42"/>
          <p:cNvSpPr/>
          <p:nvPr/>
        </p:nvSpPr>
        <p:spPr>
          <a:xfrm>
            <a:off x="6527520" y="4776120"/>
            <a:ext cx="448020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just">
              <a:lnSpc>
                <a:spcPct val="130000"/>
              </a:lnSpc>
            </a:pPr>
            <a:r>
              <a:rPr lang="zh-CN" sz="18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网络、</a:t>
            </a:r>
            <a:r>
              <a:rPr lang="en-US" sz="18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vec2CADsolid</a:t>
            </a:r>
            <a:r>
              <a:rPr lang="zh-CN" sz="18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、</a:t>
            </a:r>
            <a:r>
              <a:rPr lang="en-US" sz="18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test.py</a:t>
            </a:r>
            <a:r>
              <a:rPr lang="zh-CN" sz="18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、</a:t>
            </a:r>
            <a:r>
              <a:rPr lang="en-US" sz="18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json2pc </a:t>
            </a:r>
            <a:r>
              <a:rPr lang="zh-CN" sz="18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用官方实现，未改源码。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17" name="组合 43"/>
          <p:cNvGrpSpPr/>
          <p:nvPr/>
        </p:nvGrpSpPr>
        <p:grpSpPr>
          <a:xfrm>
            <a:off x="10818360" y="3722760"/>
            <a:ext cx="467640" cy="467640"/>
            <a:chOff x="10818360" y="3722760"/>
            <a:chExt cx="467640" cy="467640"/>
          </a:xfrm>
        </p:grpSpPr>
        <p:sp>
          <p:nvSpPr>
            <p:cNvPr id="1218" name="Freeform 48"/>
            <p:cNvSpPr/>
            <p:nvPr/>
          </p:nvSpPr>
          <p:spPr>
            <a:xfrm>
              <a:off x="10818360" y="3722760"/>
              <a:ext cx="467640" cy="467640"/>
            </a:xfrm>
            <a:custGeom>
              <a:avLst/>
              <a:gdLst>
                <a:gd name="textAreaLeft" fmla="*/ 0 w 467640"/>
                <a:gd name="textAreaRight" fmla="*/ 468000 w 467640"/>
                <a:gd name="textAreaTop" fmla="*/ 0 h 467640"/>
                <a:gd name="textAreaBottom" fmla="*/ 468000 h 467640"/>
                <a:gd name="GluePoint1X" fmla="*/ 116 w 128"/>
                <a:gd name="GluePoint1Y" fmla="*/ 77 h 128"/>
                <a:gd name="GluePoint2X" fmla="*/ 128 w 128"/>
                <a:gd name="GluePoint2Y" fmla="*/ 50 h 128"/>
                <a:gd name="GluePoint3X" fmla="*/ 116 w 128"/>
                <a:gd name="GluePoint3Y" fmla="*/ 49 h 128"/>
                <a:gd name="GluePoint4X" fmla="*/ 111 w 128"/>
                <a:gd name="GluePoint4Y" fmla="*/ 36 h 128"/>
                <a:gd name="GluePoint5X" fmla="*/ 100 w 128"/>
                <a:gd name="GluePoint5Y" fmla="*/ 9 h 128"/>
                <a:gd name="GluePoint6X" fmla="*/ 91 w 128"/>
                <a:gd name="GluePoint6Y" fmla="*/ 16 h 128"/>
                <a:gd name="GluePoint7X" fmla="*/ 77 w 128"/>
                <a:gd name="GluePoint7Y" fmla="*/ 11 h 128"/>
                <a:gd name="GluePoint8X" fmla="*/ 51 w 128"/>
                <a:gd name="GluePoint8Y" fmla="*/ 0 h 128"/>
                <a:gd name="GluePoint9X" fmla="*/ 50 w 128"/>
                <a:gd name="GluePoint9Y" fmla="*/ 11 h 128"/>
                <a:gd name="GluePoint10X" fmla="*/ 36 w 128"/>
                <a:gd name="GluePoint10Y" fmla="*/ 17 h 128"/>
                <a:gd name="GluePoint11X" fmla="*/ 9 w 128"/>
                <a:gd name="GluePoint11Y" fmla="*/ 28 h 128"/>
                <a:gd name="GluePoint12X" fmla="*/ 17 w 128"/>
                <a:gd name="GluePoint12Y" fmla="*/ 37 h 128"/>
                <a:gd name="GluePoint13X" fmla="*/ 11 w 128"/>
                <a:gd name="GluePoint13Y" fmla="*/ 50 h 128"/>
                <a:gd name="GluePoint14X" fmla="*/ 0 w 128"/>
                <a:gd name="GluePoint14Y" fmla="*/ 77 h 128"/>
                <a:gd name="GluePoint15X" fmla="*/ 12 w 128"/>
                <a:gd name="GluePoint15Y" fmla="*/ 78 h 128"/>
                <a:gd name="GluePoint16X" fmla="*/ 17 w 128"/>
                <a:gd name="GluePoint16Y" fmla="*/ 91 h 128"/>
                <a:gd name="GluePoint17X" fmla="*/ 28 w 128"/>
                <a:gd name="GluePoint17Y" fmla="*/ 118 h 128"/>
                <a:gd name="GluePoint18X" fmla="*/ 37 w 128"/>
                <a:gd name="GluePoint18Y" fmla="*/ 111 h 128"/>
                <a:gd name="GluePoint19X" fmla="*/ 51 w 128"/>
                <a:gd name="GluePoint19Y" fmla="*/ 116 h 128"/>
                <a:gd name="GluePoint20X" fmla="*/ 77 w 128"/>
                <a:gd name="GluePoint20Y" fmla="*/ 128 h 128"/>
                <a:gd name="GluePoint21X" fmla="*/ 78 w 128"/>
                <a:gd name="GluePoint21Y" fmla="*/ 116 h 128"/>
                <a:gd name="GluePoint22X" fmla="*/ 92 w 128"/>
                <a:gd name="GluePoint22Y" fmla="*/ 110 h 128"/>
                <a:gd name="GluePoint23X" fmla="*/ 119 w 128"/>
                <a:gd name="GluePoint23Y" fmla="*/ 99 h 128"/>
                <a:gd name="GluePoint24X" fmla="*/ 111 w 128"/>
                <a:gd name="GluePoint24Y" fmla="*/ 90 h 128"/>
                <a:gd name="GluePoint25X" fmla="*/ 112 w 128"/>
                <a:gd name="GluePoint25Y" fmla="*/ 99 h 128"/>
                <a:gd name="GluePoint26X" fmla="*/ 92 w 128"/>
                <a:gd name="GluePoint26Y" fmla="*/ 105 h 128"/>
                <a:gd name="GluePoint27X" fmla="*/ 77 w 128"/>
                <a:gd name="GluePoint27Y" fmla="*/ 111 h 128"/>
                <a:gd name="GluePoint28X" fmla="*/ 73 w 128"/>
                <a:gd name="GluePoint28Y" fmla="*/ 123 h 128"/>
                <a:gd name="GluePoint29X" fmla="*/ 55 w 128"/>
                <a:gd name="GluePoint29Y" fmla="*/ 113 h 128"/>
                <a:gd name="GluePoint30X" fmla="*/ 40 w 128"/>
                <a:gd name="GluePoint30Y" fmla="*/ 107 h 128"/>
                <a:gd name="GluePoint31X" fmla="*/ 28 w 128"/>
                <a:gd name="GluePoint31Y" fmla="*/ 112 h 128"/>
                <a:gd name="GluePoint32X" fmla="*/ 23 w 128"/>
                <a:gd name="GluePoint32Y" fmla="*/ 92 h 128"/>
                <a:gd name="GluePoint33X" fmla="*/ 16 w 128"/>
                <a:gd name="GluePoint33Y" fmla="*/ 77 h 128"/>
                <a:gd name="GluePoint34X" fmla="*/ 5 w 128"/>
                <a:gd name="GluePoint34Y" fmla="*/ 72 h 128"/>
                <a:gd name="GluePoint35X" fmla="*/ 15 w 128"/>
                <a:gd name="GluePoint35Y" fmla="*/ 55 h 128"/>
                <a:gd name="GluePoint36X" fmla="*/ 21 w 128"/>
                <a:gd name="GluePoint36Y" fmla="*/ 39 h 128"/>
                <a:gd name="GluePoint37X" fmla="*/ 16 w 128"/>
                <a:gd name="GluePoint37Y" fmla="*/ 28 h 128"/>
                <a:gd name="GluePoint38X" fmla="*/ 36 w 128"/>
                <a:gd name="GluePoint38Y" fmla="*/ 23 h 128"/>
                <a:gd name="GluePoint39X" fmla="*/ 51 w 128"/>
                <a:gd name="GluePoint39Y" fmla="*/ 16 h 128"/>
                <a:gd name="GluePoint40X" fmla="*/ 55 w 128"/>
                <a:gd name="GluePoint40Y" fmla="*/ 4 h 128"/>
                <a:gd name="GluePoint41X" fmla="*/ 73 w 128"/>
                <a:gd name="GluePoint41Y" fmla="*/ 15 h 128"/>
                <a:gd name="GluePoint42X" fmla="*/ 88 w 128"/>
                <a:gd name="GluePoint42Y" fmla="*/ 20 h 128"/>
                <a:gd name="GluePoint43X" fmla="*/ 100 w 128"/>
                <a:gd name="GluePoint43Y" fmla="*/ 15 h 128"/>
                <a:gd name="GluePoint44X" fmla="*/ 105 w 128"/>
                <a:gd name="GluePoint44Y" fmla="*/ 35 h 128"/>
                <a:gd name="GluePoint45X" fmla="*/ 112 w 128"/>
                <a:gd name="GluePoint45Y" fmla="*/ 50 h 128"/>
                <a:gd name="GluePoint46X" fmla="*/ 123 w 128"/>
                <a:gd name="GluePoint46Y" fmla="*/ 55 h 128"/>
                <a:gd name="GluePoint47X" fmla="*/ 113 w 128"/>
                <a:gd name="GluePoint47Y" fmla="*/ 72 h 128"/>
                <a:gd name="GluePoint48X" fmla="*/ 107 w 128"/>
                <a:gd name="GluePoint48Y" fmla="*/ 88 h 128"/>
                <a:gd name="GluePoint49X" fmla="*/ 112 w 128"/>
                <a:gd name="GluePoint49Y" fmla="*/ 99 h 12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</a:cxnLst>
              <a:rect l="textAreaLeft" t="textAreaTop" r="textAreaRight" b="textAreaBottom"/>
              <a:pathLst>
                <a:path w="128" h="128">
                  <a:moveTo>
                    <a:pt x="116" y="78"/>
                  </a:moveTo>
                  <a:cubicBezTo>
                    <a:pt x="116" y="77"/>
                    <a:pt x="116" y="77"/>
                    <a:pt x="116" y="77"/>
                  </a:cubicBezTo>
                  <a:cubicBezTo>
                    <a:pt x="128" y="77"/>
                    <a:pt x="128" y="77"/>
                    <a:pt x="128" y="77"/>
                  </a:cubicBezTo>
                  <a:cubicBezTo>
                    <a:pt x="128" y="50"/>
                    <a:pt x="128" y="50"/>
                    <a:pt x="128" y="50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5" y="45"/>
                    <a:pt x="113" y="41"/>
                    <a:pt x="111" y="37"/>
                  </a:cubicBezTo>
                  <a:cubicBezTo>
                    <a:pt x="111" y="36"/>
                    <a:pt x="111" y="36"/>
                    <a:pt x="111" y="36"/>
                  </a:cubicBezTo>
                  <a:cubicBezTo>
                    <a:pt x="119" y="28"/>
                    <a:pt x="119" y="28"/>
                    <a:pt x="119" y="28"/>
                  </a:cubicBezTo>
                  <a:cubicBezTo>
                    <a:pt x="100" y="9"/>
                    <a:pt x="100" y="9"/>
                    <a:pt x="100" y="9"/>
                  </a:cubicBezTo>
                  <a:cubicBezTo>
                    <a:pt x="92" y="17"/>
                    <a:pt x="92" y="17"/>
                    <a:pt x="92" y="17"/>
                  </a:cubicBezTo>
                  <a:cubicBezTo>
                    <a:pt x="91" y="16"/>
                    <a:pt x="91" y="16"/>
                    <a:pt x="91" y="16"/>
                  </a:cubicBezTo>
                  <a:cubicBezTo>
                    <a:pt x="87" y="14"/>
                    <a:pt x="83" y="13"/>
                    <a:pt x="78" y="11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1" y="11"/>
                    <a:pt x="51" y="11"/>
                    <a:pt x="51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45" y="13"/>
                    <a:pt x="41" y="14"/>
                    <a:pt x="37" y="16"/>
                  </a:cubicBezTo>
                  <a:cubicBezTo>
                    <a:pt x="36" y="17"/>
                    <a:pt x="36" y="17"/>
                    <a:pt x="36" y="17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5" y="41"/>
                    <a:pt x="13" y="45"/>
                    <a:pt x="12" y="49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77"/>
                    <a:pt x="0" y="77"/>
                    <a:pt x="0" y="77"/>
                  </a:cubicBezTo>
                  <a:cubicBezTo>
                    <a:pt x="11" y="77"/>
                    <a:pt x="11" y="77"/>
                    <a:pt x="11" y="77"/>
                  </a:cubicBezTo>
                  <a:cubicBezTo>
                    <a:pt x="12" y="78"/>
                    <a:pt x="12" y="78"/>
                    <a:pt x="12" y="78"/>
                  </a:cubicBezTo>
                  <a:cubicBezTo>
                    <a:pt x="13" y="82"/>
                    <a:pt x="15" y="86"/>
                    <a:pt x="17" y="90"/>
                  </a:cubicBezTo>
                  <a:cubicBezTo>
                    <a:pt x="17" y="91"/>
                    <a:pt x="17" y="91"/>
                    <a:pt x="17" y="91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28" y="118"/>
                    <a:pt x="28" y="118"/>
                    <a:pt x="28" y="118"/>
                  </a:cubicBezTo>
                  <a:cubicBezTo>
                    <a:pt x="36" y="110"/>
                    <a:pt x="36" y="110"/>
                    <a:pt x="36" y="110"/>
                  </a:cubicBezTo>
                  <a:cubicBezTo>
                    <a:pt x="37" y="111"/>
                    <a:pt x="37" y="111"/>
                    <a:pt x="37" y="111"/>
                  </a:cubicBezTo>
                  <a:cubicBezTo>
                    <a:pt x="41" y="113"/>
                    <a:pt x="45" y="115"/>
                    <a:pt x="50" y="116"/>
                  </a:cubicBezTo>
                  <a:cubicBezTo>
                    <a:pt x="51" y="116"/>
                    <a:pt x="51" y="116"/>
                    <a:pt x="51" y="116"/>
                  </a:cubicBezTo>
                  <a:cubicBezTo>
                    <a:pt x="51" y="128"/>
                    <a:pt x="51" y="128"/>
                    <a:pt x="51" y="128"/>
                  </a:cubicBezTo>
                  <a:cubicBezTo>
                    <a:pt x="77" y="128"/>
                    <a:pt x="77" y="128"/>
                    <a:pt x="77" y="128"/>
                  </a:cubicBezTo>
                  <a:cubicBezTo>
                    <a:pt x="77" y="116"/>
                    <a:pt x="77" y="116"/>
                    <a:pt x="77" y="116"/>
                  </a:cubicBezTo>
                  <a:cubicBezTo>
                    <a:pt x="78" y="116"/>
                    <a:pt x="78" y="116"/>
                    <a:pt x="78" y="116"/>
                  </a:cubicBezTo>
                  <a:cubicBezTo>
                    <a:pt x="83" y="115"/>
                    <a:pt x="87" y="113"/>
                    <a:pt x="91" y="111"/>
                  </a:cubicBezTo>
                  <a:cubicBezTo>
                    <a:pt x="92" y="110"/>
                    <a:pt x="92" y="110"/>
                    <a:pt x="92" y="110"/>
                  </a:cubicBezTo>
                  <a:cubicBezTo>
                    <a:pt x="100" y="118"/>
                    <a:pt x="100" y="118"/>
                    <a:pt x="100" y="118"/>
                  </a:cubicBezTo>
                  <a:cubicBezTo>
                    <a:pt x="119" y="99"/>
                    <a:pt x="119" y="99"/>
                    <a:pt x="119" y="99"/>
                  </a:cubicBezTo>
                  <a:cubicBezTo>
                    <a:pt x="111" y="91"/>
                    <a:pt x="111" y="91"/>
                    <a:pt x="111" y="91"/>
                  </a:cubicBezTo>
                  <a:cubicBezTo>
                    <a:pt x="111" y="90"/>
                    <a:pt x="111" y="90"/>
                    <a:pt x="111" y="90"/>
                  </a:cubicBezTo>
                  <a:cubicBezTo>
                    <a:pt x="113" y="86"/>
                    <a:pt x="115" y="82"/>
                    <a:pt x="116" y="78"/>
                  </a:cubicBezTo>
                  <a:close/>
                  <a:moveTo>
                    <a:pt x="112" y="99"/>
                  </a:moveTo>
                  <a:cubicBezTo>
                    <a:pt x="100" y="112"/>
                    <a:pt x="100" y="112"/>
                    <a:pt x="100" y="112"/>
                  </a:cubicBezTo>
                  <a:cubicBezTo>
                    <a:pt x="92" y="105"/>
                    <a:pt x="92" y="105"/>
                    <a:pt x="92" y="105"/>
                  </a:cubicBezTo>
                  <a:cubicBezTo>
                    <a:pt x="88" y="107"/>
                    <a:pt x="88" y="107"/>
                    <a:pt x="88" y="107"/>
                  </a:cubicBezTo>
                  <a:cubicBezTo>
                    <a:pt x="85" y="109"/>
                    <a:pt x="81" y="110"/>
                    <a:pt x="77" y="111"/>
                  </a:cubicBezTo>
                  <a:cubicBezTo>
                    <a:pt x="73" y="113"/>
                    <a:pt x="73" y="113"/>
                    <a:pt x="73" y="113"/>
                  </a:cubicBezTo>
                  <a:cubicBezTo>
                    <a:pt x="73" y="123"/>
                    <a:pt x="73" y="123"/>
                    <a:pt x="73" y="123"/>
                  </a:cubicBezTo>
                  <a:cubicBezTo>
                    <a:pt x="55" y="123"/>
                    <a:pt x="55" y="123"/>
                    <a:pt x="55" y="123"/>
                  </a:cubicBezTo>
                  <a:cubicBezTo>
                    <a:pt x="55" y="113"/>
                    <a:pt x="55" y="113"/>
                    <a:pt x="55" y="113"/>
                  </a:cubicBezTo>
                  <a:cubicBezTo>
                    <a:pt x="51" y="111"/>
                    <a:pt x="51" y="111"/>
                    <a:pt x="51" y="111"/>
                  </a:cubicBezTo>
                  <a:cubicBezTo>
                    <a:pt x="47" y="110"/>
                    <a:pt x="43" y="109"/>
                    <a:pt x="40" y="107"/>
                  </a:cubicBezTo>
                  <a:cubicBezTo>
                    <a:pt x="36" y="105"/>
                    <a:pt x="36" y="105"/>
                    <a:pt x="36" y="105"/>
                  </a:cubicBezTo>
                  <a:cubicBezTo>
                    <a:pt x="28" y="112"/>
                    <a:pt x="28" y="112"/>
                    <a:pt x="28" y="112"/>
                  </a:cubicBezTo>
                  <a:cubicBezTo>
                    <a:pt x="16" y="99"/>
                    <a:pt x="16" y="99"/>
                    <a:pt x="16" y="99"/>
                  </a:cubicBezTo>
                  <a:cubicBezTo>
                    <a:pt x="23" y="92"/>
                    <a:pt x="23" y="92"/>
                    <a:pt x="23" y="92"/>
                  </a:cubicBezTo>
                  <a:cubicBezTo>
                    <a:pt x="21" y="88"/>
                    <a:pt x="21" y="88"/>
                    <a:pt x="21" y="88"/>
                  </a:cubicBezTo>
                  <a:cubicBezTo>
                    <a:pt x="19" y="85"/>
                    <a:pt x="17" y="81"/>
                    <a:pt x="16" y="77"/>
                  </a:cubicBezTo>
                  <a:cubicBezTo>
                    <a:pt x="15" y="72"/>
                    <a:pt x="15" y="72"/>
                    <a:pt x="15" y="72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15" y="55"/>
                    <a:pt x="15" y="55"/>
                    <a:pt x="15" y="55"/>
                  </a:cubicBezTo>
                  <a:cubicBezTo>
                    <a:pt x="16" y="50"/>
                    <a:pt x="16" y="50"/>
                    <a:pt x="16" y="50"/>
                  </a:cubicBezTo>
                  <a:cubicBezTo>
                    <a:pt x="17" y="46"/>
                    <a:pt x="19" y="43"/>
                    <a:pt x="21" y="39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6" y="23"/>
                    <a:pt x="36" y="23"/>
                    <a:pt x="36" y="23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3" y="18"/>
                    <a:pt x="47" y="17"/>
                    <a:pt x="51" y="16"/>
                  </a:cubicBezTo>
                  <a:cubicBezTo>
                    <a:pt x="55" y="15"/>
                    <a:pt x="55" y="15"/>
                    <a:pt x="55" y="15"/>
                  </a:cubicBezTo>
                  <a:cubicBezTo>
                    <a:pt x="55" y="4"/>
                    <a:pt x="55" y="4"/>
                    <a:pt x="55" y="4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7" y="16"/>
                    <a:pt x="77" y="16"/>
                    <a:pt x="77" y="16"/>
                  </a:cubicBezTo>
                  <a:cubicBezTo>
                    <a:pt x="81" y="17"/>
                    <a:pt x="85" y="18"/>
                    <a:pt x="88" y="20"/>
                  </a:cubicBezTo>
                  <a:cubicBezTo>
                    <a:pt x="92" y="23"/>
                    <a:pt x="92" y="23"/>
                    <a:pt x="92" y="23"/>
                  </a:cubicBezTo>
                  <a:cubicBezTo>
                    <a:pt x="100" y="15"/>
                    <a:pt x="100" y="15"/>
                    <a:pt x="100" y="15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05" y="35"/>
                    <a:pt x="105" y="35"/>
                    <a:pt x="105" y="35"/>
                  </a:cubicBezTo>
                  <a:cubicBezTo>
                    <a:pt x="107" y="39"/>
                    <a:pt x="107" y="39"/>
                    <a:pt x="107" y="39"/>
                  </a:cubicBezTo>
                  <a:cubicBezTo>
                    <a:pt x="109" y="43"/>
                    <a:pt x="111" y="46"/>
                    <a:pt x="112" y="50"/>
                  </a:cubicBezTo>
                  <a:cubicBezTo>
                    <a:pt x="113" y="55"/>
                    <a:pt x="113" y="55"/>
                    <a:pt x="113" y="55"/>
                  </a:cubicBezTo>
                  <a:cubicBezTo>
                    <a:pt x="123" y="55"/>
                    <a:pt x="123" y="55"/>
                    <a:pt x="123" y="55"/>
                  </a:cubicBezTo>
                  <a:cubicBezTo>
                    <a:pt x="123" y="72"/>
                    <a:pt x="123" y="72"/>
                    <a:pt x="123" y="72"/>
                  </a:cubicBezTo>
                  <a:cubicBezTo>
                    <a:pt x="113" y="72"/>
                    <a:pt x="113" y="72"/>
                    <a:pt x="113" y="72"/>
                  </a:cubicBezTo>
                  <a:cubicBezTo>
                    <a:pt x="112" y="77"/>
                    <a:pt x="112" y="77"/>
                    <a:pt x="112" y="77"/>
                  </a:cubicBezTo>
                  <a:cubicBezTo>
                    <a:pt x="111" y="81"/>
                    <a:pt x="109" y="85"/>
                    <a:pt x="107" y="88"/>
                  </a:cubicBezTo>
                  <a:cubicBezTo>
                    <a:pt x="105" y="92"/>
                    <a:pt x="105" y="92"/>
                    <a:pt x="105" y="92"/>
                  </a:cubicBezTo>
                  <a:lnTo>
                    <a:pt x="112" y="99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1219" name="Freeform 49"/>
            <p:cNvSpPr/>
            <p:nvPr/>
          </p:nvSpPr>
          <p:spPr>
            <a:xfrm>
              <a:off x="10960920" y="3865320"/>
              <a:ext cx="179280" cy="179280"/>
            </a:xfrm>
            <a:custGeom>
              <a:avLst/>
              <a:gdLst>
                <a:gd name="textAreaLeft" fmla="*/ 0 w 179280"/>
                <a:gd name="textAreaRight" fmla="*/ 179640 w 179280"/>
                <a:gd name="textAreaTop" fmla="*/ 0 h 179280"/>
                <a:gd name="textAreaBottom" fmla="*/ 179640 h 179280"/>
                <a:gd name="GluePoint1X" fmla="*/ 25 w 49"/>
                <a:gd name="GluePoint1Y" fmla="*/ 0 h 49"/>
                <a:gd name="GluePoint2X" fmla="*/ 0 w 49"/>
                <a:gd name="GluePoint2Y" fmla="*/ 25 h 49"/>
                <a:gd name="GluePoint3X" fmla="*/ 25 w 49"/>
                <a:gd name="GluePoint3Y" fmla="*/ 49 h 49"/>
                <a:gd name="GluePoint4X" fmla="*/ 49 w 49"/>
                <a:gd name="GluePoint4Y" fmla="*/ 25 h 49"/>
                <a:gd name="GluePoint5X" fmla="*/ 25 w 49"/>
                <a:gd name="GluePoint5Y" fmla="*/ 0 h 49"/>
                <a:gd name="GluePoint6X" fmla="*/ 39 w 49"/>
                <a:gd name="GluePoint6Y" fmla="*/ 39 h 49"/>
                <a:gd name="GluePoint7X" fmla="*/ 25 w 49"/>
                <a:gd name="GluePoint7Y" fmla="*/ 45 h 49"/>
                <a:gd name="GluePoint8X" fmla="*/ 11 w 49"/>
                <a:gd name="GluePoint8Y" fmla="*/ 39 h 49"/>
                <a:gd name="GluePoint9X" fmla="*/ 5 w 49"/>
                <a:gd name="GluePoint9Y" fmla="*/ 25 h 49"/>
                <a:gd name="GluePoint10X" fmla="*/ 11 w 49"/>
                <a:gd name="GluePoint10Y" fmla="*/ 10 h 49"/>
                <a:gd name="GluePoint11X" fmla="*/ 25 w 49"/>
                <a:gd name="GluePoint11Y" fmla="*/ 5 h 49"/>
                <a:gd name="GluePoint12X" fmla="*/ 39 w 49"/>
                <a:gd name="GluePoint12Y" fmla="*/ 10 h 49"/>
                <a:gd name="GluePoint13X" fmla="*/ 45 w 49"/>
                <a:gd name="GluePoint13Y" fmla="*/ 25 h 49"/>
                <a:gd name="GluePoint14X" fmla="*/ 39 w 49"/>
                <a:gd name="GluePoint14Y" fmla="*/ 39 h 4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49" h="49">
                  <a:moveTo>
                    <a:pt x="25" y="0"/>
                  </a:moveTo>
                  <a:cubicBezTo>
                    <a:pt x="11" y="0"/>
                    <a:pt x="0" y="11"/>
                    <a:pt x="0" y="25"/>
                  </a:cubicBezTo>
                  <a:cubicBezTo>
                    <a:pt x="0" y="38"/>
                    <a:pt x="11" y="49"/>
                    <a:pt x="25" y="49"/>
                  </a:cubicBezTo>
                  <a:cubicBezTo>
                    <a:pt x="38" y="49"/>
                    <a:pt x="49" y="38"/>
                    <a:pt x="49" y="25"/>
                  </a:cubicBezTo>
                  <a:cubicBezTo>
                    <a:pt x="49" y="11"/>
                    <a:pt x="38" y="0"/>
                    <a:pt x="25" y="0"/>
                  </a:cubicBezTo>
                  <a:close/>
                  <a:moveTo>
                    <a:pt x="39" y="39"/>
                  </a:moveTo>
                  <a:cubicBezTo>
                    <a:pt x="35" y="43"/>
                    <a:pt x="30" y="45"/>
                    <a:pt x="25" y="45"/>
                  </a:cubicBezTo>
                  <a:cubicBezTo>
                    <a:pt x="20" y="45"/>
                    <a:pt x="15" y="43"/>
                    <a:pt x="11" y="39"/>
                  </a:cubicBezTo>
                  <a:cubicBezTo>
                    <a:pt x="7" y="35"/>
                    <a:pt x="5" y="30"/>
                    <a:pt x="5" y="25"/>
                  </a:cubicBezTo>
                  <a:cubicBezTo>
                    <a:pt x="5" y="19"/>
                    <a:pt x="7" y="14"/>
                    <a:pt x="11" y="10"/>
                  </a:cubicBezTo>
                  <a:cubicBezTo>
                    <a:pt x="15" y="7"/>
                    <a:pt x="20" y="5"/>
                    <a:pt x="25" y="5"/>
                  </a:cubicBezTo>
                  <a:cubicBezTo>
                    <a:pt x="30" y="5"/>
                    <a:pt x="35" y="7"/>
                    <a:pt x="39" y="10"/>
                  </a:cubicBezTo>
                  <a:cubicBezTo>
                    <a:pt x="43" y="14"/>
                    <a:pt x="45" y="19"/>
                    <a:pt x="45" y="25"/>
                  </a:cubicBezTo>
                  <a:cubicBezTo>
                    <a:pt x="45" y="30"/>
                    <a:pt x="43" y="35"/>
                    <a:pt x="39" y="39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微软雅黑"/>
              </a:endParaRPr>
            </a:p>
          </p:txBody>
        </p:sp>
      </p:grpSp>
      <p:grpSp>
        <p:nvGrpSpPr>
          <p:cNvPr id="1220" name="组合 54"/>
          <p:cNvGrpSpPr/>
          <p:nvPr/>
        </p:nvGrpSpPr>
        <p:grpSpPr>
          <a:xfrm>
            <a:off x="5465160" y="1363320"/>
            <a:ext cx="468000" cy="467640"/>
            <a:chOff x="5465160" y="1363320"/>
            <a:chExt cx="468000" cy="467640"/>
          </a:xfrm>
        </p:grpSpPr>
        <p:sp>
          <p:nvSpPr>
            <p:cNvPr id="1221" name="Freeform 146"/>
            <p:cNvSpPr/>
            <p:nvPr/>
          </p:nvSpPr>
          <p:spPr>
            <a:xfrm>
              <a:off x="5692320" y="1707840"/>
              <a:ext cx="13680" cy="12312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0 h 123120"/>
                <a:gd name="textAreaBottom" fmla="*/ 123480 h 123120"/>
                <a:gd name="GluePoint1X" fmla="*/ 2 w 4"/>
                <a:gd name="GluePoint1Y" fmla="*/ 0 h 34"/>
                <a:gd name="GluePoint2X" fmla="*/ 0 w 4"/>
                <a:gd name="GluePoint2Y" fmla="*/ 2 h 34"/>
                <a:gd name="GluePoint3X" fmla="*/ 0 w 4"/>
                <a:gd name="GluePoint3Y" fmla="*/ 32 h 34"/>
                <a:gd name="GluePoint4X" fmla="*/ 2 w 4"/>
                <a:gd name="GluePoint4Y" fmla="*/ 34 h 34"/>
                <a:gd name="GluePoint5X" fmla="*/ 4 w 4"/>
                <a:gd name="GluePoint5Y" fmla="*/ 32 h 34"/>
                <a:gd name="GluePoint6X" fmla="*/ 4 w 4"/>
                <a:gd name="GluePoint6Y" fmla="*/ 2 h 34"/>
                <a:gd name="GluePoint7X" fmla="*/ 2 w 4"/>
                <a:gd name="GluePoint7Y" fmla="*/ 0 h 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4" h="34">
                  <a:moveTo>
                    <a:pt x="2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3"/>
                    <a:pt x="1" y="34"/>
                    <a:pt x="2" y="34"/>
                  </a:cubicBezTo>
                  <a:cubicBezTo>
                    <a:pt x="3" y="34"/>
                    <a:pt x="4" y="33"/>
                    <a:pt x="4" y="3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7200" rIns="72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1222" name="Freeform 147"/>
            <p:cNvSpPr/>
            <p:nvPr/>
          </p:nvSpPr>
          <p:spPr>
            <a:xfrm>
              <a:off x="5692320" y="1363320"/>
              <a:ext cx="13680" cy="124920"/>
            </a:xfrm>
            <a:custGeom>
              <a:avLst/>
              <a:gdLst>
                <a:gd name="textAreaLeft" fmla="*/ 0 w 13680"/>
                <a:gd name="textAreaRight" fmla="*/ 14040 w 13680"/>
                <a:gd name="textAreaTop" fmla="*/ 0 h 124920"/>
                <a:gd name="textAreaBottom" fmla="*/ 125280 h 124920"/>
                <a:gd name="GluePoint1X" fmla="*/ 2 w 4"/>
                <a:gd name="GluePoint1Y" fmla="*/ 0 h 34"/>
                <a:gd name="GluePoint2X" fmla="*/ 0 w 4"/>
                <a:gd name="GluePoint2Y" fmla="*/ 2 h 34"/>
                <a:gd name="GluePoint3X" fmla="*/ 0 w 4"/>
                <a:gd name="GluePoint3Y" fmla="*/ 32 h 34"/>
                <a:gd name="GluePoint4X" fmla="*/ 2 w 4"/>
                <a:gd name="GluePoint4Y" fmla="*/ 34 h 34"/>
                <a:gd name="GluePoint5X" fmla="*/ 4 w 4"/>
                <a:gd name="GluePoint5Y" fmla="*/ 32 h 34"/>
                <a:gd name="GluePoint6X" fmla="*/ 4 w 4"/>
                <a:gd name="GluePoint6Y" fmla="*/ 2 h 34"/>
                <a:gd name="GluePoint7X" fmla="*/ 2 w 4"/>
                <a:gd name="GluePoint7Y" fmla="*/ 0 h 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4" h="34">
                  <a:moveTo>
                    <a:pt x="2" y="0"/>
                  </a:moveTo>
                  <a:cubicBezTo>
                    <a:pt x="1" y="0"/>
                    <a:pt x="0" y="1"/>
                    <a:pt x="0" y="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3"/>
                    <a:pt x="1" y="34"/>
                    <a:pt x="2" y="34"/>
                  </a:cubicBezTo>
                  <a:cubicBezTo>
                    <a:pt x="3" y="34"/>
                    <a:pt x="4" y="33"/>
                    <a:pt x="4" y="3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7200" rIns="72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1223" name="Freeform 148"/>
            <p:cNvSpPr/>
            <p:nvPr/>
          </p:nvSpPr>
          <p:spPr>
            <a:xfrm>
              <a:off x="5465160" y="1590120"/>
              <a:ext cx="123120" cy="13680"/>
            </a:xfrm>
            <a:custGeom>
              <a:avLst/>
              <a:gdLst>
                <a:gd name="textAreaLeft" fmla="*/ 0 w 123120"/>
                <a:gd name="textAreaRight" fmla="*/ 123480 w 123120"/>
                <a:gd name="textAreaTop" fmla="*/ 0 h 13680"/>
                <a:gd name="textAreaBottom" fmla="*/ 14040 h 13680"/>
                <a:gd name="GluePoint1X" fmla="*/ 34 w 34"/>
                <a:gd name="GluePoint1Y" fmla="*/ 2 h 4"/>
                <a:gd name="GluePoint2X" fmla="*/ 32 w 34"/>
                <a:gd name="GluePoint2Y" fmla="*/ 0 h 4"/>
                <a:gd name="GluePoint3X" fmla="*/ 2 w 34"/>
                <a:gd name="GluePoint3Y" fmla="*/ 0 h 4"/>
                <a:gd name="GluePoint4X" fmla="*/ 0 w 34"/>
                <a:gd name="GluePoint4Y" fmla="*/ 2 h 4"/>
                <a:gd name="GluePoint5X" fmla="*/ 2 w 34"/>
                <a:gd name="GluePoint5Y" fmla="*/ 4 h 4"/>
                <a:gd name="GluePoint6X" fmla="*/ 32 w 34"/>
                <a:gd name="GluePoint6Y" fmla="*/ 4 h 4"/>
                <a:gd name="GluePoint7X" fmla="*/ 34 w 34"/>
                <a:gd name="GluePoint7Y" fmla="*/ 2 h 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34" h="4">
                  <a:moveTo>
                    <a:pt x="34" y="2"/>
                  </a:moveTo>
                  <a:cubicBezTo>
                    <a:pt x="34" y="1"/>
                    <a:pt x="33" y="0"/>
                    <a:pt x="3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3"/>
                    <a:pt x="34" y="2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63360" tIns="6840" rIns="63360" bIns="684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1224" name="Freeform 149"/>
            <p:cNvSpPr/>
            <p:nvPr/>
          </p:nvSpPr>
          <p:spPr>
            <a:xfrm>
              <a:off x="5808240" y="1590120"/>
              <a:ext cx="124920" cy="13680"/>
            </a:xfrm>
            <a:custGeom>
              <a:avLst/>
              <a:gdLst>
                <a:gd name="textAreaLeft" fmla="*/ 0 w 124920"/>
                <a:gd name="textAreaRight" fmla="*/ 125280 w 124920"/>
                <a:gd name="textAreaTop" fmla="*/ 0 h 13680"/>
                <a:gd name="textAreaBottom" fmla="*/ 14040 h 13680"/>
                <a:gd name="GluePoint1X" fmla="*/ 32 w 34"/>
                <a:gd name="GluePoint1Y" fmla="*/ 0 h 4"/>
                <a:gd name="GluePoint2X" fmla="*/ 2 w 34"/>
                <a:gd name="GluePoint2Y" fmla="*/ 0 h 4"/>
                <a:gd name="GluePoint3X" fmla="*/ 0 w 34"/>
                <a:gd name="GluePoint3Y" fmla="*/ 2 h 4"/>
                <a:gd name="GluePoint4X" fmla="*/ 2 w 34"/>
                <a:gd name="GluePoint4Y" fmla="*/ 4 h 4"/>
                <a:gd name="GluePoint5X" fmla="*/ 32 w 34"/>
                <a:gd name="GluePoint5Y" fmla="*/ 4 h 4"/>
                <a:gd name="GluePoint6X" fmla="*/ 34 w 34"/>
                <a:gd name="GluePoint6Y" fmla="*/ 2 h 4"/>
                <a:gd name="GluePoint7X" fmla="*/ 32 w 34"/>
                <a:gd name="GluePoint7Y" fmla="*/ 0 h 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34" h="4">
                  <a:moveTo>
                    <a:pt x="3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3" y="4"/>
                    <a:pt x="34" y="3"/>
                    <a:pt x="34" y="2"/>
                  </a:cubicBezTo>
                  <a:cubicBezTo>
                    <a:pt x="34" y="1"/>
                    <a:pt x="33" y="0"/>
                    <a:pt x="32" y="0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64080" tIns="6840" rIns="64080" bIns="684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1225" name="Freeform 150"/>
            <p:cNvSpPr/>
            <p:nvPr/>
          </p:nvSpPr>
          <p:spPr>
            <a:xfrm>
              <a:off x="5749560" y="1692360"/>
              <a:ext cx="69120" cy="10944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109440"/>
                <a:gd name="textAreaBottom" fmla="*/ 109800 h 109440"/>
                <a:gd name="GluePoint1X" fmla="*/ 4 w 19"/>
                <a:gd name="GluePoint1Y" fmla="*/ 1 h 30"/>
                <a:gd name="GluePoint2X" fmla="*/ 2 w 19"/>
                <a:gd name="GluePoint2Y" fmla="*/ 0 h 30"/>
                <a:gd name="GluePoint3X" fmla="*/ 1 w 19"/>
                <a:gd name="GluePoint3Y" fmla="*/ 0 h 30"/>
                <a:gd name="GluePoint4X" fmla="*/ 0 w 19"/>
                <a:gd name="GluePoint4Y" fmla="*/ 1 h 30"/>
                <a:gd name="GluePoint5X" fmla="*/ 0 w 19"/>
                <a:gd name="GluePoint5Y" fmla="*/ 3 h 30"/>
                <a:gd name="GluePoint6X" fmla="*/ 15 w 19"/>
                <a:gd name="GluePoint6Y" fmla="*/ 29 h 30"/>
                <a:gd name="GluePoint7X" fmla="*/ 18 w 19"/>
                <a:gd name="GluePoint7Y" fmla="*/ 30 h 30"/>
                <a:gd name="GluePoint8X" fmla="*/ 19 w 19"/>
                <a:gd name="GluePoint8Y" fmla="*/ 26 h 30"/>
                <a:gd name="GluePoint9X" fmla="*/ 4 w 19"/>
                <a:gd name="GluePoint9Y" fmla="*/ 1 h 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9" h="30">
                  <a:moveTo>
                    <a:pt x="4" y="1"/>
                  </a:move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30"/>
                    <a:pt x="17" y="30"/>
                    <a:pt x="18" y="30"/>
                  </a:cubicBezTo>
                  <a:cubicBezTo>
                    <a:pt x="19" y="29"/>
                    <a:pt x="19" y="27"/>
                    <a:pt x="19" y="26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35640" rIns="3564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1226" name="Freeform 151"/>
            <p:cNvSpPr/>
            <p:nvPr/>
          </p:nvSpPr>
          <p:spPr>
            <a:xfrm>
              <a:off x="5577840" y="1392480"/>
              <a:ext cx="73800" cy="112320"/>
            </a:xfrm>
            <a:custGeom>
              <a:avLst/>
              <a:gdLst>
                <a:gd name="textAreaLeft" fmla="*/ 0 w 73800"/>
                <a:gd name="textAreaRight" fmla="*/ 74160 w 73800"/>
                <a:gd name="textAreaTop" fmla="*/ 0 h 112320"/>
                <a:gd name="textAreaBottom" fmla="*/ 112680 h 112320"/>
                <a:gd name="GluePoint1X" fmla="*/ 4 w 20"/>
                <a:gd name="GluePoint1Y" fmla="*/ 2 h 31"/>
                <a:gd name="GluePoint2X" fmla="*/ 2 w 20"/>
                <a:gd name="GluePoint2Y" fmla="*/ 0 h 31"/>
                <a:gd name="GluePoint3X" fmla="*/ 1 w 20"/>
                <a:gd name="GluePoint3Y" fmla="*/ 1 h 31"/>
                <a:gd name="GluePoint4X" fmla="*/ 0 w 20"/>
                <a:gd name="GluePoint4Y" fmla="*/ 4 h 31"/>
                <a:gd name="GluePoint5X" fmla="*/ 15 w 20"/>
                <a:gd name="GluePoint5Y" fmla="*/ 29 h 31"/>
                <a:gd name="GluePoint6X" fmla="*/ 17 w 20"/>
                <a:gd name="GluePoint6Y" fmla="*/ 31 h 31"/>
                <a:gd name="GluePoint7X" fmla="*/ 18 w 20"/>
                <a:gd name="GluePoint7Y" fmla="*/ 30 h 31"/>
                <a:gd name="GluePoint8X" fmla="*/ 19 w 20"/>
                <a:gd name="GluePoint8Y" fmla="*/ 27 h 31"/>
                <a:gd name="GluePoint9X" fmla="*/ 4 w 20"/>
                <a:gd name="GluePoint9Y" fmla="*/ 2 h 3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20" h="31">
                  <a:moveTo>
                    <a:pt x="4" y="2"/>
                  </a:moveTo>
                  <a:cubicBezTo>
                    <a:pt x="4" y="1"/>
                    <a:pt x="3" y="0"/>
                    <a:pt x="2" y="0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30"/>
                    <a:pt x="16" y="31"/>
                    <a:pt x="17" y="31"/>
                  </a:cubicBezTo>
                  <a:cubicBezTo>
                    <a:pt x="17" y="31"/>
                    <a:pt x="18" y="31"/>
                    <a:pt x="18" y="30"/>
                  </a:cubicBezTo>
                  <a:cubicBezTo>
                    <a:pt x="19" y="30"/>
                    <a:pt x="20" y="28"/>
                    <a:pt x="19" y="27"/>
                  </a:cubicBezTo>
                  <a:lnTo>
                    <a:pt x="4" y="2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38160" rIns="3816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1227" name="Freeform 152"/>
            <p:cNvSpPr/>
            <p:nvPr/>
          </p:nvSpPr>
          <p:spPr>
            <a:xfrm>
              <a:off x="5494680" y="1649160"/>
              <a:ext cx="112320" cy="72360"/>
            </a:xfrm>
            <a:custGeom>
              <a:avLst/>
              <a:gdLst>
                <a:gd name="textAreaLeft" fmla="*/ 0 w 112320"/>
                <a:gd name="textAreaRight" fmla="*/ 112680 w 112320"/>
                <a:gd name="textAreaTop" fmla="*/ 0 h 72360"/>
                <a:gd name="textAreaBottom" fmla="*/ 72720 h 72360"/>
                <a:gd name="GluePoint1X" fmla="*/ 30 w 31"/>
                <a:gd name="GluePoint1Y" fmla="*/ 1 h 20"/>
                <a:gd name="GluePoint2X" fmla="*/ 28 w 31"/>
                <a:gd name="GluePoint2Y" fmla="*/ 0 h 20"/>
                <a:gd name="GluePoint3X" fmla="*/ 27 w 31"/>
                <a:gd name="GluePoint3Y" fmla="*/ 0 h 20"/>
                <a:gd name="GluePoint4X" fmla="*/ 1 w 31"/>
                <a:gd name="GluePoint4Y" fmla="*/ 15 h 20"/>
                <a:gd name="GluePoint5X" fmla="*/ 0 w 31"/>
                <a:gd name="GluePoint5Y" fmla="*/ 16 h 20"/>
                <a:gd name="GluePoint6X" fmla="*/ 1 w 31"/>
                <a:gd name="GluePoint6Y" fmla="*/ 18 h 20"/>
                <a:gd name="GluePoint7X" fmla="*/ 4 w 31"/>
                <a:gd name="GluePoint7Y" fmla="*/ 19 h 20"/>
                <a:gd name="GluePoint8X" fmla="*/ 29 w 31"/>
                <a:gd name="GluePoint8Y" fmla="*/ 4 h 20"/>
                <a:gd name="GluePoint9X" fmla="*/ 30 w 31"/>
                <a:gd name="GluePoint9Y" fmla="*/ 1 h 2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31" h="20">
                  <a:moveTo>
                    <a:pt x="30" y="1"/>
                  </a:moveTo>
                  <a:cubicBezTo>
                    <a:pt x="30" y="0"/>
                    <a:pt x="29" y="0"/>
                    <a:pt x="28" y="0"/>
                  </a:cubicBezTo>
                  <a:cubicBezTo>
                    <a:pt x="28" y="0"/>
                    <a:pt x="27" y="0"/>
                    <a:pt x="27" y="0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15"/>
                    <a:pt x="1" y="16"/>
                    <a:pt x="0" y="16"/>
                  </a:cubicBezTo>
                  <a:cubicBezTo>
                    <a:pt x="0" y="17"/>
                    <a:pt x="0" y="18"/>
                    <a:pt x="1" y="18"/>
                  </a:cubicBezTo>
                  <a:cubicBezTo>
                    <a:pt x="1" y="19"/>
                    <a:pt x="3" y="20"/>
                    <a:pt x="4" y="19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30" y="3"/>
                    <a:pt x="31" y="2"/>
                    <a:pt x="30" y="1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57960" tIns="36360" rIns="57960" bIns="3636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1228" name="Freeform 153"/>
            <p:cNvSpPr/>
            <p:nvPr/>
          </p:nvSpPr>
          <p:spPr>
            <a:xfrm>
              <a:off x="5789520" y="1476000"/>
              <a:ext cx="113760" cy="73800"/>
            </a:xfrm>
            <a:custGeom>
              <a:avLst/>
              <a:gdLst>
                <a:gd name="textAreaLeft" fmla="*/ 0 w 113760"/>
                <a:gd name="textAreaRight" fmla="*/ 114120 w 113760"/>
                <a:gd name="textAreaTop" fmla="*/ 0 h 73800"/>
                <a:gd name="textAreaBottom" fmla="*/ 74160 h 73800"/>
                <a:gd name="GluePoint1X" fmla="*/ 1 w 31"/>
                <a:gd name="GluePoint1Y" fmla="*/ 16 h 20"/>
                <a:gd name="GluePoint2X" fmla="*/ 1 w 31"/>
                <a:gd name="GluePoint2Y" fmla="*/ 18 h 20"/>
                <a:gd name="GluePoint3X" fmla="*/ 4 w 31"/>
                <a:gd name="GluePoint3Y" fmla="*/ 19 h 20"/>
                <a:gd name="GluePoint4X" fmla="*/ 30 w 31"/>
                <a:gd name="GluePoint4Y" fmla="*/ 4 h 20"/>
                <a:gd name="GluePoint5X" fmla="*/ 31 w 31"/>
                <a:gd name="GluePoint5Y" fmla="*/ 3 h 20"/>
                <a:gd name="GluePoint6X" fmla="*/ 30 w 31"/>
                <a:gd name="GluePoint6Y" fmla="*/ 1 h 20"/>
                <a:gd name="GluePoint7X" fmla="*/ 28 w 31"/>
                <a:gd name="GluePoint7Y" fmla="*/ 0 h 20"/>
                <a:gd name="GluePoint8X" fmla="*/ 27 w 31"/>
                <a:gd name="GluePoint8Y" fmla="*/ 0 h 20"/>
                <a:gd name="GluePoint9X" fmla="*/ 2 w 31"/>
                <a:gd name="GluePoint9Y" fmla="*/ 15 h 20"/>
                <a:gd name="GluePoint10X" fmla="*/ 1 w 31"/>
                <a:gd name="GluePoint10Y" fmla="*/ 16 h 2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1" h="20">
                  <a:moveTo>
                    <a:pt x="1" y="16"/>
                  </a:moveTo>
                  <a:cubicBezTo>
                    <a:pt x="0" y="17"/>
                    <a:pt x="0" y="18"/>
                    <a:pt x="1" y="18"/>
                  </a:cubicBezTo>
                  <a:cubicBezTo>
                    <a:pt x="1" y="19"/>
                    <a:pt x="3" y="20"/>
                    <a:pt x="4" y="19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30" y="4"/>
                    <a:pt x="30" y="3"/>
                    <a:pt x="31" y="3"/>
                  </a:cubicBezTo>
                  <a:cubicBezTo>
                    <a:pt x="31" y="2"/>
                    <a:pt x="31" y="2"/>
                    <a:pt x="30" y="1"/>
                  </a:cubicBezTo>
                  <a:cubicBezTo>
                    <a:pt x="30" y="0"/>
                    <a:pt x="29" y="0"/>
                    <a:pt x="28" y="0"/>
                  </a:cubicBezTo>
                  <a:cubicBezTo>
                    <a:pt x="28" y="0"/>
                    <a:pt x="28" y="0"/>
                    <a:pt x="27" y="0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1" y="15"/>
                    <a:pt x="1" y="16"/>
                    <a:pt x="1" y="16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58680" tIns="37080" rIns="58680" bIns="370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1229" name="Freeform 154"/>
            <p:cNvSpPr/>
            <p:nvPr/>
          </p:nvSpPr>
          <p:spPr>
            <a:xfrm>
              <a:off x="5789520" y="1649160"/>
              <a:ext cx="113760" cy="72360"/>
            </a:xfrm>
            <a:custGeom>
              <a:avLst/>
              <a:gdLst>
                <a:gd name="textAreaLeft" fmla="*/ 0 w 113760"/>
                <a:gd name="textAreaRight" fmla="*/ 114120 w 113760"/>
                <a:gd name="textAreaTop" fmla="*/ 0 h 72360"/>
                <a:gd name="textAreaBottom" fmla="*/ 72720 h 72360"/>
                <a:gd name="GluePoint1X" fmla="*/ 30 w 31"/>
                <a:gd name="GluePoint1Y" fmla="*/ 15 h 20"/>
                <a:gd name="GluePoint2X" fmla="*/ 4 w 31"/>
                <a:gd name="GluePoint2Y" fmla="*/ 0 h 20"/>
                <a:gd name="GluePoint3X" fmla="*/ 3 w 31"/>
                <a:gd name="GluePoint3Y" fmla="*/ 0 h 20"/>
                <a:gd name="GluePoint4X" fmla="*/ 1 w 31"/>
                <a:gd name="GluePoint4Y" fmla="*/ 1 h 20"/>
                <a:gd name="GluePoint5X" fmla="*/ 2 w 31"/>
                <a:gd name="GluePoint5Y" fmla="*/ 4 h 20"/>
                <a:gd name="GluePoint6X" fmla="*/ 27 w 31"/>
                <a:gd name="GluePoint6Y" fmla="*/ 19 h 20"/>
                <a:gd name="GluePoint7X" fmla="*/ 30 w 31"/>
                <a:gd name="GluePoint7Y" fmla="*/ 18 h 20"/>
                <a:gd name="GluePoint8X" fmla="*/ 30 w 31"/>
                <a:gd name="GluePoint8Y" fmla="*/ 15 h 2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31" h="20">
                  <a:moveTo>
                    <a:pt x="30" y="15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3" y="0"/>
                    <a:pt x="3" y="0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0" y="2"/>
                    <a:pt x="1" y="3"/>
                    <a:pt x="2" y="4"/>
                  </a:cubicBezTo>
                  <a:cubicBezTo>
                    <a:pt x="27" y="19"/>
                    <a:pt x="27" y="19"/>
                    <a:pt x="27" y="19"/>
                  </a:cubicBezTo>
                  <a:cubicBezTo>
                    <a:pt x="28" y="20"/>
                    <a:pt x="30" y="19"/>
                    <a:pt x="30" y="18"/>
                  </a:cubicBezTo>
                  <a:cubicBezTo>
                    <a:pt x="31" y="17"/>
                    <a:pt x="31" y="16"/>
                    <a:pt x="30" y="15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58680" tIns="36360" rIns="58680" bIns="3636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1230" name="Freeform 155"/>
            <p:cNvSpPr/>
            <p:nvPr/>
          </p:nvSpPr>
          <p:spPr>
            <a:xfrm>
              <a:off x="5494680" y="1476000"/>
              <a:ext cx="112320" cy="73800"/>
            </a:xfrm>
            <a:custGeom>
              <a:avLst/>
              <a:gdLst>
                <a:gd name="textAreaLeft" fmla="*/ 0 w 112320"/>
                <a:gd name="textAreaRight" fmla="*/ 112680 w 112320"/>
                <a:gd name="textAreaTop" fmla="*/ 0 h 73800"/>
                <a:gd name="textAreaBottom" fmla="*/ 74160 h 73800"/>
                <a:gd name="GluePoint1X" fmla="*/ 1 w 31"/>
                <a:gd name="GluePoint1Y" fmla="*/ 4 h 20"/>
                <a:gd name="GluePoint2X" fmla="*/ 27 w 31"/>
                <a:gd name="GluePoint2Y" fmla="*/ 19 h 20"/>
                <a:gd name="GluePoint3X" fmla="*/ 30 w 31"/>
                <a:gd name="GluePoint3Y" fmla="*/ 18 h 20"/>
                <a:gd name="GluePoint4X" fmla="*/ 30 w 31"/>
                <a:gd name="GluePoint4Y" fmla="*/ 16 h 20"/>
                <a:gd name="GluePoint5X" fmla="*/ 29 w 31"/>
                <a:gd name="GluePoint5Y" fmla="*/ 15 h 20"/>
                <a:gd name="GluePoint6X" fmla="*/ 4 w 31"/>
                <a:gd name="GluePoint6Y" fmla="*/ 0 h 20"/>
                <a:gd name="GluePoint7X" fmla="*/ 3 w 31"/>
                <a:gd name="GluePoint7Y" fmla="*/ 0 h 20"/>
                <a:gd name="GluePoint8X" fmla="*/ 1 w 31"/>
                <a:gd name="GluePoint8Y" fmla="*/ 1 h 20"/>
                <a:gd name="GluePoint9X" fmla="*/ 0 w 31"/>
                <a:gd name="GluePoint9Y" fmla="*/ 3 h 20"/>
                <a:gd name="GluePoint10X" fmla="*/ 1 w 31"/>
                <a:gd name="GluePoint10Y" fmla="*/ 4 h 2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1" h="20">
                  <a:moveTo>
                    <a:pt x="1" y="4"/>
                  </a:moveTo>
                  <a:cubicBezTo>
                    <a:pt x="27" y="19"/>
                    <a:pt x="27" y="19"/>
                    <a:pt x="27" y="19"/>
                  </a:cubicBezTo>
                  <a:cubicBezTo>
                    <a:pt x="28" y="20"/>
                    <a:pt x="30" y="19"/>
                    <a:pt x="30" y="18"/>
                  </a:cubicBezTo>
                  <a:cubicBezTo>
                    <a:pt x="31" y="18"/>
                    <a:pt x="31" y="17"/>
                    <a:pt x="30" y="16"/>
                  </a:cubicBezTo>
                  <a:cubicBezTo>
                    <a:pt x="30" y="16"/>
                    <a:pt x="30" y="15"/>
                    <a:pt x="29" y="15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1" y="3"/>
                    <a:pt x="1" y="4"/>
                    <a:pt x="1" y="4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57960" tIns="37080" rIns="57960" bIns="370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1231" name="Freeform 156"/>
            <p:cNvSpPr/>
            <p:nvPr/>
          </p:nvSpPr>
          <p:spPr>
            <a:xfrm>
              <a:off x="5577840" y="1692360"/>
              <a:ext cx="69120" cy="109440"/>
            </a:xfrm>
            <a:custGeom>
              <a:avLst/>
              <a:gdLst>
                <a:gd name="textAreaLeft" fmla="*/ 0 w 69120"/>
                <a:gd name="textAreaRight" fmla="*/ 69480 w 69120"/>
                <a:gd name="textAreaTop" fmla="*/ 0 h 109440"/>
                <a:gd name="textAreaBottom" fmla="*/ 109800 h 109440"/>
                <a:gd name="GluePoint1X" fmla="*/ 18 w 19"/>
                <a:gd name="GluePoint1Y" fmla="*/ 0 h 30"/>
                <a:gd name="GluePoint2X" fmla="*/ 17 w 19"/>
                <a:gd name="GluePoint2Y" fmla="*/ 0 h 30"/>
                <a:gd name="GluePoint3X" fmla="*/ 15 w 19"/>
                <a:gd name="GluePoint3Y" fmla="*/ 1 h 30"/>
                <a:gd name="GluePoint4X" fmla="*/ 0 w 19"/>
                <a:gd name="GluePoint4Y" fmla="*/ 26 h 30"/>
                <a:gd name="GluePoint5X" fmla="*/ 1 w 19"/>
                <a:gd name="GluePoint5Y" fmla="*/ 30 h 30"/>
                <a:gd name="GluePoint6X" fmla="*/ 4 w 19"/>
                <a:gd name="GluePoint6Y" fmla="*/ 29 h 30"/>
                <a:gd name="GluePoint7X" fmla="*/ 19 w 19"/>
                <a:gd name="GluePoint7Y" fmla="*/ 3 h 30"/>
                <a:gd name="GluePoint8X" fmla="*/ 19 w 19"/>
                <a:gd name="GluePoint8Y" fmla="*/ 1 h 30"/>
                <a:gd name="GluePoint9X" fmla="*/ 18 w 19"/>
                <a:gd name="GluePoint9Y" fmla="*/ 0 h 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9" h="30">
                  <a:moveTo>
                    <a:pt x="18" y="0"/>
                  </a:moveTo>
                  <a:cubicBezTo>
                    <a:pt x="18" y="0"/>
                    <a:pt x="17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27"/>
                    <a:pt x="0" y="29"/>
                    <a:pt x="1" y="30"/>
                  </a:cubicBezTo>
                  <a:cubicBezTo>
                    <a:pt x="2" y="30"/>
                    <a:pt x="4" y="30"/>
                    <a:pt x="4" y="29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2"/>
                    <a:pt x="19" y="2"/>
                    <a:pt x="19" y="1"/>
                  </a:cubicBezTo>
                  <a:cubicBezTo>
                    <a:pt x="19" y="1"/>
                    <a:pt x="19" y="0"/>
                    <a:pt x="18" y="0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35640" rIns="3564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1232" name="Freeform 157"/>
            <p:cNvSpPr/>
            <p:nvPr/>
          </p:nvSpPr>
          <p:spPr>
            <a:xfrm>
              <a:off x="5746320" y="1392480"/>
              <a:ext cx="72360" cy="11232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0 h 112320"/>
                <a:gd name="textAreaBottom" fmla="*/ 112680 h 112320"/>
                <a:gd name="GluePoint1X" fmla="*/ 2 w 20"/>
                <a:gd name="GluePoint1Y" fmla="*/ 30 h 31"/>
                <a:gd name="GluePoint2X" fmla="*/ 5 w 20"/>
                <a:gd name="GluePoint2Y" fmla="*/ 29 h 31"/>
                <a:gd name="GluePoint3X" fmla="*/ 20 w 20"/>
                <a:gd name="GluePoint3Y" fmla="*/ 4 h 31"/>
                <a:gd name="GluePoint4X" fmla="*/ 19 w 20"/>
                <a:gd name="GluePoint4Y" fmla="*/ 1 h 31"/>
                <a:gd name="GluePoint5X" fmla="*/ 18 w 20"/>
                <a:gd name="GluePoint5Y" fmla="*/ 0 h 31"/>
                <a:gd name="GluePoint6X" fmla="*/ 16 w 20"/>
                <a:gd name="GluePoint6Y" fmla="*/ 2 h 31"/>
                <a:gd name="GluePoint7X" fmla="*/ 1 w 20"/>
                <a:gd name="GluePoint7Y" fmla="*/ 27 h 31"/>
                <a:gd name="GluePoint8X" fmla="*/ 2 w 20"/>
                <a:gd name="GluePoint8Y" fmla="*/ 30 h 3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</a:cxnLst>
              <a:rect l="textAreaLeft" t="textAreaTop" r="textAreaRight" b="textAreaBottom"/>
              <a:pathLst>
                <a:path w="20" h="31">
                  <a:moveTo>
                    <a:pt x="2" y="30"/>
                  </a:moveTo>
                  <a:cubicBezTo>
                    <a:pt x="3" y="31"/>
                    <a:pt x="4" y="31"/>
                    <a:pt x="5" y="29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3"/>
                    <a:pt x="20" y="1"/>
                    <a:pt x="19" y="1"/>
                  </a:cubicBezTo>
                  <a:cubicBezTo>
                    <a:pt x="19" y="0"/>
                    <a:pt x="18" y="0"/>
                    <a:pt x="18" y="0"/>
                  </a:cubicBezTo>
                  <a:cubicBezTo>
                    <a:pt x="17" y="0"/>
                    <a:pt x="16" y="1"/>
                    <a:pt x="16" y="2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0" y="28"/>
                    <a:pt x="1" y="30"/>
                    <a:pt x="2" y="30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37080" rIns="370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微软雅黑"/>
              </a:endParaRPr>
            </a:p>
          </p:txBody>
        </p:sp>
      </p:grpSp>
      <p:sp>
        <p:nvSpPr>
          <p:cNvPr id="1233" name="Freeform 111"/>
          <p:cNvSpPr/>
          <p:nvPr/>
        </p:nvSpPr>
        <p:spPr>
          <a:xfrm>
            <a:off x="10823400" y="1366560"/>
            <a:ext cx="467640" cy="437760"/>
          </a:xfrm>
          <a:custGeom>
            <a:avLst/>
            <a:gdLst>
              <a:gd name="textAreaLeft" fmla="*/ 0 w 467640"/>
              <a:gd name="textAreaRight" fmla="*/ 468000 w 467640"/>
              <a:gd name="textAreaTop" fmla="*/ 0 h 437760"/>
              <a:gd name="textAreaBottom" fmla="*/ 438120 h 437760"/>
              <a:gd name="GluePoint1X" fmla="*/ 98 w 132"/>
              <a:gd name="GluePoint1Y" fmla="*/ 9 h 128"/>
              <a:gd name="GluePoint2X" fmla="*/ 11 w 132"/>
              <a:gd name="GluePoint2Y" fmla="*/ 32 h 128"/>
              <a:gd name="GluePoint3X" fmla="*/ 34 w 132"/>
              <a:gd name="GluePoint3Y" fmla="*/ 119 h 128"/>
              <a:gd name="GluePoint4X" fmla="*/ 121 w 132"/>
              <a:gd name="GluePoint4Y" fmla="*/ 96 h 128"/>
              <a:gd name="GluePoint5X" fmla="*/ 125 w 132"/>
              <a:gd name="GluePoint5Y" fmla="*/ 55 h 128"/>
              <a:gd name="GluePoint6X" fmla="*/ 125 w 132"/>
              <a:gd name="GluePoint6Y" fmla="*/ 65 h 128"/>
              <a:gd name="GluePoint7X" fmla="*/ 97 w 132"/>
              <a:gd name="GluePoint7Y" fmla="*/ 79 h 128"/>
              <a:gd name="GluePoint8X" fmla="*/ 125 w 132"/>
              <a:gd name="GluePoint8Y" fmla="*/ 55 h 128"/>
              <a:gd name="GluePoint9X" fmla="*/ 123 w 132"/>
              <a:gd name="GluePoint9Y" fmla="*/ 46 h 128"/>
              <a:gd name="GluePoint10X" fmla="*/ 93 w 132"/>
              <a:gd name="GluePoint10Y" fmla="*/ 77 h 128"/>
              <a:gd name="GluePoint11X" fmla="*/ 119 w 132"/>
              <a:gd name="GluePoint11Y" fmla="*/ 36 h 128"/>
              <a:gd name="GluePoint12X" fmla="*/ 111 w 132"/>
              <a:gd name="GluePoint12Y" fmla="*/ 25 h 128"/>
              <a:gd name="GluePoint13X" fmla="*/ 116 w 132"/>
              <a:gd name="GluePoint13Y" fmla="*/ 31 h 128"/>
              <a:gd name="GluePoint14X" fmla="*/ 79 w 132"/>
              <a:gd name="GluePoint14Y" fmla="*/ 69 h 128"/>
              <a:gd name="GluePoint15X" fmla="*/ 110 w 132"/>
              <a:gd name="GluePoint15Y" fmla="*/ 24 h 128"/>
              <a:gd name="GluePoint16X" fmla="*/ 68 w 132"/>
              <a:gd name="GluePoint16Y" fmla="*/ 5 h 128"/>
              <a:gd name="GluePoint17X" fmla="*/ 77 w 132"/>
              <a:gd name="GluePoint17Y" fmla="*/ 6 h 128"/>
              <a:gd name="GluePoint18X" fmla="*/ 68 w 132"/>
              <a:gd name="GluePoint18Y" fmla="*/ 17 h 128"/>
              <a:gd name="GluePoint19X" fmla="*/ 68 w 132"/>
              <a:gd name="GluePoint19Y" fmla="*/ 24 h 128"/>
              <a:gd name="GluePoint20X" fmla="*/ 85 w 132"/>
              <a:gd name="GluePoint20Y" fmla="*/ 8 h 128"/>
              <a:gd name="GluePoint21X" fmla="*/ 95 w 132"/>
              <a:gd name="GluePoint21Y" fmla="*/ 12 h 128"/>
              <a:gd name="GluePoint22X" fmla="*/ 68 w 132"/>
              <a:gd name="GluePoint22Y" fmla="*/ 24 h 128"/>
              <a:gd name="GluePoint23X" fmla="*/ 99 w 132"/>
              <a:gd name="GluePoint23Y" fmla="*/ 14 h 128"/>
              <a:gd name="GluePoint24X" fmla="*/ 106 w 132"/>
              <a:gd name="GluePoint24Y" fmla="*/ 20 h 128"/>
              <a:gd name="GluePoint25X" fmla="*/ 68 w 132"/>
              <a:gd name="GluePoint25Y" fmla="*/ 59 h 128"/>
              <a:gd name="GluePoint26X" fmla="*/ 115 w 132"/>
              <a:gd name="GluePoint26Y" fmla="*/ 97 h 128"/>
              <a:gd name="GluePoint27X" fmla="*/ 95 w 132"/>
              <a:gd name="GluePoint27Y" fmla="*/ 116 h 128"/>
              <a:gd name="GluePoint28X" fmla="*/ 51 w 132"/>
              <a:gd name="GluePoint28Y" fmla="*/ 121 h 128"/>
              <a:gd name="GluePoint29X" fmla="*/ 19 w 132"/>
              <a:gd name="GluePoint29Y" fmla="*/ 100 h 128"/>
              <a:gd name="GluePoint30X" fmla="*/ 7 w 132"/>
              <a:gd name="GluePoint30Y" fmla="*/ 57 h 128"/>
              <a:gd name="GluePoint31X" fmla="*/ 24 w 132"/>
              <a:gd name="GluePoint31Y" fmla="*/ 22 h 128"/>
              <a:gd name="GluePoint32X" fmla="*/ 62 w 132"/>
              <a:gd name="GluePoint32Y" fmla="*/ 5 h 128"/>
              <a:gd name="GluePoint33X" fmla="*/ 64 w 132"/>
              <a:gd name="GluePoint33Y" fmla="*/ 64 h 128"/>
              <a:gd name="GluePoint34X" fmla="*/ 116 w 132"/>
              <a:gd name="GluePoint34Y" fmla="*/ 96 h 128"/>
              <a:gd name="GluePoint35X" fmla="*/ 119 w 132"/>
              <a:gd name="GluePoint35Y" fmla="*/ 92 h 128"/>
              <a:gd name="GluePoint36X" fmla="*/ 125 w 132"/>
              <a:gd name="GluePoint36Y" fmla="*/ 72 h 128"/>
              <a:gd name="GluePoint37X" fmla="*/ 119 w 132"/>
              <a:gd name="GluePoint37Y" fmla="*/ 90 h 128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</a:cxnLst>
            <a:rect l="textAreaLeft" t="textAreaTop" r="textAreaRight" b="textAreaBottom"/>
            <a:pathLst>
              <a:path w="132" h="128">
                <a:moveTo>
                  <a:pt x="128" y="47"/>
                </a:moveTo>
                <a:cubicBezTo>
                  <a:pt x="123" y="31"/>
                  <a:pt x="113" y="17"/>
                  <a:pt x="98" y="9"/>
                </a:cubicBezTo>
                <a:cubicBezTo>
                  <a:pt x="88" y="3"/>
                  <a:pt x="77" y="0"/>
                  <a:pt x="66" y="0"/>
                </a:cubicBezTo>
                <a:cubicBezTo>
                  <a:pt x="43" y="0"/>
                  <a:pt x="22" y="12"/>
                  <a:pt x="11" y="32"/>
                </a:cubicBezTo>
                <a:cubicBezTo>
                  <a:pt x="2" y="47"/>
                  <a:pt x="0" y="64"/>
                  <a:pt x="4" y="81"/>
                </a:cubicBezTo>
                <a:cubicBezTo>
                  <a:pt x="9" y="97"/>
                  <a:pt x="19" y="111"/>
                  <a:pt x="34" y="119"/>
                </a:cubicBezTo>
                <a:cubicBezTo>
                  <a:pt x="44" y="125"/>
                  <a:pt x="55" y="128"/>
                  <a:pt x="66" y="128"/>
                </a:cubicBezTo>
                <a:cubicBezTo>
                  <a:pt x="89" y="128"/>
                  <a:pt x="110" y="116"/>
                  <a:pt x="121" y="96"/>
                </a:cubicBezTo>
                <a:cubicBezTo>
                  <a:pt x="130" y="81"/>
                  <a:pt x="132" y="64"/>
                  <a:pt x="128" y="47"/>
                </a:cubicBezTo>
                <a:close/>
                <a:moveTo>
                  <a:pt x="125" y="55"/>
                </a:moveTo>
                <a:cubicBezTo>
                  <a:pt x="125" y="58"/>
                  <a:pt x="125" y="61"/>
                  <a:pt x="125" y="65"/>
                </a:cubicBezTo>
                <a:cubicBezTo>
                  <a:pt x="125" y="65"/>
                  <a:pt x="125" y="65"/>
                  <a:pt x="125" y="65"/>
                </a:cubicBezTo>
                <a:cubicBezTo>
                  <a:pt x="106" y="84"/>
                  <a:pt x="106" y="84"/>
                  <a:pt x="106" y="84"/>
                </a:cubicBezTo>
                <a:cubicBezTo>
                  <a:pt x="97" y="79"/>
                  <a:pt x="97" y="79"/>
                  <a:pt x="97" y="79"/>
                </a:cubicBezTo>
                <a:cubicBezTo>
                  <a:pt x="124" y="52"/>
                  <a:pt x="124" y="52"/>
                  <a:pt x="124" y="52"/>
                </a:cubicBezTo>
                <a:lnTo>
                  <a:pt x="125" y="55"/>
                </a:lnTo>
                <a:close/>
                <a:moveTo>
                  <a:pt x="120" y="38"/>
                </a:moveTo>
                <a:cubicBezTo>
                  <a:pt x="121" y="41"/>
                  <a:pt x="122" y="43"/>
                  <a:pt x="123" y="46"/>
                </a:cubicBezTo>
                <a:cubicBezTo>
                  <a:pt x="123" y="47"/>
                  <a:pt x="123" y="47"/>
                  <a:pt x="123" y="47"/>
                </a:cubicBezTo>
                <a:cubicBezTo>
                  <a:pt x="93" y="77"/>
                  <a:pt x="93" y="77"/>
                  <a:pt x="93" y="77"/>
                </a:cubicBezTo>
                <a:cubicBezTo>
                  <a:pt x="84" y="71"/>
                  <a:pt x="84" y="71"/>
                  <a:pt x="84" y="71"/>
                </a:cubicBezTo>
                <a:cubicBezTo>
                  <a:pt x="119" y="36"/>
                  <a:pt x="119" y="36"/>
                  <a:pt x="119" y="36"/>
                </a:cubicBezTo>
                <a:lnTo>
                  <a:pt x="120" y="38"/>
                </a:lnTo>
                <a:close/>
                <a:moveTo>
                  <a:pt x="111" y="25"/>
                </a:moveTo>
                <a:cubicBezTo>
                  <a:pt x="112" y="26"/>
                  <a:pt x="113" y="27"/>
                  <a:pt x="113" y="28"/>
                </a:cubicBezTo>
                <a:cubicBezTo>
                  <a:pt x="114" y="29"/>
                  <a:pt x="115" y="30"/>
                  <a:pt x="116" y="31"/>
                </a:cubicBezTo>
                <a:cubicBezTo>
                  <a:pt x="116" y="32"/>
                  <a:pt x="116" y="32"/>
                  <a:pt x="116" y="32"/>
                </a:cubicBezTo>
                <a:cubicBezTo>
                  <a:pt x="79" y="69"/>
                  <a:pt x="79" y="69"/>
                  <a:pt x="79" y="69"/>
                </a:cubicBezTo>
                <a:cubicBezTo>
                  <a:pt x="70" y="64"/>
                  <a:pt x="70" y="64"/>
                  <a:pt x="70" y="64"/>
                </a:cubicBezTo>
                <a:cubicBezTo>
                  <a:pt x="110" y="24"/>
                  <a:pt x="110" y="24"/>
                  <a:pt x="110" y="24"/>
                </a:cubicBezTo>
                <a:lnTo>
                  <a:pt x="111" y="25"/>
                </a:lnTo>
                <a:close/>
                <a:moveTo>
                  <a:pt x="68" y="5"/>
                </a:moveTo>
                <a:cubicBezTo>
                  <a:pt x="70" y="5"/>
                  <a:pt x="70" y="5"/>
                  <a:pt x="70" y="5"/>
                </a:cubicBezTo>
                <a:cubicBezTo>
                  <a:pt x="72" y="5"/>
                  <a:pt x="75" y="5"/>
                  <a:pt x="77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68" y="17"/>
                  <a:pt x="68" y="17"/>
                  <a:pt x="68" y="17"/>
                </a:cubicBezTo>
                <a:lnTo>
                  <a:pt x="68" y="5"/>
                </a:lnTo>
                <a:close/>
                <a:moveTo>
                  <a:pt x="68" y="24"/>
                </a:moveTo>
                <a:cubicBezTo>
                  <a:pt x="85" y="8"/>
                  <a:pt x="85" y="8"/>
                  <a:pt x="85" y="8"/>
                </a:cubicBezTo>
                <a:cubicBezTo>
                  <a:pt x="85" y="8"/>
                  <a:pt x="85" y="8"/>
                  <a:pt x="85" y="8"/>
                </a:cubicBezTo>
                <a:cubicBezTo>
                  <a:pt x="88" y="9"/>
                  <a:pt x="91" y="10"/>
                  <a:pt x="93" y="11"/>
                </a:cubicBezTo>
                <a:cubicBezTo>
                  <a:pt x="95" y="12"/>
                  <a:pt x="95" y="12"/>
                  <a:pt x="95" y="12"/>
                </a:cubicBezTo>
                <a:cubicBezTo>
                  <a:pt x="68" y="38"/>
                  <a:pt x="68" y="38"/>
                  <a:pt x="68" y="38"/>
                </a:cubicBezTo>
                <a:lnTo>
                  <a:pt x="68" y="24"/>
                </a:lnTo>
                <a:close/>
                <a:moveTo>
                  <a:pt x="68" y="45"/>
                </a:moveTo>
                <a:cubicBezTo>
                  <a:pt x="99" y="14"/>
                  <a:pt x="99" y="14"/>
                  <a:pt x="99" y="14"/>
                </a:cubicBezTo>
                <a:cubicBezTo>
                  <a:pt x="100" y="15"/>
                  <a:pt x="100" y="15"/>
                  <a:pt x="100" y="15"/>
                </a:cubicBezTo>
                <a:cubicBezTo>
                  <a:pt x="102" y="17"/>
                  <a:pt x="104" y="18"/>
                  <a:pt x="106" y="20"/>
                </a:cubicBezTo>
                <a:cubicBezTo>
                  <a:pt x="107" y="21"/>
                  <a:pt x="107" y="21"/>
                  <a:pt x="107" y="21"/>
                </a:cubicBezTo>
                <a:cubicBezTo>
                  <a:pt x="68" y="59"/>
                  <a:pt x="68" y="59"/>
                  <a:pt x="68" y="59"/>
                </a:cubicBezTo>
                <a:lnTo>
                  <a:pt x="68" y="45"/>
                </a:lnTo>
                <a:close/>
                <a:moveTo>
                  <a:pt x="115" y="97"/>
                </a:moveTo>
                <a:cubicBezTo>
                  <a:pt x="113" y="100"/>
                  <a:pt x="111" y="104"/>
                  <a:pt x="108" y="106"/>
                </a:cubicBezTo>
                <a:cubicBezTo>
                  <a:pt x="104" y="110"/>
                  <a:pt x="100" y="113"/>
                  <a:pt x="95" y="116"/>
                </a:cubicBezTo>
                <a:cubicBezTo>
                  <a:pt x="86" y="121"/>
                  <a:pt x="76" y="123"/>
                  <a:pt x="66" y="123"/>
                </a:cubicBezTo>
                <a:cubicBezTo>
                  <a:pt x="61" y="123"/>
                  <a:pt x="56" y="123"/>
                  <a:pt x="51" y="121"/>
                </a:cubicBezTo>
                <a:cubicBezTo>
                  <a:pt x="46" y="120"/>
                  <a:pt x="41" y="118"/>
                  <a:pt x="36" y="115"/>
                </a:cubicBezTo>
                <a:cubicBezTo>
                  <a:pt x="29" y="111"/>
                  <a:pt x="23" y="106"/>
                  <a:pt x="19" y="100"/>
                </a:cubicBezTo>
                <a:cubicBezTo>
                  <a:pt x="14" y="94"/>
                  <a:pt x="11" y="87"/>
                  <a:pt x="9" y="79"/>
                </a:cubicBezTo>
                <a:cubicBezTo>
                  <a:pt x="7" y="72"/>
                  <a:pt x="6" y="64"/>
                  <a:pt x="7" y="57"/>
                </a:cubicBezTo>
                <a:cubicBezTo>
                  <a:pt x="8" y="49"/>
                  <a:pt x="11" y="41"/>
                  <a:pt x="15" y="34"/>
                </a:cubicBezTo>
                <a:cubicBezTo>
                  <a:pt x="17" y="30"/>
                  <a:pt x="21" y="25"/>
                  <a:pt x="24" y="22"/>
                </a:cubicBezTo>
                <a:cubicBezTo>
                  <a:pt x="28" y="18"/>
                  <a:pt x="32" y="15"/>
                  <a:pt x="37" y="12"/>
                </a:cubicBezTo>
                <a:cubicBezTo>
                  <a:pt x="44" y="8"/>
                  <a:pt x="53" y="5"/>
                  <a:pt x="62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64"/>
                  <a:pt x="64" y="64"/>
                  <a:pt x="64" y="64"/>
                </a:cubicBezTo>
                <a:cubicBezTo>
                  <a:pt x="64" y="65"/>
                  <a:pt x="64" y="66"/>
                  <a:pt x="65" y="66"/>
                </a:cubicBezTo>
                <a:cubicBezTo>
                  <a:pt x="116" y="96"/>
                  <a:pt x="116" y="96"/>
                  <a:pt x="116" y="96"/>
                </a:cubicBezTo>
                <a:lnTo>
                  <a:pt x="115" y="97"/>
                </a:lnTo>
                <a:close/>
                <a:moveTo>
                  <a:pt x="119" y="92"/>
                </a:moveTo>
                <a:cubicBezTo>
                  <a:pt x="110" y="87"/>
                  <a:pt x="110" y="87"/>
                  <a:pt x="110" y="87"/>
                </a:cubicBezTo>
                <a:cubicBezTo>
                  <a:pt x="125" y="72"/>
                  <a:pt x="125" y="72"/>
                  <a:pt x="125" y="72"/>
                </a:cubicBezTo>
                <a:cubicBezTo>
                  <a:pt x="124" y="77"/>
                  <a:pt x="124" y="77"/>
                  <a:pt x="124" y="77"/>
                </a:cubicBezTo>
                <a:cubicBezTo>
                  <a:pt x="123" y="81"/>
                  <a:pt x="121" y="86"/>
                  <a:pt x="119" y="90"/>
                </a:cubicBezTo>
                <a:lnTo>
                  <a:pt x="119" y="92"/>
                </a:ln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微软雅黑"/>
            </a:endParaRPr>
          </a:p>
        </p:txBody>
      </p:sp>
      <p:grpSp>
        <p:nvGrpSpPr>
          <p:cNvPr id="1234" name="组合 68"/>
          <p:cNvGrpSpPr/>
          <p:nvPr/>
        </p:nvGrpSpPr>
        <p:grpSpPr>
          <a:xfrm>
            <a:off x="5476680" y="3710160"/>
            <a:ext cx="467640" cy="467640"/>
            <a:chOff x="5476680" y="3710160"/>
            <a:chExt cx="467640" cy="467640"/>
          </a:xfrm>
        </p:grpSpPr>
        <p:sp>
          <p:nvSpPr>
            <p:cNvPr id="1235" name="Freeform 228"/>
            <p:cNvSpPr/>
            <p:nvPr/>
          </p:nvSpPr>
          <p:spPr>
            <a:xfrm>
              <a:off x="5476680" y="3710160"/>
              <a:ext cx="467640" cy="467640"/>
            </a:xfrm>
            <a:custGeom>
              <a:avLst/>
              <a:gdLst>
                <a:gd name="textAreaLeft" fmla="*/ 0 w 467640"/>
                <a:gd name="textAreaRight" fmla="*/ 468000 w 467640"/>
                <a:gd name="textAreaTop" fmla="*/ 0 h 467640"/>
                <a:gd name="textAreaBottom" fmla="*/ 468000 h 467640"/>
                <a:gd name="GluePoint1X" fmla="*/ 64 w 128"/>
                <a:gd name="GluePoint1Y" fmla="*/ 0 h 128"/>
                <a:gd name="GluePoint2X" fmla="*/ 0 w 128"/>
                <a:gd name="GluePoint2Y" fmla="*/ 64 h 128"/>
                <a:gd name="GluePoint3X" fmla="*/ 64 w 128"/>
                <a:gd name="GluePoint3Y" fmla="*/ 128 h 128"/>
                <a:gd name="GluePoint4X" fmla="*/ 128 w 128"/>
                <a:gd name="GluePoint4Y" fmla="*/ 64 h 128"/>
                <a:gd name="GluePoint5X" fmla="*/ 64 w 128"/>
                <a:gd name="GluePoint5Y" fmla="*/ 0 h 128"/>
                <a:gd name="GluePoint6X" fmla="*/ 106 w 128"/>
                <a:gd name="GluePoint6Y" fmla="*/ 106 h 128"/>
                <a:gd name="GluePoint7X" fmla="*/ 87 w 128"/>
                <a:gd name="GluePoint7Y" fmla="*/ 119 h 128"/>
                <a:gd name="GluePoint8X" fmla="*/ 64 w 128"/>
                <a:gd name="GluePoint8Y" fmla="*/ 123 h 128"/>
                <a:gd name="GluePoint9X" fmla="*/ 41 w 128"/>
                <a:gd name="GluePoint9Y" fmla="*/ 119 h 128"/>
                <a:gd name="GluePoint10X" fmla="*/ 22 w 128"/>
                <a:gd name="GluePoint10Y" fmla="*/ 106 h 128"/>
                <a:gd name="GluePoint11X" fmla="*/ 9 w 128"/>
                <a:gd name="GluePoint11Y" fmla="*/ 87 h 128"/>
                <a:gd name="GluePoint12X" fmla="*/ 5 w 128"/>
                <a:gd name="GluePoint12Y" fmla="*/ 64 h 128"/>
                <a:gd name="GluePoint13X" fmla="*/ 9 w 128"/>
                <a:gd name="GluePoint13Y" fmla="*/ 41 h 128"/>
                <a:gd name="GluePoint14X" fmla="*/ 22 w 128"/>
                <a:gd name="GluePoint14Y" fmla="*/ 22 h 128"/>
                <a:gd name="GluePoint15X" fmla="*/ 41 w 128"/>
                <a:gd name="GluePoint15Y" fmla="*/ 9 h 128"/>
                <a:gd name="GluePoint16X" fmla="*/ 87 w 128"/>
                <a:gd name="GluePoint16Y" fmla="*/ 9 h 128"/>
                <a:gd name="GluePoint17X" fmla="*/ 106 w 128"/>
                <a:gd name="GluePoint17Y" fmla="*/ 22 h 128"/>
                <a:gd name="GluePoint18X" fmla="*/ 119 w 128"/>
                <a:gd name="GluePoint18Y" fmla="*/ 41 h 128"/>
                <a:gd name="GluePoint19X" fmla="*/ 123 w 128"/>
                <a:gd name="GluePoint19Y" fmla="*/ 64 h 128"/>
                <a:gd name="GluePoint20X" fmla="*/ 119 w 128"/>
                <a:gd name="GluePoint20Y" fmla="*/ 87 h 128"/>
                <a:gd name="GluePoint21X" fmla="*/ 106 w 128"/>
                <a:gd name="GluePoint21Y" fmla="*/ 106 h 12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</a:cxnLst>
              <a:rect l="textAreaLeft" t="textAreaTop" r="textAreaRight" b="textAreaBottom"/>
              <a:pathLst>
                <a:path w="128" h="128">
                  <a:moveTo>
                    <a:pt x="64" y="0"/>
                  </a:moveTo>
                  <a:cubicBezTo>
                    <a:pt x="29" y="0"/>
                    <a:pt x="0" y="29"/>
                    <a:pt x="0" y="64"/>
                  </a:cubicBezTo>
                  <a:cubicBezTo>
                    <a:pt x="0" y="99"/>
                    <a:pt x="29" y="128"/>
                    <a:pt x="64" y="128"/>
                  </a:cubicBezTo>
                  <a:cubicBezTo>
                    <a:pt x="99" y="128"/>
                    <a:pt x="128" y="99"/>
                    <a:pt x="128" y="64"/>
                  </a:cubicBezTo>
                  <a:cubicBezTo>
                    <a:pt x="128" y="29"/>
                    <a:pt x="99" y="0"/>
                    <a:pt x="64" y="0"/>
                  </a:cubicBezTo>
                  <a:close/>
                  <a:moveTo>
                    <a:pt x="106" y="106"/>
                  </a:moveTo>
                  <a:cubicBezTo>
                    <a:pt x="101" y="111"/>
                    <a:pt x="94" y="116"/>
                    <a:pt x="87" y="119"/>
                  </a:cubicBezTo>
                  <a:cubicBezTo>
                    <a:pt x="80" y="122"/>
                    <a:pt x="72" y="123"/>
                    <a:pt x="64" y="123"/>
                  </a:cubicBezTo>
                  <a:cubicBezTo>
                    <a:pt x="56" y="123"/>
                    <a:pt x="48" y="122"/>
                    <a:pt x="41" y="119"/>
                  </a:cubicBezTo>
                  <a:cubicBezTo>
                    <a:pt x="34" y="116"/>
                    <a:pt x="27" y="111"/>
                    <a:pt x="22" y="106"/>
                  </a:cubicBezTo>
                  <a:cubicBezTo>
                    <a:pt x="17" y="101"/>
                    <a:pt x="12" y="94"/>
                    <a:pt x="9" y="87"/>
                  </a:cubicBezTo>
                  <a:cubicBezTo>
                    <a:pt x="6" y="80"/>
                    <a:pt x="5" y="72"/>
                    <a:pt x="5" y="64"/>
                  </a:cubicBezTo>
                  <a:cubicBezTo>
                    <a:pt x="5" y="56"/>
                    <a:pt x="6" y="48"/>
                    <a:pt x="9" y="41"/>
                  </a:cubicBezTo>
                  <a:cubicBezTo>
                    <a:pt x="12" y="34"/>
                    <a:pt x="17" y="27"/>
                    <a:pt x="22" y="22"/>
                  </a:cubicBezTo>
                  <a:cubicBezTo>
                    <a:pt x="27" y="17"/>
                    <a:pt x="34" y="12"/>
                    <a:pt x="41" y="9"/>
                  </a:cubicBezTo>
                  <a:cubicBezTo>
                    <a:pt x="56" y="3"/>
                    <a:pt x="72" y="3"/>
                    <a:pt x="87" y="9"/>
                  </a:cubicBezTo>
                  <a:cubicBezTo>
                    <a:pt x="94" y="12"/>
                    <a:pt x="101" y="17"/>
                    <a:pt x="106" y="22"/>
                  </a:cubicBezTo>
                  <a:cubicBezTo>
                    <a:pt x="111" y="27"/>
                    <a:pt x="116" y="34"/>
                    <a:pt x="119" y="41"/>
                  </a:cubicBezTo>
                  <a:cubicBezTo>
                    <a:pt x="122" y="48"/>
                    <a:pt x="123" y="56"/>
                    <a:pt x="123" y="64"/>
                  </a:cubicBezTo>
                  <a:cubicBezTo>
                    <a:pt x="123" y="72"/>
                    <a:pt x="122" y="80"/>
                    <a:pt x="119" y="87"/>
                  </a:cubicBezTo>
                  <a:cubicBezTo>
                    <a:pt x="116" y="94"/>
                    <a:pt x="112" y="101"/>
                    <a:pt x="106" y="106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1236" name="Oval 229"/>
            <p:cNvSpPr/>
            <p:nvPr/>
          </p:nvSpPr>
          <p:spPr>
            <a:xfrm>
              <a:off x="5695920" y="3929400"/>
              <a:ext cx="29160" cy="29160"/>
            </a:xfrm>
            <a:prstGeom prst="ellipse">
              <a:avLst/>
            </a:prstGeom>
            <a:solidFill>
              <a:schemeClr val="accent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15120" tIns="10080" rIns="15120" bIns="100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1237" name="Freeform 230"/>
            <p:cNvSpPr/>
            <p:nvPr/>
          </p:nvSpPr>
          <p:spPr>
            <a:xfrm>
              <a:off x="5637240" y="3784320"/>
              <a:ext cx="146520" cy="320760"/>
            </a:xfrm>
            <a:custGeom>
              <a:avLst/>
              <a:gdLst>
                <a:gd name="textAreaLeft" fmla="*/ 0 w 146520"/>
                <a:gd name="textAreaRight" fmla="*/ 146880 w 146520"/>
                <a:gd name="textAreaTop" fmla="*/ 0 h 320760"/>
                <a:gd name="textAreaBottom" fmla="*/ 321120 h 320760"/>
                <a:gd name="GluePoint1X" fmla="*/ 40 w 40"/>
                <a:gd name="GluePoint1Y" fmla="*/ 43 h 88"/>
                <a:gd name="GluePoint2X" fmla="*/ 40 w 40"/>
                <a:gd name="GluePoint2Y" fmla="*/ 43 h 88"/>
                <a:gd name="GluePoint3X" fmla="*/ 22 w 40"/>
                <a:gd name="GluePoint3Y" fmla="*/ 2 h 88"/>
                <a:gd name="GluePoint4X" fmla="*/ 18 w 40"/>
                <a:gd name="GluePoint4Y" fmla="*/ 2 h 88"/>
                <a:gd name="GluePoint5X" fmla="*/ 0 w 40"/>
                <a:gd name="GluePoint5Y" fmla="*/ 43 h 88"/>
                <a:gd name="GluePoint6X" fmla="*/ 0 w 40"/>
                <a:gd name="GluePoint6Y" fmla="*/ 44 h 88"/>
                <a:gd name="GluePoint7X" fmla="*/ 0 w 40"/>
                <a:gd name="GluePoint7Y" fmla="*/ 45 h 88"/>
                <a:gd name="GluePoint8X" fmla="*/ 0 w 40"/>
                <a:gd name="GluePoint8Y" fmla="*/ 45 h 88"/>
                <a:gd name="GluePoint9X" fmla="*/ 18 w 40"/>
                <a:gd name="GluePoint9Y" fmla="*/ 86 h 88"/>
                <a:gd name="GluePoint10X" fmla="*/ 22 w 40"/>
                <a:gd name="GluePoint10Y" fmla="*/ 86 h 88"/>
                <a:gd name="GluePoint11X" fmla="*/ 40 w 40"/>
                <a:gd name="GluePoint11Y" fmla="*/ 45 h 88"/>
                <a:gd name="GluePoint12X" fmla="*/ 40 w 40"/>
                <a:gd name="GluePoint12Y" fmla="*/ 44 h 88"/>
                <a:gd name="GluePoint13X" fmla="*/ 40 w 40"/>
                <a:gd name="GluePoint13Y" fmla="*/ 44 h 88"/>
                <a:gd name="GluePoint14X" fmla="*/ 40 w 40"/>
                <a:gd name="GluePoint14Y" fmla="*/ 44 h 88"/>
                <a:gd name="GluePoint15X" fmla="*/ 40 w 40"/>
                <a:gd name="GluePoint15Y" fmla="*/ 43 h 88"/>
                <a:gd name="GluePoint16X" fmla="*/ 20 w 40"/>
                <a:gd name="GluePoint16Y" fmla="*/ 80 h 88"/>
                <a:gd name="GluePoint17X" fmla="*/ 4 w 40"/>
                <a:gd name="GluePoint17Y" fmla="*/ 44 h 88"/>
                <a:gd name="GluePoint18X" fmla="*/ 20 w 40"/>
                <a:gd name="GluePoint18Y" fmla="*/ 9 h 88"/>
                <a:gd name="GluePoint19X" fmla="*/ 36 w 40"/>
                <a:gd name="GluePoint19Y" fmla="*/ 44 h 88"/>
                <a:gd name="GluePoint20X" fmla="*/ 20 w 40"/>
                <a:gd name="GluePoint20Y" fmla="*/ 80 h 8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40" h="88">
                  <a:moveTo>
                    <a:pt x="40" y="43"/>
                  </a:moveTo>
                  <a:cubicBezTo>
                    <a:pt x="40" y="43"/>
                    <a:pt x="40" y="43"/>
                    <a:pt x="40" y="43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1" y="0"/>
                    <a:pt x="19" y="0"/>
                    <a:pt x="18" y="2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3"/>
                    <a:pt x="0" y="44"/>
                    <a:pt x="0" y="44"/>
                  </a:cubicBezTo>
                  <a:cubicBezTo>
                    <a:pt x="0" y="44"/>
                    <a:pt x="0" y="45"/>
                    <a:pt x="0" y="45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18" y="86"/>
                    <a:pt x="18" y="86"/>
                    <a:pt x="18" y="86"/>
                  </a:cubicBezTo>
                  <a:cubicBezTo>
                    <a:pt x="19" y="88"/>
                    <a:pt x="21" y="88"/>
                    <a:pt x="22" y="86"/>
                  </a:cubicBezTo>
                  <a:cubicBezTo>
                    <a:pt x="40" y="45"/>
                    <a:pt x="40" y="45"/>
                    <a:pt x="40" y="45"/>
                  </a:cubicBezTo>
                  <a:cubicBezTo>
                    <a:pt x="40" y="45"/>
                    <a:pt x="40" y="44"/>
                    <a:pt x="40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44"/>
                    <a:pt x="40" y="44"/>
                    <a:pt x="40" y="44"/>
                  </a:cubicBezTo>
                  <a:cubicBezTo>
                    <a:pt x="40" y="44"/>
                    <a:pt x="40" y="43"/>
                    <a:pt x="40" y="43"/>
                  </a:cubicBezTo>
                  <a:close/>
                  <a:moveTo>
                    <a:pt x="20" y="80"/>
                  </a:moveTo>
                  <a:cubicBezTo>
                    <a:pt x="4" y="44"/>
                    <a:pt x="4" y="44"/>
                    <a:pt x="4" y="44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36" y="44"/>
                    <a:pt x="36" y="44"/>
                    <a:pt x="36" y="44"/>
                  </a:cubicBezTo>
                  <a:lnTo>
                    <a:pt x="20" y="80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75240" rIns="7524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微软雅黑"/>
              </a:endParaRPr>
            </a:p>
          </p:txBody>
        </p:sp>
      </p:grpSp>
    </p:spTree>
  </p:cSld>
  <p:transition spd="med">
    <p:pull dir="r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PlaceHolder 1"/>
          <p:cNvSpPr>
            <a:spLocks noGrp="1"/>
          </p:cNvSpPr>
          <p:nvPr>
            <p:ph type="title"/>
          </p:nvPr>
        </p:nvSpPr>
        <p:spPr>
          <a:xfrm>
            <a:off x="577800" y="249120"/>
            <a:ext cx="8643600" cy="479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zh-CN" sz="2800" b="1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功能测试与</a:t>
            </a:r>
            <a:r>
              <a:rPr lang="zh-CN" sz="2800" b="1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指标核对</a:t>
            </a:r>
            <a:endParaRPr lang="en-US" sz="2800" b="1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  <p:sp>
        <p:nvSpPr>
          <p:cNvPr id="1239" name="内容占位符 1"/>
          <p:cNvSpPr/>
          <p:nvPr/>
        </p:nvSpPr>
        <p:spPr>
          <a:xfrm>
            <a:off x="1539720" y="1700280"/>
            <a:ext cx="9099720" cy="36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功能测试：三个脚本从零跑通，产物数量对得上——</a:t>
            </a:r>
            <a:r>
              <a:rPr lang="en-US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M1 </a:t>
            </a: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出 </a:t>
            </a:r>
            <a:r>
              <a:rPr lang="en-US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20 </a:t>
            </a: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行统计、</a:t>
            </a:r>
            <a:r>
              <a:rPr lang="en-US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M2 </a:t>
            </a: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出 </a:t>
            </a:r>
            <a:r>
              <a:rPr lang="en-US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100 </a:t>
            </a: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个向量与 </a:t>
            </a:r>
            <a:r>
              <a:rPr lang="en-US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97 </a:t>
            </a: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个 </a:t>
            </a:r>
            <a:r>
              <a:rPr lang="en-US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STEP</a:t>
            </a: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、</a:t>
            </a:r>
            <a:r>
              <a:rPr lang="en-US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M3 </a:t>
            </a: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出指标表。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指标核对：</a:t>
            </a:r>
            <a:r>
              <a:rPr lang="en-US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ACC </a:t>
            </a: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独立复算与 </a:t>
            </a:r>
            <a:r>
              <a:rPr lang="en-US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m3.py </a:t>
            </a: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逐位一致；</a:t>
            </a:r>
            <a:r>
              <a:rPr lang="en-US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CD </a:t>
            </a: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与成功率与论文同量级（中位 </a:t>
            </a:r>
            <a:r>
              <a:rPr lang="en-US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CD 0.757 vs 0.787</a:t>
            </a: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）。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0" name="半闭框 11"/>
          <p:cNvSpPr/>
          <p:nvPr/>
        </p:nvSpPr>
        <p:spPr>
          <a:xfrm>
            <a:off x="1059120" y="1459800"/>
            <a:ext cx="480240" cy="480240"/>
          </a:xfrm>
          <a:prstGeom prst="halfFrame">
            <a:avLst>
              <a:gd name="adj1" fmla="val 17948"/>
              <a:gd name="adj2" fmla="val 17949"/>
            </a:avLst>
          </a:prstGeom>
          <a:solidFill>
            <a:schemeClr val="accent4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微软雅黑"/>
            </a:endParaRPr>
          </a:p>
        </p:txBody>
      </p:sp>
      <p:sp>
        <p:nvSpPr>
          <p:cNvPr id="1241" name="半闭框 12"/>
          <p:cNvSpPr/>
          <p:nvPr/>
        </p:nvSpPr>
        <p:spPr>
          <a:xfrm flipH="1" flipV="1">
            <a:off x="10639800" y="5185800"/>
            <a:ext cx="480240" cy="480240"/>
          </a:xfrm>
          <a:prstGeom prst="halfFrame">
            <a:avLst>
              <a:gd name="adj1" fmla="val 17948"/>
              <a:gd name="adj2" fmla="val 17949"/>
            </a:avLst>
          </a:prstGeom>
          <a:solidFill>
            <a:schemeClr val="accent4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微软雅黑"/>
            </a:endParaRPr>
          </a:p>
        </p:txBody>
      </p:sp>
    </p:spTree>
  </p:cSld>
  <p:transition spd="med">
    <p:pull dir="r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2" name="组合 2"/>
          <p:cNvGrpSpPr/>
          <p:nvPr/>
        </p:nvGrpSpPr>
        <p:grpSpPr>
          <a:xfrm>
            <a:off x="5891760" y="3000240"/>
            <a:ext cx="4377960" cy="857160"/>
            <a:chOff x="5891760" y="3000240"/>
            <a:chExt cx="4377960" cy="857160"/>
          </a:xfrm>
        </p:grpSpPr>
        <p:sp>
          <p:nvSpPr>
            <p:cNvPr id="1243" name="文本框 18"/>
            <p:cNvSpPr/>
            <p:nvPr/>
          </p:nvSpPr>
          <p:spPr>
            <a:xfrm>
              <a:off x="6853680" y="3105720"/>
              <a:ext cx="3416040" cy="64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zh-CN" sz="3600" b="1" u="none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结果与讨论</a:t>
              </a:r>
              <a:endPara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4" name="椭圆 19"/>
            <p:cNvSpPr/>
            <p:nvPr/>
          </p:nvSpPr>
          <p:spPr>
            <a:xfrm>
              <a:off x="5891760" y="3000240"/>
              <a:ext cx="857160" cy="8571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lang="en-US" sz="4000" b="1" u="none" strike="noStrike">
                  <a:solidFill>
                    <a:schemeClr val="lt1"/>
                  </a:solidFill>
                  <a:effectLst/>
                  <a:uFillTx/>
                  <a:latin typeface="Consolas"/>
                  <a:ea typeface="Consolas"/>
                </a:rPr>
                <a:t>04</a:t>
              </a:r>
              <a:endParaRPr lang="en-US" sz="4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 spd="med">
    <p:pull dir="r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PlaceHolder 1"/>
          <p:cNvSpPr>
            <a:spLocks noGrp="1"/>
          </p:cNvSpPr>
          <p:nvPr>
            <p:ph type="title"/>
          </p:nvPr>
        </p:nvSpPr>
        <p:spPr>
          <a:xfrm>
            <a:off x="577800" y="249120"/>
            <a:ext cx="8643600" cy="479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zh-CN" sz="2800" b="1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模块完成情况</a:t>
            </a:r>
            <a:endParaRPr lang="en-US" sz="2800" b="1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  <p:grpSp>
        <p:nvGrpSpPr>
          <p:cNvPr id="1246" name="组合 10"/>
          <p:cNvGrpSpPr/>
          <p:nvPr/>
        </p:nvGrpSpPr>
        <p:grpSpPr>
          <a:xfrm>
            <a:off x="640800" y="1607400"/>
            <a:ext cx="2159640" cy="3916800"/>
            <a:chOff x="640800" y="1607400"/>
            <a:chExt cx="2159640" cy="3916800"/>
          </a:xfrm>
        </p:grpSpPr>
        <p:sp>
          <p:nvSpPr>
            <p:cNvPr id="1247" name="矩形 11"/>
            <p:cNvSpPr/>
            <p:nvPr/>
          </p:nvSpPr>
          <p:spPr>
            <a:xfrm>
              <a:off x="640800" y="2238840"/>
              <a:ext cx="719640" cy="716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27000" rIns="90000" bIns="27000" anchor="ctr">
              <a:noAutofit/>
            </a:bodyPr>
            <a:p>
              <a:endParaRPr lang="en-US" sz="2000" b="0" u="none" strike="noStrike">
                <a:solidFill>
                  <a:schemeClr val="lt1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1248" name="文本框 12"/>
            <p:cNvSpPr/>
            <p:nvPr/>
          </p:nvSpPr>
          <p:spPr>
            <a:xfrm>
              <a:off x="640800" y="1607400"/>
              <a:ext cx="2015640" cy="46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2400" b="1" u="none" spc="99" strike="noStrike">
                  <a:solidFill>
                    <a:schemeClr val="accent1"/>
                  </a:solidFill>
                  <a:effectLst/>
                  <a:uFillTx/>
                  <a:latin typeface="Consolas"/>
                  <a:ea typeface="Consolas"/>
                </a:rPr>
                <a:t>M1 </a:t>
              </a:r>
              <a:r>
                <a:rPr lang="zh-CN" sz="2400" b="1" u="none" spc="99" strike="noStrike">
                  <a:solidFill>
                    <a:schemeClr val="accent1"/>
                  </a:solidFill>
                  <a:effectLst/>
                  <a:uFillTx/>
                  <a:latin typeface="Consolas"/>
                  <a:ea typeface="Consolas"/>
                </a:rPr>
                <a:t>已完成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9" name="文本框 13"/>
            <p:cNvSpPr/>
            <p:nvPr/>
          </p:nvSpPr>
          <p:spPr>
            <a:xfrm>
              <a:off x="640800" y="2542320"/>
              <a:ext cx="2159640" cy="298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45000" rIns="90000" bIns="45000" anchor="t">
              <a:noAutofit/>
            </a:bodyPr>
            <a:p>
              <a:pPr algn="just">
                <a:lnSpc>
                  <a:spcPct val="150000"/>
                </a:lnSpc>
              </a:pPr>
              <a:r>
                <a:rPr lang="en-US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20 </a:t>
              </a:r>
              <a:r>
                <a:rPr lang="zh-CN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个样本的命令统计，</a:t>
              </a:r>
              <a:r>
                <a:rPr lang="en-US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3 </a:t>
              </a:r>
              <a:r>
                <a:rPr lang="zh-CN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个零件讲解与命令序列。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50" name="组合 14"/>
          <p:cNvGrpSpPr/>
          <p:nvPr/>
        </p:nvGrpSpPr>
        <p:grpSpPr>
          <a:xfrm>
            <a:off x="5025600" y="1607400"/>
            <a:ext cx="2159640" cy="3916800"/>
            <a:chOff x="5025600" y="1607400"/>
            <a:chExt cx="2159640" cy="3916800"/>
          </a:xfrm>
        </p:grpSpPr>
        <p:sp>
          <p:nvSpPr>
            <p:cNvPr id="1251" name="矩形 15"/>
            <p:cNvSpPr/>
            <p:nvPr/>
          </p:nvSpPr>
          <p:spPr>
            <a:xfrm>
              <a:off x="5025600" y="2238840"/>
              <a:ext cx="719640" cy="716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27000" rIns="90000" bIns="27000" anchor="ctr">
              <a:noAutofit/>
            </a:bodyPr>
            <a:p>
              <a:endParaRPr lang="en-US" sz="2000" b="0" u="none" strike="noStrike">
                <a:solidFill>
                  <a:schemeClr val="lt1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1252" name="文本框 16"/>
            <p:cNvSpPr/>
            <p:nvPr/>
          </p:nvSpPr>
          <p:spPr>
            <a:xfrm>
              <a:off x="5025600" y="1607400"/>
              <a:ext cx="2015640" cy="46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2400" b="1" u="none" spc="99" strike="noStrike">
                  <a:solidFill>
                    <a:schemeClr val="accent1"/>
                  </a:solidFill>
                  <a:effectLst/>
                  <a:uFillTx/>
                  <a:latin typeface="Consolas"/>
                  <a:ea typeface="Consolas"/>
                </a:rPr>
                <a:t>M2 </a:t>
              </a:r>
              <a:r>
                <a:rPr lang="zh-CN" sz="2400" b="1" u="none" spc="99" strike="noStrike">
                  <a:solidFill>
                    <a:schemeClr val="accent1"/>
                  </a:solidFill>
                  <a:effectLst/>
                  <a:uFillTx/>
                  <a:latin typeface="Consolas"/>
                  <a:ea typeface="Consolas"/>
                </a:rPr>
                <a:t>已完成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3" name="文本框 17"/>
            <p:cNvSpPr/>
            <p:nvPr/>
          </p:nvSpPr>
          <p:spPr>
            <a:xfrm>
              <a:off x="5025600" y="2542320"/>
              <a:ext cx="2159640" cy="298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45000" rIns="90000" bIns="45000" anchor="t">
              <a:noAutofit/>
            </a:bodyPr>
            <a:p>
              <a:pPr algn="just">
                <a:lnSpc>
                  <a:spcPct val="150000"/>
                </a:lnSpc>
              </a:pPr>
              <a:r>
                <a:rPr lang="zh-CN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固定 </a:t>
              </a:r>
              <a:r>
                <a:rPr lang="en-US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100 </a:t>
              </a:r>
              <a:r>
                <a:rPr lang="zh-CN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个测试样本，全部推理成功，</a:t>
              </a:r>
              <a:r>
                <a:rPr lang="en-US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97 </a:t>
              </a:r>
              <a:r>
                <a:rPr lang="zh-CN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个导出 </a:t>
              </a:r>
              <a:r>
                <a:rPr lang="en-US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STEP</a:t>
              </a:r>
              <a:r>
                <a:rPr lang="zh-CN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。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54" name="组合 18"/>
          <p:cNvGrpSpPr/>
          <p:nvPr/>
        </p:nvGrpSpPr>
        <p:grpSpPr>
          <a:xfrm>
            <a:off x="9410400" y="1607400"/>
            <a:ext cx="2159640" cy="3916800"/>
            <a:chOff x="9410400" y="1607400"/>
            <a:chExt cx="2159640" cy="3916800"/>
          </a:xfrm>
        </p:grpSpPr>
        <p:sp>
          <p:nvSpPr>
            <p:cNvPr id="1255" name="矩形 19"/>
            <p:cNvSpPr/>
            <p:nvPr/>
          </p:nvSpPr>
          <p:spPr>
            <a:xfrm>
              <a:off x="9410400" y="2238840"/>
              <a:ext cx="719640" cy="716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27000" rIns="90000" bIns="27000" anchor="ctr">
              <a:noAutofit/>
            </a:bodyPr>
            <a:p>
              <a:endParaRPr lang="en-US" sz="2000" b="0" u="none" strike="noStrike">
                <a:solidFill>
                  <a:schemeClr val="lt1"/>
                </a:solidFill>
                <a:effectLst/>
                <a:uFillTx/>
                <a:latin typeface="微软雅黑"/>
              </a:endParaRPr>
            </a:p>
          </p:txBody>
        </p:sp>
        <p:sp>
          <p:nvSpPr>
            <p:cNvPr id="1256" name="文本框 20"/>
            <p:cNvSpPr/>
            <p:nvPr/>
          </p:nvSpPr>
          <p:spPr>
            <a:xfrm>
              <a:off x="9410400" y="1607400"/>
              <a:ext cx="2015640" cy="461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2400" b="1" u="none" spc="99" strike="noStrike">
                  <a:solidFill>
                    <a:schemeClr val="accent1"/>
                  </a:solidFill>
                  <a:effectLst/>
                  <a:uFillTx/>
                  <a:latin typeface="Consolas"/>
                  <a:ea typeface="Consolas"/>
                </a:rPr>
                <a:t>M3 </a:t>
              </a:r>
              <a:r>
                <a:rPr lang="zh-CN" sz="2400" b="1" u="none" spc="99" strike="noStrike">
                  <a:solidFill>
                    <a:schemeClr val="accent1"/>
                  </a:solidFill>
                  <a:effectLst/>
                  <a:uFillTx/>
                  <a:latin typeface="Consolas"/>
                  <a:ea typeface="Consolas"/>
                </a:rPr>
                <a:t>已完成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7" name="文本框 21"/>
            <p:cNvSpPr/>
            <p:nvPr/>
          </p:nvSpPr>
          <p:spPr>
            <a:xfrm>
              <a:off x="9410400" y="2542320"/>
              <a:ext cx="2159640" cy="2981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45000" rIns="90000" bIns="45000" anchor="t">
              <a:noAutofit/>
            </a:bodyPr>
            <a:p>
              <a:pPr algn="just">
                <a:lnSpc>
                  <a:spcPct val="150000"/>
                </a:lnSpc>
              </a:pPr>
              <a:r>
                <a:rPr lang="en-US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1000 </a:t>
              </a:r>
              <a:r>
                <a:rPr lang="zh-CN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个样本，三项指标 </a:t>
              </a:r>
              <a:r>
                <a:rPr lang="en-US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+ </a:t>
              </a:r>
              <a:r>
                <a:rPr lang="zh-CN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短 </a:t>
              </a:r>
              <a:r>
                <a:rPr lang="en-US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/ </a:t>
              </a:r>
              <a:r>
                <a:rPr lang="zh-CN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中 </a:t>
              </a:r>
              <a:r>
                <a:rPr lang="en-US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/ </a:t>
              </a:r>
              <a:r>
                <a:rPr lang="zh-CN" sz="1800" b="0" u="none" spc="99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长分组。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58" name="right-arrow_339913"/>
          <p:cNvSpPr/>
          <p:nvPr/>
        </p:nvSpPr>
        <p:spPr>
          <a:xfrm>
            <a:off x="3520080" y="2950200"/>
            <a:ext cx="609480" cy="608040"/>
          </a:xfrm>
          <a:custGeom>
            <a:avLst/>
            <a:gdLst>
              <a:gd name="textAreaLeft" fmla="*/ 0 w 609480"/>
              <a:gd name="textAreaRight" fmla="*/ 609840 w 609480"/>
              <a:gd name="textAreaTop" fmla="*/ 0 h 608040"/>
              <a:gd name="textAreaBottom" fmla="*/ 608400 h 608040"/>
              <a:gd name="GluePoint1X" fmla="*/ 312860 w 607729"/>
              <a:gd name="GluePoint1Y" fmla="*/ 3534 h 606561"/>
              <a:gd name="GluePoint2X" fmla="*/ 603991 w 607729"/>
              <a:gd name="GluePoint2Y" fmla="*/ 294222 h 606561"/>
              <a:gd name="GluePoint3X" fmla="*/ 603991 w 607729"/>
              <a:gd name="GluePoint3Y" fmla="*/ 312084 h 606561"/>
              <a:gd name="GluePoint4X" fmla="*/ 312860 w 607729"/>
              <a:gd name="GluePoint4Y" fmla="*/ 602772 h 606561"/>
              <a:gd name="GluePoint5X" fmla="*/ 312593 w 607729"/>
              <a:gd name="GluePoint5Y" fmla="*/ 602949 h 606561"/>
              <a:gd name="GluePoint6X" fmla="*/ 294792 w 607729"/>
              <a:gd name="GluePoint6Y" fmla="*/ 602772 h 606561"/>
              <a:gd name="GluePoint7X" fmla="*/ 295059 w 607729"/>
              <a:gd name="GluePoint7Y" fmla="*/ 584909 h 606561"/>
              <a:gd name="GluePoint8X" fmla="*/ 577201 w 607729"/>
              <a:gd name="GluePoint8Y" fmla="*/ 303108 h 606561"/>
              <a:gd name="GluePoint9X" fmla="*/ 295059 w 607729"/>
              <a:gd name="GluePoint9Y" fmla="*/ 21308 h 606561"/>
              <a:gd name="GluePoint10X" fmla="*/ 295059 w 607729"/>
              <a:gd name="GluePoint10Y" fmla="*/ 3800 h 606561"/>
              <a:gd name="GluePoint11X" fmla="*/ 312860 w 607729"/>
              <a:gd name="GluePoint11Y" fmla="*/ 3534 h 606561"/>
              <a:gd name="GluePoint12X" fmla="*/ 21707 w 607729"/>
              <a:gd name="GluePoint12Y" fmla="*/ 3534 h 606561"/>
              <a:gd name="GluePoint13X" fmla="*/ 312838 w 607729"/>
              <a:gd name="GluePoint13Y" fmla="*/ 294222 h 606561"/>
              <a:gd name="GluePoint14X" fmla="*/ 312838 w 607729"/>
              <a:gd name="GluePoint14Y" fmla="*/ 312084 h 606561"/>
              <a:gd name="GluePoint15X" fmla="*/ 21707 w 607729"/>
              <a:gd name="GluePoint15Y" fmla="*/ 602772 h 606561"/>
              <a:gd name="GluePoint16X" fmla="*/ 21440 w 607729"/>
              <a:gd name="GluePoint16Y" fmla="*/ 602949 h 606561"/>
              <a:gd name="GluePoint17X" fmla="*/ 3639 w 607729"/>
              <a:gd name="GluePoint17Y" fmla="*/ 602772 h 606561"/>
              <a:gd name="GluePoint18X" fmla="*/ 3906 w 607729"/>
              <a:gd name="GluePoint18Y" fmla="*/ 584909 h 606561"/>
              <a:gd name="GluePoint19X" fmla="*/ 286047 w 607729"/>
              <a:gd name="GluePoint19Y" fmla="*/ 303197 h 606561"/>
              <a:gd name="GluePoint20X" fmla="*/ 3906 w 607729"/>
              <a:gd name="GluePoint20Y" fmla="*/ 21485 h 606561"/>
              <a:gd name="GluePoint21X" fmla="*/ 3906 w 607729"/>
              <a:gd name="GluePoint21Y" fmla="*/ 3889 h 606561"/>
              <a:gd name="GluePoint22X" fmla="*/ 21707 w 607729"/>
              <a:gd name="GluePoint22Y" fmla="*/ 3534 h 60656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</a:cxnLst>
            <a:rect l="textAreaLeft" t="textAreaTop" r="textAreaRight" b="textAreaBottom"/>
            <a:pathLst>
              <a:path w="607729" h="606561">
                <a:moveTo>
                  <a:pt x="312860" y="3534"/>
                </a:moveTo>
                <a:lnTo>
                  <a:pt x="603991" y="294222"/>
                </a:lnTo>
                <a:cubicBezTo>
                  <a:pt x="608975" y="299109"/>
                  <a:pt x="608975" y="307107"/>
                  <a:pt x="603991" y="312084"/>
                </a:cubicBezTo>
                <a:lnTo>
                  <a:pt x="312860" y="602772"/>
                </a:lnTo>
                <a:lnTo>
                  <a:pt x="312593" y="602949"/>
                </a:lnTo>
                <a:cubicBezTo>
                  <a:pt x="307698" y="607926"/>
                  <a:pt x="299688" y="607659"/>
                  <a:pt x="294792" y="602772"/>
                </a:cubicBezTo>
                <a:cubicBezTo>
                  <a:pt x="289808" y="597795"/>
                  <a:pt x="289986" y="589708"/>
                  <a:pt x="295059" y="584909"/>
                </a:cubicBezTo>
                <a:lnTo>
                  <a:pt x="577201" y="303108"/>
                </a:lnTo>
                <a:lnTo>
                  <a:pt x="295059" y="21308"/>
                </a:lnTo>
                <a:cubicBezTo>
                  <a:pt x="290342" y="16420"/>
                  <a:pt x="290342" y="8688"/>
                  <a:pt x="295059" y="3800"/>
                </a:cubicBezTo>
                <a:cubicBezTo>
                  <a:pt x="299866" y="-1176"/>
                  <a:pt x="307787" y="-1265"/>
                  <a:pt x="312860" y="3534"/>
                </a:cubicBezTo>
                <a:close/>
                <a:moveTo>
                  <a:pt x="21707" y="3534"/>
                </a:moveTo>
                <a:lnTo>
                  <a:pt x="312838" y="294222"/>
                </a:lnTo>
                <a:cubicBezTo>
                  <a:pt x="317822" y="299109"/>
                  <a:pt x="317822" y="307107"/>
                  <a:pt x="312838" y="312084"/>
                </a:cubicBezTo>
                <a:lnTo>
                  <a:pt x="21707" y="602772"/>
                </a:lnTo>
                <a:lnTo>
                  <a:pt x="21440" y="602949"/>
                </a:lnTo>
                <a:cubicBezTo>
                  <a:pt x="16544" y="607926"/>
                  <a:pt x="8534" y="607659"/>
                  <a:pt x="3639" y="602772"/>
                </a:cubicBezTo>
                <a:cubicBezTo>
                  <a:pt x="-1345" y="597795"/>
                  <a:pt x="-1167" y="589708"/>
                  <a:pt x="3906" y="584909"/>
                </a:cubicBezTo>
                <a:lnTo>
                  <a:pt x="286047" y="303197"/>
                </a:lnTo>
                <a:lnTo>
                  <a:pt x="3906" y="21485"/>
                </a:lnTo>
                <a:cubicBezTo>
                  <a:pt x="-811" y="16509"/>
                  <a:pt x="-811" y="8866"/>
                  <a:pt x="3906" y="3889"/>
                </a:cubicBezTo>
                <a:cubicBezTo>
                  <a:pt x="8712" y="-1176"/>
                  <a:pt x="16811" y="-1265"/>
                  <a:pt x="21707" y="3534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  <p:sp>
        <p:nvSpPr>
          <p:cNvPr id="1259" name="right-arrow_339913"/>
          <p:cNvSpPr/>
          <p:nvPr/>
        </p:nvSpPr>
        <p:spPr>
          <a:xfrm>
            <a:off x="7993080" y="2950200"/>
            <a:ext cx="609480" cy="608040"/>
          </a:xfrm>
          <a:custGeom>
            <a:avLst/>
            <a:gdLst>
              <a:gd name="textAreaLeft" fmla="*/ 0 w 609480"/>
              <a:gd name="textAreaRight" fmla="*/ 609840 w 609480"/>
              <a:gd name="textAreaTop" fmla="*/ 0 h 608040"/>
              <a:gd name="textAreaBottom" fmla="*/ 608400 h 608040"/>
              <a:gd name="GluePoint1X" fmla="*/ 312860 w 607729"/>
              <a:gd name="GluePoint1Y" fmla="*/ 3534 h 606561"/>
              <a:gd name="GluePoint2X" fmla="*/ 603991 w 607729"/>
              <a:gd name="GluePoint2Y" fmla="*/ 294222 h 606561"/>
              <a:gd name="GluePoint3X" fmla="*/ 603991 w 607729"/>
              <a:gd name="GluePoint3Y" fmla="*/ 312084 h 606561"/>
              <a:gd name="GluePoint4X" fmla="*/ 312860 w 607729"/>
              <a:gd name="GluePoint4Y" fmla="*/ 602772 h 606561"/>
              <a:gd name="GluePoint5X" fmla="*/ 312593 w 607729"/>
              <a:gd name="GluePoint5Y" fmla="*/ 602949 h 606561"/>
              <a:gd name="GluePoint6X" fmla="*/ 294792 w 607729"/>
              <a:gd name="GluePoint6Y" fmla="*/ 602772 h 606561"/>
              <a:gd name="GluePoint7X" fmla="*/ 295059 w 607729"/>
              <a:gd name="GluePoint7Y" fmla="*/ 584909 h 606561"/>
              <a:gd name="GluePoint8X" fmla="*/ 577201 w 607729"/>
              <a:gd name="GluePoint8Y" fmla="*/ 303108 h 606561"/>
              <a:gd name="GluePoint9X" fmla="*/ 295059 w 607729"/>
              <a:gd name="GluePoint9Y" fmla="*/ 21308 h 606561"/>
              <a:gd name="GluePoint10X" fmla="*/ 295059 w 607729"/>
              <a:gd name="GluePoint10Y" fmla="*/ 3800 h 606561"/>
              <a:gd name="GluePoint11X" fmla="*/ 312860 w 607729"/>
              <a:gd name="GluePoint11Y" fmla="*/ 3534 h 606561"/>
              <a:gd name="GluePoint12X" fmla="*/ 21707 w 607729"/>
              <a:gd name="GluePoint12Y" fmla="*/ 3534 h 606561"/>
              <a:gd name="GluePoint13X" fmla="*/ 312838 w 607729"/>
              <a:gd name="GluePoint13Y" fmla="*/ 294222 h 606561"/>
              <a:gd name="GluePoint14X" fmla="*/ 312838 w 607729"/>
              <a:gd name="GluePoint14Y" fmla="*/ 312084 h 606561"/>
              <a:gd name="GluePoint15X" fmla="*/ 21707 w 607729"/>
              <a:gd name="GluePoint15Y" fmla="*/ 602772 h 606561"/>
              <a:gd name="GluePoint16X" fmla="*/ 21440 w 607729"/>
              <a:gd name="GluePoint16Y" fmla="*/ 602949 h 606561"/>
              <a:gd name="GluePoint17X" fmla="*/ 3639 w 607729"/>
              <a:gd name="GluePoint17Y" fmla="*/ 602772 h 606561"/>
              <a:gd name="GluePoint18X" fmla="*/ 3906 w 607729"/>
              <a:gd name="GluePoint18Y" fmla="*/ 584909 h 606561"/>
              <a:gd name="GluePoint19X" fmla="*/ 286047 w 607729"/>
              <a:gd name="GluePoint19Y" fmla="*/ 303197 h 606561"/>
              <a:gd name="GluePoint20X" fmla="*/ 3906 w 607729"/>
              <a:gd name="GluePoint20Y" fmla="*/ 21485 h 606561"/>
              <a:gd name="GluePoint21X" fmla="*/ 3906 w 607729"/>
              <a:gd name="GluePoint21Y" fmla="*/ 3889 h 606561"/>
              <a:gd name="GluePoint22X" fmla="*/ 21707 w 607729"/>
              <a:gd name="GluePoint22Y" fmla="*/ 3534 h 606561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</a:cxnLst>
            <a:rect l="textAreaLeft" t="textAreaTop" r="textAreaRight" b="textAreaBottom"/>
            <a:pathLst>
              <a:path w="607729" h="606561">
                <a:moveTo>
                  <a:pt x="312860" y="3534"/>
                </a:moveTo>
                <a:lnTo>
                  <a:pt x="603991" y="294222"/>
                </a:lnTo>
                <a:cubicBezTo>
                  <a:pt x="608975" y="299109"/>
                  <a:pt x="608975" y="307107"/>
                  <a:pt x="603991" y="312084"/>
                </a:cubicBezTo>
                <a:lnTo>
                  <a:pt x="312860" y="602772"/>
                </a:lnTo>
                <a:lnTo>
                  <a:pt x="312593" y="602949"/>
                </a:lnTo>
                <a:cubicBezTo>
                  <a:pt x="307698" y="607926"/>
                  <a:pt x="299688" y="607659"/>
                  <a:pt x="294792" y="602772"/>
                </a:cubicBezTo>
                <a:cubicBezTo>
                  <a:pt x="289808" y="597795"/>
                  <a:pt x="289986" y="589708"/>
                  <a:pt x="295059" y="584909"/>
                </a:cubicBezTo>
                <a:lnTo>
                  <a:pt x="577201" y="303108"/>
                </a:lnTo>
                <a:lnTo>
                  <a:pt x="295059" y="21308"/>
                </a:lnTo>
                <a:cubicBezTo>
                  <a:pt x="290342" y="16420"/>
                  <a:pt x="290342" y="8688"/>
                  <a:pt x="295059" y="3800"/>
                </a:cubicBezTo>
                <a:cubicBezTo>
                  <a:pt x="299866" y="-1176"/>
                  <a:pt x="307787" y="-1265"/>
                  <a:pt x="312860" y="3534"/>
                </a:cubicBezTo>
                <a:close/>
                <a:moveTo>
                  <a:pt x="21707" y="3534"/>
                </a:moveTo>
                <a:lnTo>
                  <a:pt x="312838" y="294222"/>
                </a:lnTo>
                <a:cubicBezTo>
                  <a:pt x="317822" y="299109"/>
                  <a:pt x="317822" y="307107"/>
                  <a:pt x="312838" y="312084"/>
                </a:cubicBezTo>
                <a:lnTo>
                  <a:pt x="21707" y="602772"/>
                </a:lnTo>
                <a:lnTo>
                  <a:pt x="21440" y="602949"/>
                </a:lnTo>
                <a:cubicBezTo>
                  <a:pt x="16544" y="607926"/>
                  <a:pt x="8534" y="607659"/>
                  <a:pt x="3639" y="602772"/>
                </a:cubicBezTo>
                <a:cubicBezTo>
                  <a:pt x="-1345" y="597795"/>
                  <a:pt x="-1167" y="589708"/>
                  <a:pt x="3906" y="584909"/>
                </a:cubicBezTo>
                <a:lnTo>
                  <a:pt x="286047" y="303197"/>
                </a:lnTo>
                <a:lnTo>
                  <a:pt x="3906" y="21485"/>
                </a:lnTo>
                <a:cubicBezTo>
                  <a:pt x="-811" y="16509"/>
                  <a:pt x="-811" y="8866"/>
                  <a:pt x="3906" y="3889"/>
                </a:cubicBezTo>
                <a:cubicBezTo>
                  <a:pt x="8712" y="-1176"/>
                  <a:pt x="16811" y="-1265"/>
                  <a:pt x="21707" y="3534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entury Gothic"/>
            </a:endParaRPr>
          </a:p>
        </p:txBody>
      </p:sp>
    </p:spTree>
  </p:cSld>
  <p:transition spd="med">
    <p:pull dir="r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PlaceHolder 1"/>
          <p:cNvSpPr>
            <a:spLocks noGrp="1"/>
          </p:cNvSpPr>
          <p:nvPr>
            <p:ph type="title"/>
          </p:nvPr>
        </p:nvSpPr>
        <p:spPr>
          <a:xfrm>
            <a:off x="577800" y="249120"/>
            <a:ext cx="8643600" cy="479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zh-CN" sz="2800" b="1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定量结果</a:t>
            </a:r>
            <a:endParaRPr lang="en-US" sz="2800" b="1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  <p:graphicFrame>
        <p:nvGraphicFramePr>
          <p:cNvPr id="1261" name="表格 120"/>
          <p:cNvGraphicFramePr/>
          <p:nvPr/>
        </p:nvGraphicFramePr>
        <p:xfrm>
          <a:off x="1344240" y="1348920"/>
          <a:ext cx="9503280" cy="2486880"/>
        </p:xfrm>
        <a:graphic>
          <a:graphicData uri="http://schemas.openxmlformats.org/drawingml/2006/table">
            <a:tbl>
              <a:tblPr/>
              <a:tblGrid>
                <a:gridCol w="2070720"/>
                <a:gridCol w="2320920"/>
                <a:gridCol w="1676160"/>
                <a:gridCol w="1828800"/>
                <a:gridCol w="1605960"/>
              </a:tblGrid>
              <a:tr h="5443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zh-CN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分组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6480">
                      <a:noFill/>
                      <a:prstDash val="solid"/>
                    </a:lnR>
                    <a:lnT w="18720">
                      <a:solidFill>
                        <a:srgbClr val="006C39"/>
                      </a:solidFill>
                      <a:prstDash val="solid"/>
                    </a:lnT>
                    <a:lnB w="18720">
                      <a:solidFill>
                        <a:srgbClr val="006C39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zh-CN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样本数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18720">
                      <a:solidFill>
                        <a:srgbClr val="006C39"/>
                      </a:solidFill>
                      <a:prstDash val="solid"/>
                    </a:lnT>
                    <a:lnB w="18720">
                      <a:solidFill>
                        <a:srgbClr val="006C39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ACC_cmd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18720">
                      <a:solidFill>
                        <a:srgbClr val="006C39"/>
                      </a:solidFill>
                      <a:prstDash val="solid"/>
                    </a:lnT>
                    <a:lnB w="18720">
                      <a:solidFill>
                        <a:srgbClr val="006C39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ACC_param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noFill/>
                      <a:prstDash val="solid"/>
                    </a:lnL>
                    <a:lnR w="6480">
                      <a:noFill/>
                      <a:prstDash val="solid"/>
                    </a:lnR>
                    <a:lnT w="18720">
                      <a:solidFill>
                        <a:srgbClr val="006C39"/>
                      </a:solidFill>
                      <a:prstDash val="solid"/>
                    </a:lnT>
                    <a:lnB w="18720">
                      <a:solidFill>
                        <a:srgbClr val="006C39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zh-CN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成功率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648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006C39"/>
                      </a:solidFill>
                      <a:prstDash val="solid"/>
                    </a:lnT>
                    <a:lnB w="18720">
                      <a:solidFill>
                        <a:srgbClr val="006C39"/>
                      </a:solidFill>
                      <a:prstDash val="solid"/>
                    </a:lnB>
                    <a:solidFill>
                      <a:srgbClr val="006C39"/>
                    </a:solidFill>
                  </a:tcPr>
                </a:tc>
              </a:tr>
              <a:tr h="485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短（≤</a:t>
                      </a:r>
                      <a:r>
                        <a:rPr lang="en-US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20</a:t>
                      </a:r>
                      <a:r>
                        <a:rPr lang="zh-CN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）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18720">
                      <a:solidFill>
                        <a:srgbClr val="006C39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802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8720">
                      <a:solidFill>
                        <a:srgbClr val="006C39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0.9993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8720">
                      <a:solidFill>
                        <a:srgbClr val="006C39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0.9903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8720">
                      <a:solidFill>
                        <a:srgbClr val="006C39"/>
                      </a:solidFill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99.0%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8720">
                      <a:solidFill>
                        <a:srgbClr val="006C39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</a:tr>
              <a:tr h="485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中（</a:t>
                      </a:r>
                      <a:r>
                        <a:rPr lang="en-US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21–40</a:t>
                      </a:r>
                      <a:r>
                        <a:rPr lang="zh-CN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）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164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0.9774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0.9234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93.9%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</a:tr>
              <a:tr h="485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长（</a:t>
                      </a:r>
                      <a:r>
                        <a:rPr lang="en-US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&gt;40</a:t>
                      </a:r>
                      <a:r>
                        <a:rPr lang="zh-CN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）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34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0.9445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0.8505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73.5%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</a:tr>
              <a:tr h="4856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zh-CN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总体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1000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0.9851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0.9512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6480">
                      <a:noFill/>
                      <a:prstDash val="solid"/>
                    </a:lnT>
                    <a:lnB w="6480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3F3F3F"/>
                          </a:solidFill>
                          <a:effectLst/>
                          <a:uFillTx/>
                          <a:latin typeface="微软雅黑"/>
                          <a:ea typeface="微软雅黑"/>
                        </a:rPr>
                        <a:t>97.3%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6480">
                      <a:solidFill>
                        <a:srgbClr val="E6E6E6"/>
                      </a:solidFill>
                      <a:prstDash val="solid"/>
                    </a:lnT>
                    <a:lnB w="6480">
                      <a:solidFill>
                        <a:srgbClr val="E6E6E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transition spd="med">
    <p:pull dir="r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PlaceHolder 1"/>
          <p:cNvSpPr>
            <a:spLocks noGrp="1"/>
          </p:cNvSpPr>
          <p:nvPr>
            <p:ph type="title"/>
          </p:nvPr>
        </p:nvSpPr>
        <p:spPr>
          <a:xfrm>
            <a:off x="577800" y="249120"/>
            <a:ext cx="8643600" cy="479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zh-CN" sz="2800" b="1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代表案例</a:t>
            </a:r>
            <a:endParaRPr lang="en-US" sz="2800" b="1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  <p:sp>
        <p:nvSpPr>
          <p:cNvPr id="1263" name="矩形 30"/>
          <p:cNvSpPr/>
          <p:nvPr/>
        </p:nvSpPr>
        <p:spPr>
          <a:xfrm rot="16200000">
            <a:off x="163440" y="2991240"/>
            <a:ext cx="3231000" cy="1917720"/>
          </a:xfrm>
          <a:prstGeom prst="rect">
            <a:avLst/>
          </a:prstGeom>
          <a:solidFill>
            <a:srgbClr val="FFFFFF"/>
          </a:solidFill>
          <a:ln w="12700">
            <a:noFill/>
          </a:ln>
          <a:effectLst>
            <a:outerShdw algn="ctr" blurRad="165240" rotWithShape="0" sx="101000" sy="101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1264" name="矩形 31"/>
          <p:cNvSpPr/>
          <p:nvPr/>
        </p:nvSpPr>
        <p:spPr>
          <a:xfrm rot="16200000">
            <a:off x="8821800" y="2991240"/>
            <a:ext cx="3231000" cy="1917720"/>
          </a:xfrm>
          <a:prstGeom prst="rect">
            <a:avLst/>
          </a:prstGeom>
          <a:solidFill>
            <a:srgbClr val="FFFFFF"/>
          </a:solidFill>
          <a:ln w="12700">
            <a:noFill/>
          </a:ln>
          <a:effectLst>
            <a:outerShdw algn="ctr" blurRad="165240" rotWithShape="0" sx="101000" sy="101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1265" name="矩形 32"/>
          <p:cNvSpPr/>
          <p:nvPr/>
        </p:nvSpPr>
        <p:spPr>
          <a:xfrm rot="16200000">
            <a:off x="2009880" y="2656080"/>
            <a:ext cx="3593880" cy="2224800"/>
          </a:xfrm>
          <a:prstGeom prst="rect">
            <a:avLst/>
          </a:prstGeom>
          <a:solidFill>
            <a:srgbClr val="FFFFFF"/>
          </a:solidFill>
          <a:ln w="12700">
            <a:noFill/>
          </a:ln>
          <a:effectLst>
            <a:outerShdw algn="ctr" blurRad="165240" rotWithShape="0" sx="101000" sy="101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1266" name="矩形 33"/>
          <p:cNvSpPr/>
          <p:nvPr/>
        </p:nvSpPr>
        <p:spPr>
          <a:xfrm rot="16200000">
            <a:off x="6591960" y="2656080"/>
            <a:ext cx="3593880" cy="2224800"/>
          </a:xfrm>
          <a:prstGeom prst="rect">
            <a:avLst/>
          </a:prstGeom>
          <a:solidFill>
            <a:srgbClr val="FFFFFF"/>
          </a:solidFill>
          <a:ln w="12700">
            <a:noFill/>
          </a:ln>
          <a:effectLst>
            <a:outerShdw algn="ctr" blurRad="165240" rotWithShape="0" sx="101000" sy="101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1267" name="矩形 34"/>
          <p:cNvSpPr/>
          <p:nvPr/>
        </p:nvSpPr>
        <p:spPr>
          <a:xfrm rot="16200000">
            <a:off x="4100760" y="2333880"/>
            <a:ext cx="4000320" cy="2462760"/>
          </a:xfrm>
          <a:prstGeom prst="rect">
            <a:avLst/>
          </a:prstGeom>
          <a:solidFill>
            <a:srgbClr val="FFFFFF"/>
          </a:solidFill>
          <a:ln w="12700">
            <a:noFill/>
          </a:ln>
          <a:effectLst>
            <a:outerShdw algn="ctr" blurRad="165240" rotWithShape="0" sx="101000" sy="101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微软雅黑"/>
            </a:endParaRPr>
          </a:p>
        </p:txBody>
      </p:sp>
      <p:sp>
        <p:nvSpPr>
          <p:cNvPr id="1268" name="文本框 35"/>
          <p:cNvSpPr/>
          <p:nvPr/>
        </p:nvSpPr>
        <p:spPr>
          <a:xfrm>
            <a:off x="5382000" y="2901600"/>
            <a:ext cx="1479240" cy="22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just">
              <a:lnSpc>
                <a:spcPct val="130000"/>
              </a:lnSpc>
            </a:pPr>
            <a:r>
              <a:rPr lang="zh-CN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案例 </a:t>
            </a:r>
            <a:r>
              <a:rPr lang="en-US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3</a:t>
            </a:r>
            <a:r>
              <a:rPr lang="zh-CN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｜失败 </a:t>
            </a:r>
            <a:r>
              <a:rPr lang="en-US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· </a:t>
            </a:r>
            <a:r>
              <a:rPr lang="zh-CN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参数偏差（</a:t>
            </a:r>
            <a:r>
              <a:rPr lang="en-US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n=54</a:t>
            </a:r>
            <a:r>
              <a:rPr lang="zh-CN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）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30000"/>
              </a:lnSpc>
            </a:pPr>
            <a:r>
              <a:rPr lang="zh-CN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命令类型全对，几何明显偏差。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30000"/>
              </a:lnSpc>
            </a:pPr>
            <a:r>
              <a:rPr lang="zh-CN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原因：连续参数量化 </a:t>
            </a:r>
            <a:r>
              <a:rPr lang="en-US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+ </a:t>
            </a:r>
            <a:r>
              <a:rPr lang="zh-CN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长序列误差累积。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9" name="文本框 36"/>
          <p:cNvSpPr/>
          <p:nvPr/>
        </p:nvSpPr>
        <p:spPr>
          <a:xfrm>
            <a:off x="7649280" y="3307680"/>
            <a:ext cx="1479240" cy="18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just">
              <a:lnSpc>
                <a:spcPct val="130000"/>
              </a:lnSpc>
            </a:pPr>
            <a:r>
              <a:rPr lang="zh-CN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案例 </a:t>
            </a:r>
            <a:r>
              <a:rPr lang="en-US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4</a:t>
            </a:r>
            <a:r>
              <a:rPr lang="zh-CN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｜失败 </a:t>
            </a:r>
            <a:r>
              <a:rPr lang="en-US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· </a:t>
            </a:r>
            <a:r>
              <a:rPr lang="zh-CN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无法重建（</a:t>
            </a:r>
            <a:r>
              <a:rPr lang="en-US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n=47</a:t>
            </a:r>
            <a:r>
              <a:rPr lang="zh-CN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）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30000"/>
              </a:lnSpc>
            </a:pPr>
            <a:r>
              <a:rPr lang="zh-CN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模型输出无效；图示为真值。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30000"/>
              </a:lnSpc>
            </a:pPr>
            <a:r>
              <a:rPr lang="zh-CN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原因：布尔合并返回空实体（</a:t>
            </a:r>
            <a:r>
              <a:rPr lang="en-US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OCC </a:t>
            </a:r>
            <a:r>
              <a:rPr lang="zh-CN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层）。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0" name="文本框 37"/>
          <p:cNvSpPr/>
          <p:nvPr/>
        </p:nvSpPr>
        <p:spPr>
          <a:xfrm>
            <a:off x="1017360" y="3670560"/>
            <a:ext cx="1479240" cy="15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just">
              <a:lnSpc>
                <a:spcPct val="130000"/>
              </a:lnSpc>
            </a:pPr>
            <a:r>
              <a:rPr lang="zh-CN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案例 </a:t>
            </a:r>
            <a:r>
              <a:rPr lang="en-US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1</a:t>
            </a:r>
            <a:r>
              <a:rPr lang="zh-CN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｜成功 </a:t>
            </a:r>
            <a:r>
              <a:rPr lang="en-US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· </a:t>
            </a:r>
            <a:r>
              <a:rPr lang="zh-CN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短（</a:t>
            </a:r>
            <a:r>
              <a:rPr lang="en-US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n=3</a:t>
            </a:r>
            <a:r>
              <a:rPr lang="zh-CN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）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30000"/>
              </a:lnSpc>
            </a:pPr>
            <a:r>
              <a:rPr lang="zh-CN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命令与几何均与真值一致。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30000"/>
              </a:lnSpc>
            </a:pPr>
            <a:r>
              <a:rPr lang="zh-CN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原因：序列极短，无误差累积空间。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1" name="文本框 38"/>
          <p:cNvSpPr/>
          <p:nvPr/>
        </p:nvSpPr>
        <p:spPr>
          <a:xfrm>
            <a:off x="9697680" y="3670560"/>
            <a:ext cx="1479240" cy="15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just">
              <a:lnSpc>
                <a:spcPct val="130000"/>
              </a:lnSpc>
            </a:pPr>
            <a:r>
              <a:rPr lang="zh-CN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案例 </a:t>
            </a:r>
            <a:r>
              <a:rPr lang="en-US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5</a:t>
            </a:r>
            <a:r>
              <a:rPr lang="zh-CN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｜失败 </a:t>
            </a:r>
            <a:r>
              <a:rPr lang="en-US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· </a:t>
            </a:r>
            <a:r>
              <a:rPr lang="zh-CN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真值无效（</a:t>
            </a:r>
            <a:r>
              <a:rPr lang="en-US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n=38</a:t>
            </a:r>
            <a:r>
              <a:rPr lang="zh-CN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）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30000"/>
              </a:lnSpc>
            </a:pPr>
            <a:r>
              <a:rPr lang="zh-CN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真值本身建不出（无真值点云）。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30000"/>
              </a:lnSpc>
            </a:pPr>
            <a:r>
              <a:rPr lang="zh-CN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原因：数据集本身模型无效，与模型无关。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2" name="文本框 44"/>
          <p:cNvSpPr/>
          <p:nvPr/>
        </p:nvSpPr>
        <p:spPr>
          <a:xfrm>
            <a:off x="3063240" y="3307680"/>
            <a:ext cx="1479240" cy="11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just">
              <a:lnSpc>
                <a:spcPct val="130000"/>
              </a:lnSpc>
            </a:pPr>
            <a:r>
              <a:rPr lang="zh-CN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案例 </a:t>
            </a:r>
            <a:r>
              <a:rPr lang="en-US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2</a:t>
            </a:r>
            <a:r>
              <a:rPr lang="zh-CN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｜成功 </a:t>
            </a:r>
            <a:r>
              <a:rPr lang="en-US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· </a:t>
            </a:r>
            <a:r>
              <a:rPr lang="zh-CN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长（</a:t>
            </a:r>
            <a:r>
              <a:rPr lang="en-US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n=47</a:t>
            </a:r>
            <a:r>
              <a:rPr lang="zh-CN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）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30000"/>
              </a:lnSpc>
            </a:pPr>
            <a:r>
              <a:rPr lang="zh-CN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长序列仍被完整重建。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30000"/>
              </a:lnSpc>
            </a:pPr>
            <a:r>
              <a:rPr lang="zh-CN" sz="1000" b="0" u="none" spc="300" strike="noStrike">
                <a:solidFill>
                  <a:srgbClr val="262626"/>
                </a:solidFill>
                <a:effectLst/>
                <a:uFillTx/>
                <a:latin typeface="Consolas"/>
                <a:ea typeface="Consolas"/>
              </a:rPr>
              <a:t>原因：几何关系简单。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3" name="Picture 45" descr="final_c1.png"/>
          <p:cNvPicPr/>
          <p:nvPr/>
        </p:nvPicPr>
        <p:blipFill>
          <a:blip r:embed="rId1"/>
          <a:stretch/>
        </p:blipFill>
        <p:spPr>
          <a:xfrm>
            <a:off x="937080" y="1005840"/>
            <a:ext cx="1722600" cy="1325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4" name="Picture 46" descr="final_c2b.png"/>
          <p:cNvPicPr/>
          <p:nvPr/>
        </p:nvPicPr>
        <p:blipFill>
          <a:blip r:embed="rId2"/>
          <a:stretch/>
        </p:blipFill>
        <p:spPr>
          <a:xfrm>
            <a:off x="3089880" y="1005840"/>
            <a:ext cx="1721880" cy="1325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5" name="Picture 47" descr="final_c2.png"/>
          <p:cNvPicPr/>
          <p:nvPr/>
        </p:nvPicPr>
        <p:blipFill>
          <a:blip r:embed="rId3"/>
          <a:stretch/>
        </p:blipFill>
        <p:spPr>
          <a:xfrm>
            <a:off x="5240520" y="1005840"/>
            <a:ext cx="1725840" cy="1325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6" name="Picture 48" descr="final_c4c.png"/>
          <p:cNvPicPr/>
          <p:nvPr/>
        </p:nvPicPr>
        <p:blipFill>
          <a:blip r:embed="rId4"/>
          <a:stretch/>
        </p:blipFill>
        <p:spPr>
          <a:xfrm>
            <a:off x="7398000" y="1005840"/>
            <a:ext cx="1715760" cy="1325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7" name="Picture 49" descr="final_c5.png"/>
          <p:cNvPicPr/>
          <p:nvPr/>
        </p:nvPicPr>
        <p:blipFill>
          <a:blip r:embed="rId5"/>
          <a:stretch/>
        </p:blipFill>
        <p:spPr>
          <a:xfrm>
            <a:off x="9545040" y="1005840"/>
            <a:ext cx="1726920" cy="1325520"/>
          </a:xfrm>
          <a:prstGeom prst="rect">
            <a:avLst/>
          </a:prstGeom>
          <a:noFill/>
          <a:ln w="0">
            <a:noFill/>
          </a:ln>
        </p:spPr>
      </p:pic>
    </p:spTree>
  </p:cSld>
  <p:transition spd="med">
    <p:pull dir="r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PlaceHolder 1"/>
          <p:cNvSpPr>
            <a:spLocks noGrp="1"/>
          </p:cNvSpPr>
          <p:nvPr>
            <p:ph type="title"/>
          </p:nvPr>
        </p:nvSpPr>
        <p:spPr>
          <a:xfrm>
            <a:off x="577800" y="249120"/>
            <a:ext cx="8643600" cy="479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zh-CN" sz="2800" b="1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失败原因与局限</a:t>
            </a:r>
            <a:endParaRPr lang="en-US" sz="2800" b="1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  <p:sp>
        <p:nvSpPr>
          <p:cNvPr id="1279" name="文本占位符 4"/>
          <p:cNvSpPr/>
          <p:nvPr/>
        </p:nvSpPr>
        <p:spPr>
          <a:xfrm>
            <a:off x="1513440" y="2237760"/>
            <a:ext cx="3767760" cy="2423160"/>
          </a:xfrm>
          <a:prstGeom prst="rect">
            <a:avLst/>
          </a:prstGeom>
          <a:solidFill>
            <a:srgbClr val="FFFFFF"/>
          </a:solidFill>
          <a:ln w="28575">
            <a:solidFill>
              <a:srgbClr val="006C3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just"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误差沿序列累积——实测失败率 短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1.0% →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中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6.1% →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长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26.5%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连续参数与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256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级量化的矛盾：量化误差会破坏平行、相切等关系。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布尔合并偶尔返回空实体（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OCC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层，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27/1000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）。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0" name="文本占位符 5"/>
          <p:cNvSpPr/>
          <p:nvPr/>
        </p:nvSpPr>
        <p:spPr>
          <a:xfrm>
            <a:off x="6910560" y="2237760"/>
            <a:ext cx="3767760" cy="2423160"/>
          </a:xfrm>
          <a:prstGeom prst="rect">
            <a:avLst/>
          </a:prstGeom>
          <a:solidFill>
            <a:srgbClr val="FFFFFF"/>
          </a:solidFill>
          <a:ln w="28575">
            <a:solidFill>
              <a:srgbClr val="A13F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algn="just"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样本只覆盖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sketch + extrude</a:t>
            </a: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；论文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Discussion </a:t>
            </a: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指出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fillet </a:t>
            </a: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等操作依赖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B-rep</a:t>
            </a: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，未纳入。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CD </a:t>
            </a: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只统计能建出几何的样本（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972/1000</a:t>
            </a: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），指标偏乐观。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主因仍是推断，未做参数级归因。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1" name="文本占位符 6"/>
          <p:cNvSpPr/>
          <p:nvPr/>
        </p:nvSpPr>
        <p:spPr>
          <a:xfrm>
            <a:off x="1513440" y="1372320"/>
            <a:ext cx="3767760" cy="865080"/>
          </a:xfrm>
          <a:prstGeom prst="rect">
            <a:avLst/>
          </a:prstGeom>
          <a:solidFill>
            <a:schemeClr val="accent1"/>
          </a:solidFill>
          <a:ln w="28575">
            <a:solidFill>
              <a:srgbClr val="006C3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28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失败原因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2" name="文本占位符 7"/>
          <p:cNvSpPr/>
          <p:nvPr/>
        </p:nvSpPr>
        <p:spPr>
          <a:xfrm>
            <a:off x="6910560" y="1372320"/>
            <a:ext cx="3767760" cy="865080"/>
          </a:xfrm>
          <a:prstGeom prst="rect">
            <a:avLst/>
          </a:prstGeom>
          <a:solidFill>
            <a:schemeClr val="accent4"/>
          </a:solidFill>
          <a:ln w="28575">
            <a:solidFill>
              <a:srgbClr val="A13F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zh-CN" sz="2800" b="1" u="none" strike="noStrike">
                <a:solidFill>
                  <a:srgbClr val="FFFFFF"/>
                </a:solidFill>
                <a:effectLst/>
                <a:uFillTx/>
                <a:latin typeface="Consolas"/>
                <a:ea typeface="Consolas"/>
              </a:rPr>
              <a:t>结论的局限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3" name="TextBox 1282"/>
          <p:cNvSpPr txBox="1"/>
          <p:nvPr/>
        </p:nvSpPr>
        <p:spPr>
          <a:xfrm>
            <a:off x="868680" y="4754880"/>
            <a:ext cx="10424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F3F3F"/>
                </a:solidFill>
                <a:latin typeface="Consolas"/>
                <a:ea typeface="Consolas"/>
              </a:rPr>
              <a:t>误差累积验证：同一批 544 个长样本（n ≥ 35）内部，前后段准确率</a:t>
            </a:r>
          </a:p>
        </p:txBody>
      </p:sp>
      <p:graphicFrame>
        <p:nvGraphicFramePr>
          <p:cNvPr id="1284" name="Table 1283"/>
          <p:cNvGraphicFramePr>
            <a:graphicFrameLocks noGrp="1"/>
          </p:cNvGraphicFramePr>
          <p:nvPr/>
        </p:nvGraphicFramePr>
        <p:xfrm>
          <a:off x="2377440" y="5047488"/>
          <a:ext cx="740664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468880"/>
                <a:gridCol w="2468880"/>
              </a:tblGrid>
              <a:tr h="26289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</a:rPr>
                        <a:t>位置</a:t>
                      </a:r>
                    </a:p>
                  </a:txBody>
                  <a:tcPr marT="0" marB="0">
                    <a:solidFill>
                      <a:srgbClr val="006C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</a:rPr>
                        <a:t>命令类型准确率</a:t>
                      </a:r>
                    </a:p>
                  </a:txBody>
                  <a:tcPr marT="0" marB="0">
                    <a:solidFill>
                      <a:srgbClr val="006C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onsolas"/>
                          <a:ea typeface="Consolas"/>
                        </a:rPr>
                        <a:t>参数准确率</a:t>
                      </a:r>
                    </a:p>
                  </a:txBody>
                  <a:tcPr marT="0" marB="0">
                    <a:solidFill>
                      <a:srgbClr val="006C39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F3F3F"/>
                          </a:solidFill>
                          <a:latin typeface="Consolas"/>
                          <a:ea typeface="Consolas"/>
                        </a:rPr>
                        <a:t>前 10 条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F3F3F"/>
                          </a:solidFill>
                          <a:latin typeface="Consolas"/>
                          <a:ea typeface="Consolas"/>
                        </a:rPr>
                        <a:t>0.9748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F3F3F"/>
                          </a:solidFill>
                          <a:latin typeface="Consolas"/>
                          <a:ea typeface="Consolas"/>
                        </a:rPr>
                        <a:t>0.8989</a:t>
                      </a:r>
                    </a:p>
                  </a:txBody>
                  <a:tcPr marT="0" marB="0"/>
                </a:tc>
              </a:tr>
              <a:tr h="26289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F3F3F"/>
                          </a:solidFill>
                          <a:latin typeface="Consolas"/>
                          <a:ea typeface="Consolas"/>
                        </a:rPr>
                        <a:t>中段（10–25）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F3F3F"/>
                          </a:solidFill>
                          <a:latin typeface="Consolas"/>
                          <a:ea typeface="Consolas"/>
                        </a:rPr>
                        <a:t>0.9445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F3F3F"/>
                          </a:solidFill>
                          <a:latin typeface="Consolas"/>
                          <a:ea typeface="Consolas"/>
                        </a:rPr>
                        <a:t>0.8567</a:t>
                      </a:r>
                    </a:p>
                  </a:txBody>
                  <a:tcPr marT="0" marB="0"/>
                </a:tc>
              </a:tr>
              <a:tr h="26289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F3F3F"/>
                          </a:solidFill>
                          <a:latin typeface="Consolas"/>
                          <a:ea typeface="Consolas"/>
                        </a:rPr>
                        <a:t>后段（25–60）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F3F3F"/>
                          </a:solidFill>
                          <a:latin typeface="Consolas"/>
                          <a:ea typeface="Consolas"/>
                        </a:rPr>
                        <a:t>0.9173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F3F3F"/>
                          </a:solidFill>
                          <a:latin typeface="Consolas"/>
                          <a:ea typeface="Consolas"/>
                        </a:rPr>
                        <a:t>0.8410</a:t>
                      </a:r>
                    </a:p>
                  </a:txBody>
                  <a:tcPr marT="0" marB="0"/>
                </a:tc>
              </a:tr>
            </a:tbl>
          </a:graphicData>
        </a:graphic>
      </p:graphicFrame>
    </p:spTree>
  </p:cSld>
  <p:transition spd="med">
    <p:pull dir="r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3" name="组合 2"/>
          <p:cNvGrpSpPr/>
          <p:nvPr/>
        </p:nvGrpSpPr>
        <p:grpSpPr>
          <a:xfrm>
            <a:off x="5891760" y="3000240"/>
            <a:ext cx="4377960" cy="857160"/>
            <a:chOff x="5891760" y="3000240"/>
            <a:chExt cx="4377960" cy="857160"/>
          </a:xfrm>
        </p:grpSpPr>
        <p:sp>
          <p:nvSpPr>
            <p:cNvPr id="1284" name="文本框 18"/>
            <p:cNvSpPr/>
            <p:nvPr/>
          </p:nvSpPr>
          <p:spPr>
            <a:xfrm>
              <a:off x="6853680" y="3105720"/>
              <a:ext cx="3416040" cy="64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zh-CN" sz="3600" b="1" u="none" strike="noStrike">
                  <a:solidFill>
                    <a:schemeClr val="dk1"/>
                  </a:solidFill>
                  <a:effectLst/>
                  <a:uFillTx/>
                  <a:latin typeface="Consolas"/>
                  <a:ea typeface="Consolas"/>
                </a:rPr>
                <a:t>结论与附录</a:t>
              </a:r>
              <a:endParaRPr lang="en-US" sz="3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5" name="椭圆 19"/>
            <p:cNvSpPr/>
            <p:nvPr/>
          </p:nvSpPr>
          <p:spPr>
            <a:xfrm>
              <a:off x="5891760" y="3000240"/>
              <a:ext cx="857160" cy="8571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>
                <a:lnSpc>
                  <a:spcPct val="100000"/>
                </a:lnSpc>
              </a:pPr>
              <a:r>
                <a:rPr lang="en-US" sz="4000" b="1" u="none" strike="noStrike">
                  <a:solidFill>
                    <a:schemeClr val="lt1"/>
                  </a:solidFill>
                  <a:effectLst/>
                  <a:uFillTx/>
                  <a:latin typeface="Consolas"/>
                  <a:ea typeface="Consolas"/>
                </a:rPr>
                <a:t>05</a:t>
              </a:r>
              <a:endParaRPr lang="en-US" sz="4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p:transition spd="med">
    <p:pull dir="r"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PlaceHolder 1"/>
          <p:cNvSpPr>
            <a:spLocks noGrp="1"/>
          </p:cNvSpPr>
          <p:nvPr>
            <p:ph type="title"/>
          </p:nvPr>
        </p:nvSpPr>
        <p:spPr>
          <a:xfrm>
            <a:off x="577800" y="249120"/>
            <a:ext cx="8643600" cy="479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zh-CN" sz="2800" b="1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结论与下一步</a:t>
            </a:r>
            <a:endParaRPr lang="en-US" sz="2800" b="1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  <p:sp>
        <p:nvSpPr>
          <p:cNvPr id="1287" name="内容占位符 1"/>
          <p:cNvSpPr/>
          <p:nvPr/>
        </p:nvSpPr>
        <p:spPr>
          <a:xfrm>
            <a:off x="1539720" y="1700280"/>
            <a:ext cx="9099720" cy="36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能解决什么：复现并验证了论文的表示与网络——用固定起点（上一条曲线的终点）保证环闭合，用 </a:t>
            </a:r>
            <a:r>
              <a:rPr lang="en-US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256 </a:t>
            </a: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级量化 </a:t>
            </a:r>
            <a:r>
              <a:rPr lang="en-US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+ one-hot </a:t>
            </a: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把连续命令适配给 </a:t>
            </a:r>
            <a:r>
              <a:rPr lang="en-US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Transformer</a:t>
            </a: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；并给出一条可复跑的重建与评价链路。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下一步：把「指令建模」的思路接到自然语言与通用大模型上；补齐失败样本的定量分析；扩大评测样本规模。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8" name="半闭框 11"/>
          <p:cNvSpPr/>
          <p:nvPr/>
        </p:nvSpPr>
        <p:spPr>
          <a:xfrm>
            <a:off x="1059120" y="1459800"/>
            <a:ext cx="480240" cy="480240"/>
          </a:xfrm>
          <a:prstGeom prst="halfFrame">
            <a:avLst>
              <a:gd name="adj1" fmla="val 17948"/>
              <a:gd name="adj2" fmla="val 17949"/>
            </a:avLst>
          </a:prstGeom>
          <a:solidFill>
            <a:schemeClr val="accent4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微软雅黑"/>
            </a:endParaRPr>
          </a:p>
        </p:txBody>
      </p:sp>
      <p:sp>
        <p:nvSpPr>
          <p:cNvPr id="1289" name="半闭框 12"/>
          <p:cNvSpPr/>
          <p:nvPr/>
        </p:nvSpPr>
        <p:spPr>
          <a:xfrm flipH="1" flipV="1">
            <a:off x="10639800" y="5185800"/>
            <a:ext cx="480240" cy="480240"/>
          </a:xfrm>
          <a:prstGeom prst="halfFrame">
            <a:avLst>
              <a:gd name="adj1" fmla="val 17948"/>
              <a:gd name="adj2" fmla="val 17949"/>
            </a:avLst>
          </a:prstGeom>
          <a:solidFill>
            <a:schemeClr val="accent4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微软雅黑"/>
            </a:endParaRPr>
          </a:p>
        </p:txBody>
      </p:sp>
    </p:spTree>
  </p:cSld>
  <p:transition spd="med">
    <p:pull dir="r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PlaceHolder 1"/>
          <p:cNvSpPr>
            <a:spLocks noGrp="1"/>
          </p:cNvSpPr>
          <p:nvPr>
            <p:ph type="title"/>
          </p:nvPr>
        </p:nvSpPr>
        <p:spPr>
          <a:xfrm>
            <a:off x="577800" y="249120"/>
            <a:ext cx="8643600" cy="479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Autofit/>
          </a:bodyPr>
          <a:p>
            <a:pPr indent="0" algn="l">
              <a:lnSpc>
                <a:spcPct val="90000"/>
              </a:lnSpc>
              <a:buNone/>
            </a:pPr>
            <a:r>
              <a:rPr lang="zh-CN" sz="2800" b="1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附录：来源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/ </a:t>
            </a:r>
            <a:r>
              <a:rPr lang="zh-CN" sz="2800" b="1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复跑 </a:t>
            </a: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/ AI </a:t>
            </a:r>
            <a:r>
              <a:rPr lang="zh-CN" sz="2800" b="1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使用</a:t>
            </a:r>
            <a:endParaRPr lang="en-US" sz="2800" b="1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  <p:sp>
        <p:nvSpPr>
          <p:cNvPr id="1291" name="内容占位符 1"/>
          <p:cNvSpPr/>
          <p:nvPr/>
        </p:nvSpPr>
        <p:spPr>
          <a:xfrm>
            <a:off x="1539720" y="1700280"/>
            <a:ext cx="9099720" cy="361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来源：论文 </a:t>
            </a:r>
            <a:r>
              <a:rPr lang="en-US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arXiv:2105.09492</a:t>
            </a: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；官方代码 </a:t>
            </a:r>
            <a:r>
              <a:rPr lang="en-US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github.com/rundiwu/DeepCAD</a:t>
            </a: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。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复跑：</a:t>
            </a:r>
            <a:r>
              <a:rPr lang="en-US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cd m1 &amp;&amp; ./m1.sh</a:t>
            </a: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；</a:t>
            </a:r>
            <a:r>
              <a:rPr lang="en-US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cd m2 &amp;&amp; ./m2.sh</a:t>
            </a: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；</a:t>
            </a:r>
            <a:r>
              <a:rPr lang="en-US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cd m3 &amp;&amp; ./m3.sh 1000 2000</a:t>
            </a: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。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AI </a:t>
            </a: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使用：见仓库 </a:t>
            </a:r>
            <a:r>
              <a:rPr lang="en-US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ai_use.md——AI </a:t>
            </a: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提供 </a:t>
            </a:r>
            <a:r>
              <a:rPr lang="en-US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bash </a:t>
            </a:r>
            <a:r>
              <a:rPr lang="zh-CN" sz="2800" b="0" u="none" spc="300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指导、口径核对与部分脚本；数据整理、评价指标口径与检查规则由本人确定。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2" name="半闭框 11"/>
          <p:cNvSpPr/>
          <p:nvPr/>
        </p:nvSpPr>
        <p:spPr>
          <a:xfrm>
            <a:off x="1059120" y="1459800"/>
            <a:ext cx="480240" cy="480240"/>
          </a:xfrm>
          <a:prstGeom prst="halfFrame">
            <a:avLst>
              <a:gd name="adj1" fmla="val 17948"/>
              <a:gd name="adj2" fmla="val 17949"/>
            </a:avLst>
          </a:prstGeom>
          <a:solidFill>
            <a:schemeClr val="accent4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微软雅黑"/>
            </a:endParaRPr>
          </a:p>
        </p:txBody>
      </p:sp>
      <p:sp>
        <p:nvSpPr>
          <p:cNvPr id="1293" name="半闭框 12"/>
          <p:cNvSpPr/>
          <p:nvPr/>
        </p:nvSpPr>
        <p:spPr>
          <a:xfrm flipH="1" flipV="1">
            <a:off x="10639800" y="5185800"/>
            <a:ext cx="480240" cy="480240"/>
          </a:xfrm>
          <a:prstGeom prst="halfFrame">
            <a:avLst>
              <a:gd name="adj1" fmla="val 17948"/>
              <a:gd name="adj2" fmla="val 17949"/>
            </a:avLst>
          </a:prstGeom>
          <a:solidFill>
            <a:schemeClr val="accent4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微软雅黑"/>
            </a:endParaRPr>
          </a:p>
        </p:txBody>
      </p:sp>
    </p:spTree>
  </p:cSld>
  <p:transition spd="med">
    <p:pull dir="r"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PlaceHolder 1"/>
          <p:cNvSpPr>
            <a:spLocks noGrp="1"/>
          </p:cNvSpPr>
          <p:nvPr>
            <p:ph/>
          </p:nvPr>
        </p:nvSpPr>
        <p:spPr>
          <a:xfrm>
            <a:off x="1283040" y="1484280"/>
            <a:ext cx="7286760" cy="2267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rmAutofit fontScale="85000" lnSpcReduction="9999"/>
          </a:bodyPr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r>
              <a:rPr lang="zh-CN" sz="6000" b="1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感谢两位老师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r>
              <a:rPr lang="zh-CN" sz="6000" b="1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请批评指正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  <p:cxnSp>
        <p:nvCxnSpPr>
          <p:cNvPr id="1295" name="直接连接符 12"/>
          <p:cNvCxnSpPr/>
          <p:nvPr/>
        </p:nvCxnSpPr>
        <p:spPr>
          <a:xfrm>
            <a:off x="1295280" y="3924720"/>
            <a:ext cx="7344000" cy="360"/>
          </a:xfrm>
          <a:prstGeom prst="straightConnector1">
            <a:avLst/>
          </a:prstGeom>
          <a:ln w="28575">
            <a:solidFill>
              <a:srgbClr val="A2A2A2"/>
            </a:solidFill>
          </a:ln>
        </p:spPr>
      </p:cxnSp>
      <p:sp>
        <p:nvSpPr>
          <p:cNvPr id="1296" name="PlaceHolder 2"/>
          <p:cNvSpPr>
            <a:spLocks noGrp="1"/>
          </p:cNvSpPr>
          <p:nvPr>
            <p:ph hasCustomPrompt="1"/>
          </p:nvPr>
        </p:nvSpPr>
        <p:spPr>
          <a:xfrm>
            <a:off x="1301760" y="4270320"/>
            <a:ext cx="7286760" cy="1578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rmAutofit/>
          </a:bodyPr>
          <a:p>
            <a:pPr indent="0" algn="l">
              <a:lnSpc>
                <a:spcPct val="15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onsolas"/>
                <a:ea typeface="Consolas"/>
              </a:rPr>
              <a:t> 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微软雅黑"/>
            </a:endParaRPr>
          </a:p>
        </p:txBody>
      </p:sp>
    </p:spTree>
  </p:cSld>
  <p:transition spd="med">
    <p:pull dir="r"/>
  </p:transition>
</p:sld>
</file>

<file path=ppt/theme/theme1.xml><?xml version="1.0" encoding="utf-8"?>
<a:theme xmlns:a="http://schemas.openxmlformats.org/drawingml/2006/main" xmlns:r="http://schemas.openxmlformats.org/officeDocument/2006/relationships" name="封1​​">
  <a:themeElements>
    <a:clrScheme name="自定义 34">
      <a:dk1>
        <a:srgbClr val="000000"/>
      </a:dk1>
      <a:lt1>
        <a:srgbClr val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 pitchFamily="0" charset="1"/>
        <a:ea typeface="微软雅黑" pitchFamily="0" charset="1"/>
        <a:cs typeface=""/>
      </a:majorFont>
      <a:minorFont>
        <a:latin typeface="微软雅黑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封2​​">
  <a:themeElements>
    <a:clrScheme name="自定义 34">
      <a:dk1>
        <a:srgbClr val="000000"/>
      </a:dk1>
      <a:lt1>
        <a:srgbClr val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 pitchFamily="0" charset="1"/>
        <a:ea typeface="微软雅黑" pitchFamily="0" charset="1"/>
        <a:cs typeface=""/>
      </a:majorFont>
      <a:minorFont>
        <a:latin typeface="微软雅黑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封2​​">
  <a:themeElements>
    <a:clrScheme name="自定义 34">
      <a:dk1>
        <a:srgbClr val="000000"/>
      </a:dk1>
      <a:lt1>
        <a:srgbClr val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 pitchFamily="0" charset="1"/>
        <a:ea typeface="微软雅黑" pitchFamily="0" charset="1"/>
        <a:cs typeface=""/>
      </a:majorFont>
      <a:minorFont>
        <a:latin typeface="微软雅黑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封3​​">
  <a:themeElements>
    <a:clrScheme name="自定义 34">
      <a:dk1>
        <a:srgbClr val="000000"/>
      </a:dk1>
      <a:lt1>
        <a:srgbClr val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 pitchFamily="0" charset="1"/>
        <a:ea typeface="微软雅黑" pitchFamily="0" charset="1"/>
        <a:cs typeface=""/>
      </a:majorFont>
      <a:minorFont>
        <a:latin typeface="微软雅黑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封4​​">
  <a:themeElements>
    <a:clrScheme name="自定义 34">
      <a:dk1>
        <a:srgbClr val="000000"/>
      </a:dk1>
      <a:lt1>
        <a:srgbClr val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 pitchFamily="0" charset="1"/>
        <a:ea typeface="微软雅黑" pitchFamily="0" charset="1"/>
        <a:cs typeface=""/>
      </a:majorFont>
      <a:minorFont>
        <a:latin typeface="微软雅黑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封5​​">
  <a:themeElements>
    <a:clrScheme name="自定义 34">
      <a:dk1>
        <a:srgbClr val="000000"/>
      </a:dk1>
      <a:lt1>
        <a:srgbClr val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 pitchFamily="0" charset="1"/>
        <a:ea typeface="微软雅黑" pitchFamily="0" charset="1"/>
        <a:cs typeface=""/>
      </a:majorFont>
      <a:minorFont>
        <a:latin typeface="微软雅黑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封6​​">
  <a:themeElements>
    <a:clrScheme name="自定义 34">
      <a:dk1>
        <a:srgbClr val="000000"/>
      </a:dk1>
      <a:lt1>
        <a:srgbClr val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 pitchFamily="0" charset="1"/>
        <a:ea typeface="微软雅黑" pitchFamily="0" charset="1"/>
        <a:cs typeface=""/>
      </a:majorFont>
      <a:minorFont>
        <a:latin typeface="微软雅黑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封7​​">
  <a:themeElements>
    <a:clrScheme name="自定义 34">
      <a:dk1>
        <a:srgbClr val="000000"/>
      </a:dk1>
      <a:lt1>
        <a:srgbClr val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 pitchFamily="0" charset="1"/>
        <a:ea typeface="微软雅黑" pitchFamily="0" charset="1"/>
        <a:cs typeface=""/>
      </a:majorFont>
      <a:minorFont>
        <a:latin typeface="微软雅黑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封8​​">
  <a:themeElements>
    <a:clrScheme name="自定义 34">
      <a:dk1>
        <a:srgbClr val="000000"/>
      </a:dk1>
      <a:lt1>
        <a:srgbClr val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 pitchFamily="0" charset="1"/>
        <a:ea typeface="微软雅黑" pitchFamily="0" charset="1"/>
        <a:cs typeface=""/>
      </a:majorFont>
      <a:minorFont>
        <a:latin typeface="微软雅黑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封9​​">
  <a:themeElements>
    <a:clrScheme name="自定义 34">
      <a:dk1>
        <a:srgbClr val="000000"/>
      </a:dk1>
      <a:lt1>
        <a:srgbClr val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 pitchFamily="0" charset="1"/>
        <a:ea typeface="微软雅黑" pitchFamily="0" charset="1"/>
        <a:cs typeface=""/>
      </a:majorFont>
      <a:minorFont>
        <a:latin typeface="微软雅黑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目1​​">
  <a:themeElements>
    <a:clrScheme name="自定义 34">
      <a:dk1>
        <a:srgbClr val="000000"/>
      </a:dk1>
      <a:lt1>
        <a:srgbClr val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 pitchFamily="0" charset="1"/>
        <a:ea typeface="微软雅黑" pitchFamily="0" charset="1"/>
        <a:cs typeface=""/>
      </a:majorFont>
      <a:minorFont>
        <a:latin typeface="微软雅黑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目2​​">
  <a:themeElements>
    <a:clrScheme name="自定义 34">
      <a:dk1>
        <a:srgbClr val="000000"/>
      </a:dk1>
      <a:lt1>
        <a:srgbClr val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 pitchFamily="0" charset="1"/>
        <a:ea typeface="微软雅黑" pitchFamily="0" charset="1"/>
        <a:cs typeface=""/>
      </a:majorFont>
      <a:minorFont>
        <a:latin typeface="微软雅黑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目3​​">
  <a:themeElements>
    <a:clrScheme name="自定义 34">
      <a:dk1>
        <a:srgbClr val="000000"/>
      </a:dk1>
      <a:lt1>
        <a:srgbClr val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 pitchFamily="0" charset="1"/>
        <a:ea typeface="微软雅黑" pitchFamily="0" charset="1"/>
        <a:cs typeface=""/>
      </a:majorFont>
      <a:minorFont>
        <a:latin typeface="微软雅黑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目4​​">
  <a:themeElements>
    <a:clrScheme name="自定义 34">
      <a:dk1>
        <a:srgbClr val="000000"/>
      </a:dk1>
      <a:lt1>
        <a:srgbClr val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 pitchFamily="0" charset="1"/>
        <a:ea typeface="微软雅黑" pitchFamily="0" charset="1"/>
        <a:cs typeface=""/>
      </a:majorFont>
      <a:minorFont>
        <a:latin typeface="微软雅黑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目5​​">
  <a:themeElements>
    <a:clrScheme name="自定义 34">
      <a:dk1>
        <a:srgbClr val="000000"/>
      </a:dk1>
      <a:lt1>
        <a:srgbClr val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 pitchFamily="0" charset="1"/>
        <a:ea typeface="微软雅黑" pitchFamily="0" charset="1"/>
        <a:cs typeface=""/>
      </a:majorFont>
      <a:minorFont>
        <a:latin typeface="微软雅黑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目6​​">
  <a:themeElements>
    <a:clrScheme name="自定义 34">
      <a:dk1>
        <a:srgbClr val="000000"/>
      </a:dk1>
      <a:lt1>
        <a:srgbClr val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 pitchFamily="0" charset="1"/>
        <a:ea typeface="微软雅黑" pitchFamily="0" charset="1"/>
        <a:cs typeface=""/>
      </a:majorFont>
      <a:minorFont>
        <a:latin typeface="微软雅黑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目6​​">
  <a:themeElements>
    <a:clrScheme name="自定义 34">
      <a:dk1>
        <a:srgbClr val="000000"/>
      </a:dk1>
      <a:lt1>
        <a:srgbClr val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 pitchFamily="0" charset="1"/>
        <a:ea typeface="微软雅黑" pitchFamily="0" charset="1"/>
        <a:cs typeface=""/>
      </a:majorFont>
      <a:minorFont>
        <a:latin typeface="微软雅黑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目7​​">
  <a:themeElements>
    <a:clrScheme name="自定义 34">
      <a:dk1>
        <a:srgbClr val="000000"/>
      </a:dk1>
      <a:lt1>
        <a:srgbClr val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 pitchFamily="0" charset="1"/>
        <a:ea typeface="微软雅黑" pitchFamily="0" charset="1"/>
        <a:cs typeface=""/>
      </a:majorFont>
      <a:minorFont>
        <a:latin typeface="微软雅黑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目8​​">
  <a:themeElements>
    <a:clrScheme name="自定义 34">
      <a:dk1>
        <a:srgbClr val="000000"/>
      </a:dk1>
      <a:lt1>
        <a:srgbClr val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 pitchFamily="0" charset="1"/>
        <a:ea typeface="微软雅黑" pitchFamily="0" charset="1"/>
        <a:cs typeface=""/>
      </a:majorFont>
      <a:minorFont>
        <a:latin typeface="微软雅黑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内页​​">
  <a:themeElements>
    <a:clrScheme name="自定义 34">
      <a:dk1>
        <a:srgbClr val="000000"/>
      </a:dk1>
      <a:lt1>
        <a:srgbClr val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 pitchFamily="0" charset="1"/>
        <a:ea typeface="微软雅黑" pitchFamily="0" charset="1"/>
        <a:cs typeface=""/>
      </a:majorFont>
      <a:minorFont>
        <a:latin typeface="微软雅黑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内页​​">
  <a:themeElements>
    <a:clrScheme name="自定义 34">
      <a:dk1>
        <a:srgbClr val="000000"/>
      </a:dk1>
      <a:lt1>
        <a:srgbClr val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 pitchFamily="0" charset="1"/>
        <a:ea typeface="微软雅黑" pitchFamily="0" charset="1"/>
        <a:cs typeface=""/>
      </a:majorFont>
      <a:minorFont>
        <a:latin typeface="微软雅黑" pitchFamily="0" charset="1"/>
        <a:ea typeface="微软雅黑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5230</TotalTime>
  <Application>LibreOffice/26.2.5.2$Linux_X86_64 LibreOffice_project/620$Build-2</Application>
  <AppVersion>15.0000</AppVersion>
  <Words>39322</Words>
  <Paragraphs>5225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2016-11-28T11:30:35Z</dcterms:created>
  <dc:creator>韩宇</dc:creator>
  <dc:description/>
  <dc:language>en-US</dc:language>
  <cp:lastModifiedBy/>
  <dcterms:modified xsi:type="dcterms:W3CDTF">2026-10-03T16:14:07Z</dcterms:modified>
  <cp:revision>612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ActionId">
    <vt:lpwstr>f2877715-b2cf-4189-b763-9fb10023ee09</vt:lpwstr>
  </property>
  <property fmtid="{D5CDD505-2E9C-101B-9397-08002B2CF9AE}" pid="3" name="MSIP_Label_f42aa342-8706-4288-bd11-ebb85995028c_Application">
    <vt:lpwstr>Microsoft Azure Information Protection</vt:lpwstr>
  </property>
  <property fmtid="{D5CDD505-2E9C-101B-9397-08002B2CF9AE}" pid="4" name="MSIP_Label_f42aa342-8706-4288-bd11-ebb85995028c_Enabled">
    <vt:lpwstr>True</vt:lpwstr>
  </property>
  <property fmtid="{D5CDD505-2E9C-101B-9397-08002B2CF9AE}" pid="5" name="MSIP_Label_f42aa342-8706-4288-bd11-ebb85995028c_Extended_MSFT_Method">
    <vt:lpwstr>Automatic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Owner">
    <vt:lpwstr>v-yunxl@microsoft.com</vt:lpwstr>
  </property>
  <property fmtid="{D5CDD505-2E9C-101B-9397-08002B2CF9AE}" pid="8" name="MSIP_Label_f42aa342-8706-4288-bd11-ebb85995028c_SetDate">
    <vt:lpwstr>2019-04-12T06:42:33.4777185Z</vt:lpwstr>
  </property>
  <property fmtid="{D5CDD505-2E9C-101B-9397-08002B2CF9AE}" pid="9" name="MSIP_Label_f42aa342-8706-4288-bd11-ebb85995028c_SiteId">
    <vt:lpwstr>72f988bf-86f1-41af-91ab-2d7cd011db47</vt:lpwstr>
  </property>
  <property fmtid="{D5CDD505-2E9C-101B-9397-08002B2CF9AE}" pid="10" name="Notes">
    <vt:i4>582</vt:i4>
  </property>
  <property fmtid="{D5CDD505-2E9C-101B-9397-08002B2CF9AE}" pid="11" name="PresentationFormat">
    <vt:lpwstr>宽屏</vt:lpwstr>
  </property>
  <property fmtid="{D5CDD505-2E9C-101B-9397-08002B2CF9AE}" pid="12" name="Sensitivity">
    <vt:lpwstr>General</vt:lpwstr>
  </property>
  <property fmtid="{D5CDD505-2E9C-101B-9397-08002B2CF9AE}" pid="13" name="Slides">
    <vt:i4>583</vt:i4>
  </property>
</Properties>
</file>