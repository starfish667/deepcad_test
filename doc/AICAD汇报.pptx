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22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32.xml" ContentType="application/vnd.openxmlformats-officedocument.presentationml.slideMaster+xml"/>
  <Override PartName="/ppt/theme/theme10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5.xml" ContentType="application/vnd.openxmlformats-officedocument.theme+xml"/>
  <Override PartName="/ppt/theme/theme9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57.xml" ContentType="application/vnd.openxmlformats-officedocument.theme+xml"/>
  <Override PartName="/ppt/theme/theme19.xml" ContentType="application/vnd.openxmlformats-officedocument.theme+xml"/>
  <Override PartName="/ppt/theme/theme21.xml" ContentType="application/vnd.openxmlformats-officedocument.theme+xml"/>
  <Override PartName="/ppt/theme/theme15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20.xml" ContentType="application/vnd.openxmlformats-officedocument.theme+xml"/>
  <Override PartName="/ppt/theme/theme2.xml" ContentType="application/vnd.openxmlformats-officedocument.theme+xml"/>
  <Override PartName="/ppt/theme/theme8.xml" ContentType="application/vnd.openxmlformats-officedocument.theme+xml"/>
  <Override PartName="/ppt/theme/theme14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2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4" r:id="rId4"/>
    <p:sldMasterId id="2147483657" r:id="rId5"/>
    <p:sldMasterId id="2147483660" r:id="rId6"/>
    <p:sldMasterId id="2147483663" r:id="rId7"/>
    <p:sldMasterId id="2147483666" r:id="rId8"/>
    <p:sldMasterId id="2147483668" r:id="rId9"/>
    <p:sldMasterId id="2147483671" r:id="rId10"/>
    <p:sldMasterId id="2147483673" r:id="rId11"/>
    <p:sldMasterId id="2147483676" r:id="rId12"/>
    <p:sldMasterId id="2147483678" r:id="rId13"/>
    <p:sldMasterId id="2147483681" r:id="rId14"/>
    <p:sldMasterId id="2147483684" r:id="rId15"/>
    <p:sldMasterId id="2147483686" r:id="rId16"/>
    <p:sldMasterId id="2147483688" r:id="rId17"/>
    <p:sldMasterId id="2147483690" r:id="rId18"/>
    <p:sldMasterId id="2147483692" r:id="rId19"/>
    <p:sldMasterId id="2147483697" r:id="rId20"/>
    <p:sldMasterId id="2147483699" r:id="rId21"/>
    <p:sldMasterId id="2147483704" r:id="rId22"/>
  </p:sldMasterIdLst>
  <p:notesMasterIdLst>
    <p:notesMasterId r:id="rId23"/>
  </p:notesMasterIdLst>
  <p:sldIdLst>
    <p:sldId id="256" r:id="rId24"/>
    <p:sldId id="257" r:id="rId25"/>
    <p:sldId id="258" r:id="rId26"/>
    <p:sldId id="259" r:id="rId27"/>
    <p:sldId id="260" r:id="rId28"/>
    <p:sldId id="261" r:id="rId29"/>
    <p:sldId id="262" r:id="rId30"/>
    <p:sldId id="263" r:id="rId31"/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5.xml"/><Relationship Id="rId5" Type="http://schemas.openxmlformats.org/officeDocument/2006/relationships/slideMaster" Target="slideMasters/slideMaster7.xml"/><Relationship Id="rId6" Type="http://schemas.openxmlformats.org/officeDocument/2006/relationships/slideMaster" Target="slideMasters/slideMaster9.xml"/><Relationship Id="rId7" Type="http://schemas.openxmlformats.org/officeDocument/2006/relationships/slideMaster" Target="slideMasters/slideMaster11.xml"/><Relationship Id="rId8" Type="http://schemas.openxmlformats.org/officeDocument/2006/relationships/slideMaster" Target="slideMasters/slideMaster13.xml"/><Relationship Id="rId9" Type="http://schemas.openxmlformats.org/officeDocument/2006/relationships/slideMaster" Target="slideMasters/slideMaster14.xml"/><Relationship Id="rId10" Type="http://schemas.openxmlformats.org/officeDocument/2006/relationships/slideMaster" Target="slideMasters/slideMaster16.xml"/><Relationship Id="rId11" Type="http://schemas.openxmlformats.org/officeDocument/2006/relationships/slideMaster" Target="slideMasters/slideMaster17.xml"/><Relationship Id="rId12" Type="http://schemas.openxmlformats.org/officeDocument/2006/relationships/slideMaster" Target="slideMasters/slideMaster19.xml"/><Relationship Id="rId13" Type="http://schemas.openxmlformats.org/officeDocument/2006/relationships/slideMaster" Target="slideMasters/slideMaster20.xml"/><Relationship Id="rId14" Type="http://schemas.openxmlformats.org/officeDocument/2006/relationships/slideMaster" Target="slideMasters/slideMaster22.xml"/><Relationship Id="rId15" Type="http://schemas.openxmlformats.org/officeDocument/2006/relationships/slideMaster" Target="slideMasters/slideMaster24.xml"/><Relationship Id="rId16" Type="http://schemas.openxmlformats.org/officeDocument/2006/relationships/slideMaster" Target="slideMasters/slideMaster25.xml"/><Relationship Id="rId17" Type="http://schemas.openxmlformats.org/officeDocument/2006/relationships/slideMaster" Target="slideMasters/slideMaster26.xml"/><Relationship Id="rId18" Type="http://schemas.openxmlformats.org/officeDocument/2006/relationships/slideMaster" Target="slideMasters/slideMaster27.xml"/><Relationship Id="rId19" Type="http://schemas.openxmlformats.org/officeDocument/2006/relationships/slideMaster" Target="slideMasters/slideMaster28.xml"/><Relationship Id="rId20" Type="http://schemas.openxmlformats.org/officeDocument/2006/relationships/slideMaster" Target="slideMasters/slideMaster32.xml"/><Relationship Id="rId21" Type="http://schemas.openxmlformats.org/officeDocument/2006/relationships/slideMaster" Target="slideMasters/slideMaster33.xml"/><Relationship Id="rId22" Type="http://schemas.openxmlformats.org/officeDocument/2006/relationships/slideMaster" Target="slideMasters/slideMaster37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.xml"/><Relationship Id="rId25" Type="http://schemas.openxmlformats.org/officeDocument/2006/relationships/slide" Target="slides/slide2.xml"/><Relationship Id="rId26" Type="http://schemas.openxmlformats.org/officeDocument/2006/relationships/slide" Target="slides/slide3.xml"/><Relationship Id="rId27" Type="http://schemas.openxmlformats.org/officeDocument/2006/relationships/slide" Target="slides/slide4.xml"/><Relationship Id="rId28" Type="http://schemas.openxmlformats.org/officeDocument/2006/relationships/slide" Target="slides/slide5.xml"/><Relationship Id="rId29" Type="http://schemas.openxmlformats.org/officeDocument/2006/relationships/slide" Target="slides/slide6.xml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slide" Target="slides/slide15.xml"/><Relationship Id="rId39" Type="http://schemas.openxmlformats.org/officeDocument/2006/relationships/slide" Target="slides/slide16.xml"/><Relationship Id="rId40" Type="http://schemas.openxmlformats.org/officeDocument/2006/relationships/slide" Target="slides/slide17.xml"/><Relationship Id="rId41" Type="http://schemas.openxmlformats.org/officeDocument/2006/relationships/slide" Target="slides/slide18.xml"/><Relationship Id="rId42" Type="http://schemas.openxmlformats.org/officeDocument/2006/relationships/slide" Target="slides/slide19.xml"/><Relationship Id="rId43" Type="http://schemas.openxmlformats.org/officeDocument/2006/relationships/slide" Target="slides/slide20.xml"/><Relationship Id="rId44" Type="http://schemas.openxmlformats.org/officeDocument/2006/relationships/slide" Target="slides/slide21.xml"/><Relationship Id="rId45" Type="http://schemas.openxmlformats.org/officeDocument/2006/relationships/slide" Target="slides/slide22.xml"/><Relationship Id="rId46" Type="http://schemas.openxmlformats.org/officeDocument/2006/relationships/slide" Target="slides/slide23.xml"/><Relationship Id="rId47" Type="http://schemas.openxmlformats.org/officeDocument/2006/relationships/slide" Target="slides/slide24.xml"/><Relationship Id="rId4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109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6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7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8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7D9175C-5F00-4326-9397-B75A14A89FB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b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Relationship Id="rId3" Type="http://schemas.openxmlformats.org/officeDocument/2006/relationships/image" Target="../media/image6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7.png"/><Relationship Id="rId3" Type="http://schemas.openxmlformats.org/officeDocument/2006/relationships/image" Target="../media/image8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7.png"/><Relationship Id="rId3" Type="http://schemas.openxmlformats.org/officeDocument/2006/relationships/image" Target="../media/image8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9.jpeg"/><Relationship Id="rId3" Type="http://schemas.openxmlformats.org/officeDocument/2006/relationships/image" Target="../media/image8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0.jpeg"/><Relationship Id="rId3" Type="http://schemas.openxmlformats.org/officeDocument/2006/relationships/image" Target="../media/image8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3.png"/><Relationship Id="rId6" Type="http://schemas.openxmlformats.org/officeDocument/2006/relationships/image" Target="../media/image14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3.png"/><Relationship Id="rId5" Type="http://schemas.openxmlformats.org/officeDocument/2006/relationships/image" Target="../media/image14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8.png"/><Relationship Id="rId3" Type="http://schemas.openxmlformats.org/officeDocument/2006/relationships/image" Target="../media/image19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8.png"/><Relationship Id="rId3" Type="http://schemas.openxmlformats.org/officeDocument/2006/relationships/image" Target="../media/image20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<Relationship Id="rId2" Type="http://schemas.openxmlformats.org/officeDocument/2006/relationships/image" Target="../media/image26.png"/><Relationship Id="rId3" Type="http://schemas.openxmlformats.org/officeDocument/2006/relationships/image" Target="../media/image1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<Relationship Id="rId2" Type="http://schemas.openxmlformats.org/officeDocument/2006/relationships/image" Target="../media/image27.png"/><Relationship Id="rId3" Type="http://schemas.openxmlformats.org/officeDocument/2006/relationships/image" Target="../media/image27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<Relationship Id="rId2" Type="http://schemas.openxmlformats.org/officeDocument/2006/relationships/image" Target="../media/image28.png"/><Relationship Id="rId3" Type="http://schemas.openxmlformats.org/officeDocument/2006/relationships/image" Target="../media/image28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<Relationship Id="rId2" Type="http://schemas.openxmlformats.org/officeDocument/2006/relationships/image" Target="../media/image1.png"/><Relationship Id="rId3" Type="http://schemas.openxmlformats.org/officeDocument/2006/relationships/image" Target="../media/image28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<Relationship Id="rId2" Type="http://schemas.openxmlformats.org/officeDocument/2006/relationships/image" Target="../media/image26.png"/><Relationship Id="rId3" Type="http://schemas.openxmlformats.org/officeDocument/2006/relationships/image" Target="../media/image5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<Relationship Id="rId2" Type="http://schemas.openxmlformats.org/officeDocument/2006/relationships/image" Target="../media/image26.png"/><Relationship Id="rId3" Type="http://schemas.openxmlformats.org/officeDocument/2006/relationships/image" Target="../media/image5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<Relationship Id="rId2" Type="http://schemas.openxmlformats.org/officeDocument/2006/relationships/image" Target="../media/image26.png"/><Relationship Id="rId3" Type="http://schemas.openxmlformats.org/officeDocument/2006/relationships/image" Target="../media/image5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<Relationship Id="rId2" Type="http://schemas.openxmlformats.org/officeDocument/2006/relationships/image" Target="../media/image35.png"/><Relationship Id="rId3" Type="http://schemas.openxmlformats.org/officeDocument/2006/relationships/image" Target="../media/image5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<Relationship Id="rId2" Type="http://schemas.openxmlformats.org/officeDocument/2006/relationships/image" Target="../media/image30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<Relationship Id="rId2" Type="http://schemas.openxmlformats.org/officeDocument/2006/relationships/image" Target="../media/image5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30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1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36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36.png"/><Relationship Id="rId3" Type="http://schemas.openxmlformats.org/officeDocument/2006/relationships/image" Target="../media/image5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37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37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30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5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30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30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30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5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30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30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1-首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/>
          <p:cNvPicPr/>
          <p:nvPr/>
        </p:nvPicPr>
        <p:blipFill>
          <a:blip r:embed="rId2"/>
          <a:srcRect l="0" t="0" r="25953" b="0"/>
          <a:stretch/>
        </p:blipFill>
        <p:spPr>
          <a:xfrm>
            <a:off x="7191360" y="133200"/>
            <a:ext cx="5027400" cy="65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矩形 6"/>
          <p:cNvSpPr/>
          <p:nvPr/>
        </p:nvSpPr>
        <p:spPr>
          <a:xfrm>
            <a:off x="0" y="1484280"/>
            <a:ext cx="2928960" cy="43635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body" hasCustomPrompt="1"/>
          </p:nvPr>
        </p:nvSpPr>
        <p:spPr>
          <a:xfrm>
            <a:off x="3697560" y="4908240"/>
            <a:ext cx="7058520" cy="409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t">
            <a:normAutofit/>
          </a:bodyPr>
          <a:lstStyle>
            <a:lvl1pPr indent="0" algn="l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l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编辑母版文本样式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5" name="矩形 7"/>
          <p:cNvSpPr/>
          <p:nvPr/>
        </p:nvSpPr>
        <p:spPr>
          <a:xfrm>
            <a:off x="11525400" y="1484280"/>
            <a:ext cx="665640" cy="43635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6" name="矩形 8"/>
          <p:cNvSpPr/>
          <p:nvPr/>
        </p:nvSpPr>
        <p:spPr>
          <a:xfrm>
            <a:off x="2927880" y="1484280"/>
            <a:ext cx="376920" cy="4363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7" name="矩形 9"/>
          <p:cNvSpPr/>
          <p:nvPr/>
        </p:nvSpPr>
        <p:spPr>
          <a:xfrm>
            <a:off x="11121480" y="1484280"/>
            <a:ext cx="402120" cy="4363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8" name="文本框 11"/>
          <p:cNvSpPr/>
          <p:nvPr/>
        </p:nvSpPr>
        <p:spPr>
          <a:xfrm rot="16200000">
            <a:off x="10462680" y="3524760"/>
            <a:ext cx="316908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>
                    <a:alpha val="5000"/>
                  </a:srgbClr>
                </a:solidFill>
                <a:effectLst/>
                <a:uFillTx/>
                <a:latin typeface="Arial"/>
                <a:ea typeface="微软雅黑"/>
              </a:rPr>
              <a:t>BEIJINGINSTITUTEOFTECHNOLOGY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" name="图片 40"/>
          <p:cNvPicPr/>
          <p:nvPr/>
        </p:nvPicPr>
        <p:blipFill>
          <a:blip r:embed="rId3"/>
          <a:stretch/>
        </p:blipFill>
        <p:spPr>
          <a:xfrm>
            <a:off x="474840" y="515520"/>
            <a:ext cx="2294280" cy="5036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0" name="直接连接符 41"/>
          <p:cNvCxnSpPr/>
          <p:nvPr/>
        </p:nvCxnSpPr>
        <p:spPr>
          <a:xfrm>
            <a:off x="2927880" y="1355760"/>
            <a:ext cx="1080" cy="459108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cxnSp>
        <p:nvCxnSpPr>
          <p:cNvPr id="11" name="直接连接符 42"/>
          <p:cNvCxnSpPr/>
          <p:nvPr/>
        </p:nvCxnSpPr>
        <p:spPr>
          <a:xfrm>
            <a:off x="11522520" y="1400400"/>
            <a:ext cx="1080" cy="454644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grpSp>
        <p:nvGrpSpPr>
          <p:cNvPr id="12" name="组合 68"/>
          <p:cNvGrpSpPr/>
          <p:nvPr/>
        </p:nvGrpSpPr>
        <p:grpSpPr>
          <a:xfrm>
            <a:off x="566640" y="2031840"/>
            <a:ext cx="1776960" cy="3242160"/>
            <a:chOff x="566640" y="2031840"/>
            <a:chExt cx="1776960" cy="3242160"/>
          </a:xfrm>
        </p:grpSpPr>
        <p:grpSp>
          <p:nvGrpSpPr>
            <p:cNvPr id="13" name="组合 69"/>
            <p:cNvGrpSpPr/>
            <p:nvPr/>
          </p:nvGrpSpPr>
          <p:grpSpPr>
            <a:xfrm>
              <a:off x="566640" y="2052360"/>
              <a:ext cx="588600" cy="3221640"/>
              <a:chOff x="566640" y="2052360"/>
              <a:chExt cx="588600" cy="3221640"/>
            </a:xfrm>
          </p:grpSpPr>
          <p:sp>
            <p:nvSpPr>
              <p:cNvPr id="14" name="Freeform 5"/>
              <p:cNvSpPr/>
              <p:nvPr/>
            </p:nvSpPr>
            <p:spPr>
              <a:xfrm>
                <a:off x="570600" y="3798720"/>
                <a:ext cx="574920" cy="648720"/>
              </a:xfrm>
              <a:custGeom>
                <a:avLst/>
                <a:gdLst>
                  <a:gd name="textAreaLeft" fmla="*/ 0 w 574920"/>
                  <a:gd name="textAreaRight" fmla="*/ 576000 w 574920"/>
                  <a:gd name="textAreaTop" fmla="*/ 0 h 648720"/>
                  <a:gd name="textAreaBottom" fmla="*/ 649800 h 64872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lt1">
                  <a:alpha val="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15" name="Freeform 6"/>
              <p:cNvSpPr/>
              <p:nvPr/>
            </p:nvSpPr>
            <p:spPr>
              <a:xfrm>
                <a:off x="694800" y="4775760"/>
                <a:ext cx="330480" cy="498240"/>
              </a:xfrm>
              <a:custGeom>
                <a:avLst/>
                <a:gdLst>
                  <a:gd name="textAreaLeft" fmla="*/ 0 w 330480"/>
                  <a:gd name="textAreaRight" fmla="*/ 331560 w 330480"/>
                  <a:gd name="textAreaTop" fmla="*/ 0 h 498240"/>
                  <a:gd name="textAreaBottom" fmla="*/ 499320 h 49824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lt1">
                  <a:alpha val="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16" name="组合 86"/>
              <p:cNvGrpSpPr/>
              <p:nvPr/>
            </p:nvGrpSpPr>
            <p:grpSpPr>
              <a:xfrm>
                <a:off x="566640" y="2052360"/>
                <a:ext cx="588600" cy="730440"/>
                <a:chOff x="566640" y="2052360"/>
                <a:chExt cx="588600" cy="730440"/>
              </a:xfrm>
            </p:grpSpPr>
            <p:sp>
              <p:nvSpPr>
                <p:cNvPr id="17" name="Freeform 7"/>
                <p:cNvSpPr/>
                <p:nvPr/>
              </p:nvSpPr>
              <p:spPr>
                <a:xfrm>
                  <a:off x="566640" y="2052360"/>
                  <a:ext cx="588600" cy="479160"/>
                </a:xfrm>
                <a:custGeom>
                  <a:avLst/>
                  <a:gdLst>
                    <a:gd name="textAreaLeft" fmla="*/ 0 w 588600"/>
                    <a:gd name="textAreaRight" fmla="*/ 589680 w 588600"/>
                    <a:gd name="textAreaTop" fmla="*/ 0 h 479160"/>
                    <a:gd name="textAreaBottom" fmla="*/ 480240 h 47916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8" name="Freeform 8"/>
                <p:cNvSpPr/>
                <p:nvPr/>
              </p:nvSpPr>
              <p:spPr>
                <a:xfrm>
                  <a:off x="691200" y="2344680"/>
                  <a:ext cx="366480" cy="438120"/>
                </a:xfrm>
                <a:custGeom>
                  <a:avLst/>
                  <a:gdLst>
                    <a:gd name="textAreaLeft" fmla="*/ 0 w 366480"/>
                    <a:gd name="textAreaRight" fmla="*/ 367560 w 366480"/>
                    <a:gd name="textAreaTop" fmla="*/ 0 h 438120"/>
                    <a:gd name="textAreaBottom" fmla="*/ 439200 h 43812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9" name="组合 87"/>
              <p:cNvGrpSpPr/>
              <p:nvPr/>
            </p:nvGrpSpPr>
            <p:grpSpPr>
              <a:xfrm>
                <a:off x="691200" y="3111840"/>
                <a:ext cx="356040" cy="381240"/>
                <a:chOff x="691200" y="3111840"/>
                <a:chExt cx="356040" cy="381240"/>
              </a:xfrm>
            </p:grpSpPr>
            <p:sp>
              <p:nvSpPr>
                <p:cNvPr id="20" name="Freeform 15"/>
                <p:cNvSpPr/>
                <p:nvPr/>
              </p:nvSpPr>
              <p:spPr>
                <a:xfrm>
                  <a:off x="691200" y="3196800"/>
                  <a:ext cx="163440" cy="263880"/>
                </a:xfrm>
                <a:custGeom>
                  <a:avLst/>
                  <a:gdLst>
                    <a:gd name="textAreaLeft" fmla="*/ 0 w 163440"/>
                    <a:gd name="textAreaRight" fmla="*/ 164520 w 163440"/>
                    <a:gd name="textAreaTop" fmla="*/ 0 h 263880"/>
                    <a:gd name="textAreaBottom" fmla="*/ 264960 h 26388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6320" tIns="45000" rIns="763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1" name="Freeform 16"/>
                <p:cNvSpPr/>
                <p:nvPr/>
              </p:nvSpPr>
              <p:spPr>
                <a:xfrm>
                  <a:off x="868680" y="3120840"/>
                  <a:ext cx="178560" cy="372240"/>
                </a:xfrm>
                <a:custGeom>
                  <a:avLst/>
                  <a:gdLst>
                    <a:gd name="textAreaLeft" fmla="*/ 0 w 178560"/>
                    <a:gd name="textAreaRight" fmla="*/ 179640 w 178560"/>
                    <a:gd name="textAreaTop" fmla="*/ 0 h 372240"/>
                    <a:gd name="textAreaBottom" fmla="*/ 373320 h 37224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83160" tIns="45000" rIns="831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2" name="Freeform 17"/>
                <p:cNvSpPr/>
                <p:nvPr/>
              </p:nvSpPr>
              <p:spPr>
                <a:xfrm>
                  <a:off x="784800" y="3111840"/>
                  <a:ext cx="117000" cy="67680"/>
                </a:xfrm>
                <a:custGeom>
                  <a:avLst/>
                  <a:gdLst>
                    <a:gd name="textAreaLeft" fmla="*/ 0 w 117000"/>
                    <a:gd name="textAreaRight" fmla="*/ 118080 w 117000"/>
                    <a:gd name="textAreaTop" fmla="*/ 0 h 67680"/>
                    <a:gd name="textAreaBottom" fmla="*/ 68760 h 6768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4720" tIns="34200" rIns="54720" bIns="342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23" name="组合 70"/>
            <p:cNvGrpSpPr/>
            <p:nvPr/>
          </p:nvGrpSpPr>
          <p:grpSpPr>
            <a:xfrm>
              <a:off x="1753200" y="2031840"/>
              <a:ext cx="590400" cy="3214800"/>
              <a:chOff x="1753200" y="2031840"/>
              <a:chExt cx="590400" cy="3214800"/>
            </a:xfrm>
          </p:grpSpPr>
          <p:grpSp>
            <p:nvGrpSpPr>
              <p:cNvPr id="24" name="组合 71"/>
              <p:cNvGrpSpPr/>
              <p:nvPr/>
            </p:nvGrpSpPr>
            <p:grpSpPr>
              <a:xfrm>
                <a:off x="1770480" y="3846600"/>
                <a:ext cx="520560" cy="547560"/>
                <a:chOff x="1770480" y="3846600"/>
                <a:chExt cx="520560" cy="547560"/>
              </a:xfrm>
            </p:grpSpPr>
            <p:sp>
              <p:nvSpPr>
                <p:cNvPr id="25" name="Freeform 9"/>
                <p:cNvSpPr/>
                <p:nvPr/>
              </p:nvSpPr>
              <p:spPr>
                <a:xfrm>
                  <a:off x="1770480" y="3887640"/>
                  <a:ext cx="270720" cy="460440"/>
                </a:xfrm>
                <a:custGeom>
                  <a:avLst/>
                  <a:gdLst>
                    <a:gd name="textAreaLeft" fmla="*/ 0 w 270720"/>
                    <a:gd name="textAreaRight" fmla="*/ 271800 w 270720"/>
                    <a:gd name="textAreaTop" fmla="*/ 0 h 460440"/>
                    <a:gd name="textAreaBottom" fmla="*/ 461520 h 46044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6" name="Freeform 10"/>
                <p:cNvSpPr/>
                <p:nvPr/>
              </p:nvSpPr>
              <p:spPr>
                <a:xfrm>
                  <a:off x="2037240" y="3846600"/>
                  <a:ext cx="253800" cy="547560"/>
                </a:xfrm>
                <a:custGeom>
                  <a:avLst/>
                  <a:gdLst>
                    <a:gd name="textAreaLeft" fmla="*/ 0 w 253800"/>
                    <a:gd name="textAreaRight" fmla="*/ 254880 w 253800"/>
                    <a:gd name="textAreaTop" fmla="*/ 0 h 547560"/>
                    <a:gd name="textAreaBottom" fmla="*/ 548640 h 54756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27" name="组合 72"/>
              <p:cNvGrpSpPr/>
              <p:nvPr/>
            </p:nvGrpSpPr>
            <p:grpSpPr>
              <a:xfrm>
                <a:off x="1753200" y="2031840"/>
                <a:ext cx="590400" cy="745920"/>
                <a:chOff x="1753200" y="2031840"/>
                <a:chExt cx="590400" cy="745920"/>
              </a:xfrm>
            </p:grpSpPr>
            <p:sp>
              <p:nvSpPr>
                <p:cNvPr id="28" name="Freeform 13"/>
                <p:cNvSpPr/>
                <p:nvPr/>
              </p:nvSpPr>
              <p:spPr>
                <a:xfrm>
                  <a:off x="1753200" y="2031840"/>
                  <a:ext cx="590400" cy="704880"/>
                </a:xfrm>
                <a:custGeom>
                  <a:avLst/>
                  <a:gdLst>
                    <a:gd name="textAreaLeft" fmla="*/ 0 w 590400"/>
                    <a:gd name="textAreaRight" fmla="*/ 591480 w 590400"/>
                    <a:gd name="textAreaTop" fmla="*/ 0 h 704880"/>
                    <a:gd name="textAreaBottom" fmla="*/ 705960 h 7048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9" name="Freeform 14"/>
                <p:cNvSpPr/>
                <p:nvPr/>
              </p:nvSpPr>
              <p:spPr>
                <a:xfrm>
                  <a:off x="1915920" y="2582280"/>
                  <a:ext cx="72360" cy="19548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95480"/>
                    <a:gd name="textAreaBottom" fmla="*/ 196560 h 19548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200" tIns="45000" rIns="342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30" name="组合 73"/>
              <p:cNvGrpSpPr/>
              <p:nvPr/>
            </p:nvGrpSpPr>
            <p:grpSpPr>
              <a:xfrm>
                <a:off x="1860120" y="3117600"/>
                <a:ext cx="395640" cy="340920"/>
                <a:chOff x="1860120" y="3117600"/>
                <a:chExt cx="395640" cy="340920"/>
              </a:xfrm>
            </p:grpSpPr>
            <p:sp>
              <p:nvSpPr>
                <p:cNvPr id="31" name="Freeform 18"/>
                <p:cNvSpPr/>
                <p:nvPr/>
              </p:nvSpPr>
              <p:spPr>
                <a:xfrm>
                  <a:off x="1993680" y="3117600"/>
                  <a:ext cx="262080" cy="340920"/>
                </a:xfrm>
                <a:custGeom>
                  <a:avLst/>
                  <a:gdLst>
                    <a:gd name="textAreaLeft" fmla="*/ 0 w 262080"/>
                    <a:gd name="textAreaRight" fmla="*/ 263160 w 262080"/>
                    <a:gd name="textAreaTop" fmla="*/ 0 h 340920"/>
                    <a:gd name="textAreaBottom" fmla="*/ 342000 h 34092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2" name="Freeform 19"/>
                <p:cNvSpPr/>
                <p:nvPr/>
              </p:nvSpPr>
              <p:spPr>
                <a:xfrm>
                  <a:off x="1860120" y="3202920"/>
                  <a:ext cx="132120" cy="252000"/>
                </a:xfrm>
                <a:custGeom>
                  <a:avLst/>
                  <a:gdLst>
                    <a:gd name="textAreaLeft" fmla="*/ 0 w 132120"/>
                    <a:gd name="textAreaRight" fmla="*/ 133200 w 132120"/>
                    <a:gd name="textAreaTop" fmla="*/ 0 h 252000"/>
                    <a:gd name="textAreaBottom" fmla="*/ 253080 h 25200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1920" tIns="45000" rIns="619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3" name="Freeform 20"/>
                <p:cNvSpPr/>
                <p:nvPr/>
              </p:nvSpPr>
              <p:spPr>
                <a:xfrm>
                  <a:off x="1938960" y="3120840"/>
                  <a:ext cx="122040" cy="77400"/>
                </a:xfrm>
                <a:custGeom>
                  <a:avLst/>
                  <a:gdLst>
                    <a:gd name="textAreaLeft" fmla="*/ 0 w 122040"/>
                    <a:gd name="textAreaRight" fmla="*/ 123120 w 122040"/>
                    <a:gd name="textAreaTop" fmla="*/ 0 h 77400"/>
                    <a:gd name="textAreaBottom" fmla="*/ 78480 h 7740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7240" tIns="39240" rIns="57240" bIns="3924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34" name="组合 74"/>
              <p:cNvGrpSpPr/>
              <p:nvPr/>
            </p:nvGrpSpPr>
            <p:grpSpPr>
              <a:xfrm>
                <a:off x="1806840" y="4787640"/>
                <a:ext cx="459000" cy="459000"/>
                <a:chOff x="1806840" y="4787640"/>
                <a:chExt cx="459000" cy="459000"/>
              </a:xfrm>
            </p:grpSpPr>
            <p:sp>
              <p:nvSpPr>
                <p:cNvPr id="35" name="Freeform 11"/>
                <p:cNvSpPr/>
                <p:nvPr/>
              </p:nvSpPr>
              <p:spPr>
                <a:xfrm>
                  <a:off x="1943640" y="4787640"/>
                  <a:ext cx="322200" cy="451440"/>
                </a:xfrm>
                <a:custGeom>
                  <a:avLst/>
                  <a:gdLst>
                    <a:gd name="textAreaLeft" fmla="*/ 0 w 322200"/>
                    <a:gd name="textAreaRight" fmla="*/ 323280 w 322200"/>
                    <a:gd name="textAreaTop" fmla="*/ 0 h 451440"/>
                    <a:gd name="textAreaBottom" fmla="*/ 452520 h 45144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6" name="Freeform 12"/>
                <p:cNvSpPr/>
                <p:nvPr/>
              </p:nvSpPr>
              <p:spPr>
                <a:xfrm>
                  <a:off x="1806840" y="4811760"/>
                  <a:ext cx="172800" cy="434880"/>
                </a:xfrm>
                <a:custGeom>
                  <a:avLst/>
                  <a:gdLst>
                    <a:gd name="textAreaLeft" fmla="*/ 0 w 172800"/>
                    <a:gd name="textAreaRight" fmla="*/ 173880 w 172800"/>
                    <a:gd name="textAreaTop" fmla="*/ 0 h 434880"/>
                    <a:gd name="textAreaBottom" fmla="*/ 435960 h 43488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2560" tIns="45000" rIns="525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  <p:sp>
        <p:nvSpPr>
          <p:cNvPr id="37" name="PlaceHolder 2"/>
          <p:cNvSpPr>
            <a:spLocks noGrp="1"/>
          </p:cNvSpPr>
          <p:nvPr>
            <p:ph type="body" hasCustomPrompt="1"/>
          </p:nvPr>
        </p:nvSpPr>
        <p:spPr>
          <a:xfrm>
            <a:off x="3697560" y="1658160"/>
            <a:ext cx="7058520" cy="2266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t">
            <a:norm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zh-CN" sz="56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1pPr>
            <a:lvl2pPr indent="0" algn="l">
              <a:lnSpc>
                <a:spcPct val="90000"/>
              </a:lnSpc>
              <a:buNone/>
              <a:tabLst>
                <a:tab pos="0" algn="l"/>
              </a:tabLst>
              <a:defRPr lang="zh-CN" sz="56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2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56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编辑母版文本样式</a:t>
            </a:r>
            <a:endParaRPr lang="en-US" sz="56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56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输入标题</a:t>
            </a:r>
            <a:endParaRPr lang="en-US" sz="56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title" hasCustomPrompt="1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1-尾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42"/>
          <p:cNvPicPr/>
          <p:nvPr/>
        </p:nvPicPr>
        <p:blipFill>
          <a:blip r:embed="rId2"/>
          <a:stretch/>
        </p:blipFill>
        <p:spPr>
          <a:xfrm>
            <a:off x="4600440" y="133200"/>
            <a:ext cx="6790680" cy="65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body" hasCustomPrompt="1"/>
          </p:nvPr>
        </p:nvSpPr>
        <p:spPr>
          <a:xfrm>
            <a:off x="1287360" y="1483560"/>
            <a:ext cx="7372800" cy="2266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t">
            <a:norm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zh-CN" sz="56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1pPr>
            <a:lvl2pPr indent="0" algn="l">
              <a:lnSpc>
                <a:spcPct val="90000"/>
              </a:lnSpc>
              <a:buNone/>
              <a:tabLst>
                <a:tab pos="0" algn="l"/>
              </a:tabLst>
              <a:defRPr lang="zh-CN" sz="56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2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56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编辑母版文本样式</a:t>
            </a:r>
            <a:endParaRPr lang="en-US" sz="56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56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输入标题</a:t>
            </a:r>
            <a:endParaRPr lang="en-US" sz="56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41" name="矩形 8"/>
          <p:cNvSpPr/>
          <p:nvPr/>
        </p:nvSpPr>
        <p:spPr>
          <a:xfrm>
            <a:off x="0" y="1484280"/>
            <a:ext cx="665640" cy="43635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42" name="矩形 9"/>
          <p:cNvSpPr/>
          <p:nvPr/>
        </p:nvSpPr>
        <p:spPr>
          <a:xfrm>
            <a:off x="667440" y="1484280"/>
            <a:ext cx="402120" cy="4363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43" name="矩形 10"/>
          <p:cNvSpPr/>
          <p:nvPr/>
        </p:nvSpPr>
        <p:spPr>
          <a:xfrm>
            <a:off x="9258480" y="1484280"/>
            <a:ext cx="2928960" cy="43635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44" name="矩形 11"/>
          <p:cNvSpPr/>
          <p:nvPr/>
        </p:nvSpPr>
        <p:spPr>
          <a:xfrm>
            <a:off x="8882280" y="1484280"/>
            <a:ext cx="376920" cy="4363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45" name="文本框 40"/>
          <p:cNvSpPr/>
          <p:nvPr/>
        </p:nvSpPr>
        <p:spPr>
          <a:xfrm rot="16200000">
            <a:off x="-1442520" y="3524760"/>
            <a:ext cx="316908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>
                    <a:alpha val="5000"/>
                  </a:srgbClr>
                </a:solidFill>
                <a:effectLst/>
                <a:uFillTx/>
                <a:latin typeface="Arial"/>
                <a:ea typeface="微软雅黑"/>
              </a:rPr>
              <a:t>BEIJINGINSTITUTEOFTECHNOL</a:t>
            </a:r>
            <a:r>
              <a:rPr lang="en-US" sz="1100" b="1" u="none" strike="noStrike">
                <a:solidFill>
                  <a:srgbClr val="FFFFFF">
                    <a:alpha val="5000"/>
                  </a:srgbClr>
                </a:solidFill>
                <a:effectLst/>
                <a:uFillTx/>
                <a:latin typeface="Arial"/>
                <a:ea typeface="微软雅黑"/>
              </a:rPr>
              <a:t>OGY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图片 41"/>
          <p:cNvPicPr/>
          <p:nvPr/>
        </p:nvPicPr>
        <p:blipFill>
          <a:blip r:embed="rId3"/>
          <a:stretch/>
        </p:blipFill>
        <p:spPr>
          <a:xfrm>
            <a:off x="9452520" y="548280"/>
            <a:ext cx="2294280" cy="5036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7" name="直接连接符 3"/>
          <p:cNvCxnSpPr/>
          <p:nvPr/>
        </p:nvCxnSpPr>
        <p:spPr>
          <a:xfrm>
            <a:off x="666720" y="1329120"/>
            <a:ext cx="1080" cy="471564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cxnSp>
        <p:nvCxnSpPr>
          <p:cNvPr id="48" name="直接连接符 43"/>
          <p:cNvCxnSpPr/>
          <p:nvPr/>
        </p:nvCxnSpPr>
        <p:spPr>
          <a:xfrm>
            <a:off x="9258120" y="1280160"/>
            <a:ext cx="1080" cy="483624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grpSp>
        <p:nvGrpSpPr>
          <p:cNvPr id="49" name="组合 44"/>
          <p:cNvGrpSpPr/>
          <p:nvPr/>
        </p:nvGrpSpPr>
        <p:grpSpPr>
          <a:xfrm>
            <a:off x="9834120" y="2044800"/>
            <a:ext cx="1777320" cy="3248640"/>
            <a:chOff x="9834120" y="2044800"/>
            <a:chExt cx="1777320" cy="3248640"/>
          </a:xfrm>
        </p:grpSpPr>
        <p:grpSp>
          <p:nvGrpSpPr>
            <p:cNvPr id="50" name="组合 45"/>
            <p:cNvGrpSpPr/>
            <p:nvPr/>
          </p:nvGrpSpPr>
          <p:grpSpPr>
            <a:xfrm>
              <a:off x="9834120" y="2065320"/>
              <a:ext cx="588600" cy="3222000"/>
              <a:chOff x="9834120" y="2065320"/>
              <a:chExt cx="588600" cy="3222000"/>
            </a:xfrm>
          </p:grpSpPr>
          <p:sp>
            <p:nvSpPr>
              <p:cNvPr id="51" name="Freeform 5"/>
              <p:cNvSpPr/>
              <p:nvPr/>
            </p:nvSpPr>
            <p:spPr>
              <a:xfrm>
                <a:off x="9838440" y="3811680"/>
                <a:ext cx="574920" cy="648720"/>
              </a:xfrm>
              <a:custGeom>
                <a:avLst/>
                <a:gdLst>
                  <a:gd name="textAreaLeft" fmla="*/ 0 w 574920"/>
                  <a:gd name="textAreaRight" fmla="*/ 576000 w 574920"/>
                  <a:gd name="textAreaTop" fmla="*/ 0 h 648720"/>
                  <a:gd name="textAreaBottom" fmla="*/ 649800 h 64872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lt1">
                  <a:alpha val="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52" name="Freeform 6"/>
              <p:cNvSpPr/>
              <p:nvPr/>
            </p:nvSpPr>
            <p:spPr>
              <a:xfrm>
                <a:off x="9962640" y="4789080"/>
                <a:ext cx="330480" cy="498240"/>
              </a:xfrm>
              <a:custGeom>
                <a:avLst/>
                <a:gdLst>
                  <a:gd name="textAreaLeft" fmla="*/ 0 w 330480"/>
                  <a:gd name="textAreaRight" fmla="*/ 331560 w 330480"/>
                  <a:gd name="textAreaTop" fmla="*/ 0 h 498240"/>
                  <a:gd name="textAreaBottom" fmla="*/ 499320 h 49824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lt1">
                  <a:alpha val="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53" name="组合 62"/>
              <p:cNvGrpSpPr/>
              <p:nvPr/>
            </p:nvGrpSpPr>
            <p:grpSpPr>
              <a:xfrm>
                <a:off x="9834120" y="2065320"/>
                <a:ext cx="588600" cy="730440"/>
                <a:chOff x="9834120" y="2065320"/>
                <a:chExt cx="588600" cy="730440"/>
              </a:xfrm>
            </p:grpSpPr>
            <p:sp>
              <p:nvSpPr>
                <p:cNvPr id="54" name="Freeform 7"/>
                <p:cNvSpPr/>
                <p:nvPr/>
              </p:nvSpPr>
              <p:spPr>
                <a:xfrm>
                  <a:off x="9834120" y="2065320"/>
                  <a:ext cx="588600" cy="479160"/>
                </a:xfrm>
                <a:custGeom>
                  <a:avLst/>
                  <a:gdLst>
                    <a:gd name="textAreaLeft" fmla="*/ 0 w 588600"/>
                    <a:gd name="textAreaRight" fmla="*/ 589680 w 588600"/>
                    <a:gd name="textAreaTop" fmla="*/ 0 h 479160"/>
                    <a:gd name="textAreaBottom" fmla="*/ 480240 h 47916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55" name="Freeform 8"/>
                <p:cNvSpPr/>
                <p:nvPr/>
              </p:nvSpPr>
              <p:spPr>
                <a:xfrm>
                  <a:off x="9959040" y="2357640"/>
                  <a:ext cx="366480" cy="438120"/>
                </a:xfrm>
                <a:custGeom>
                  <a:avLst/>
                  <a:gdLst>
                    <a:gd name="textAreaLeft" fmla="*/ 0 w 366480"/>
                    <a:gd name="textAreaRight" fmla="*/ 367560 w 366480"/>
                    <a:gd name="textAreaTop" fmla="*/ 0 h 438120"/>
                    <a:gd name="textAreaBottom" fmla="*/ 439200 h 43812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56" name="组合 63"/>
              <p:cNvGrpSpPr/>
              <p:nvPr/>
            </p:nvGrpSpPr>
            <p:grpSpPr>
              <a:xfrm>
                <a:off x="9959040" y="3124800"/>
                <a:ext cx="355680" cy="381240"/>
                <a:chOff x="9959040" y="3124800"/>
                <a:chExt cx="355680" cy="381240"/>
              </a:xfrm>
            </p:grpSpPr>
            <p:sp>
              <p:nvSpPr>
                <p:cNvPr id="57" name="Freeform 15"/>
                <p:cNvSpPr/>
                <p:nvPr/>
              </p:nvSpPr>
              <p:spPr>
                <a:xfrm>
                  <a:off x="9959040" y="3209760"/>
                  <a:ext cx="163440" cy="263880"/>
                </a:xfrm>
                <a:custGeom>
                  <a:avLst/>
                  <a:gdLst>
                    <a:gd name="textAreaLeft" fmla="*/ 0 w 163440"/>
                    <a:gd name="textAreaRight" fmla="*/ 164520 w 163440"/>
                    <a:gd name="textAreaTop" fmla="*/ 0 h 263880"/>
                    <a:gd name="textAreaBottom" fmla="*/ 264960 h 26388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6320" tIns="45000" rIns="763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58" name="Freeform 16"/>
                <p:cNvSpPr/>
                <p:nvPr/>
              </p:nvSpPr>
              <p:spPr>
                <a:xfrm>
                  <a:off x="10136160" y="3133800"/>
                  <a:ext cx="178560" cy="372240"/>
                </a:xfrm>
                <a:custGeom>
                  <a:avLst/>
                  <a:gdLst>
                    <a:gd name="textAreaLeft" fmla="*/ 0 w 178560"/>
                    <a:gd name="textAreaRight" fmla="*/ 179640 w 178560"/>
                    <a:gd name="textAreaTop" fmla="*/ 0 h 372240"/>
                    <a:gd name="textAreaBottom" fmla="*/ 373320 h 37224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83160" tIns="45000" rIns="831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59" name="Freeform 17"/>
                <p:cNvSpPr/>
                <p:nvPr/>
              </p:nvSpPr>
              <p:spPr>
                <a:xfrm>
                  <a:off x="10052280" y="3124800"/>
                  <a:ext cx="117000" cy="67680"/>
                </a:xfrm>
                <a:custGeom>
                  <a:avLst/>
                  <a:gdLst>
                    <a:gd name="textAreaLeft" fmla="*/ 0 w 117000"/>
                    <a:gd name="textAreaRight" fmla="*/ 118080 w 117000"/>
                    <a:gd name="textAreaTop" fmla="*/ 0 h 67680"/>
                    <a:gd name="textAreaBottom" fmla="*/ 68760 h 6768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4720" tIns="34200" rIns="54720" bIns="342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60" name="组合 46"/>
            <p:cNvGrpSpPr/>
            <p:nvPr/>
          </p:nvGrpSpPr>
          <p:grpSpPr>
            <a:xfrm>
              <a:off x="11021040" y="2044800"/>
              <a:ext cx="590400" cy="3248640"/>
              <a:chOff x="11021040" y="2044800"/>
              <a:chExt cx="590400" cy="3248640"/>
            </a:xfrm>
          </p:grpSpPr>
          <p:grpSp>
            <p:nvGrpSpPr>
              <p:cNvPr id="61" name="组合 47"/>
              <p:cNvGrpSpPr/>
              <p:nvPr/>
            </p:nvGrpSpPr>
            <p:grpSpPr>
              <a:xfrm>
                <a:off x="11037960" y="3859920"/>
                <a:ext cx="520560" cy="547560"/>
                <a:chOff x="11037960" y="3859920"/>
                <a:chExt cx="520560" cy="547560"/>
              </a:xfrm>
            </p:grpSpPr>
            <p:sp>
              <p:nvSpPr>
                <p:cNvPr id="62" name="Freeform 9"/>
                <p:cNvSpPr/>
                <p:nvPr/>
              </p:nvSpPr>
              <p:spPr>
                <a:xfrm>
                  <a:off x="11037960" y="3900960"/>
                  <a:ext cx="270720" cy="460440"/>
                </a:xfrm>
                <a:custGeom>
                  <a:avLst/>
                  <a:gdLst>
                    <a:gd name="textAreaLeft" fmla="*/ 0 w 270720"/>
                    <a:gd name="textAreaRight" fmla="*/ 271800 w 270720"/>
                    <a:gd name="textAreaTop" fmla="*/ 0 h 460440"/>
                    <a:gd name="textAreaBottom" fmla="*/ 461520 h 46044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3" name="Freeform 10"/>
                <p:cNvSpPr/>
                <p:nvPr/>
              </p:nvSpPr>
              <p:spPr>
                <a:xfrm>
                  <a:off x="11304720" y="3859920"/>
                  <a:ext cx="253800" cy="547560"/>
                </a:xfrm>
                <a:custGeom>
                  <a:avLst/>
                  <a:gdLst>
                    <a:gd name="textAreaLeft" fmla="*/ 0 w 253800"/>
                    <a:gd name="textAreaRight" fmla="*/ 254880 w 253800"/>
                    <a:gd name="textAreaTop" fmla="*/ 0 h 547560"/>
                    <a:gd name="textAreaBottom" fmla="*/ 548640 h 54756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64" name="组合 48"/>
              <p:cNvGrpSpPr/>
              <p:nvPr/>
            </p:nvGrpSpPr>
            <p:grpSpPr>
              <a:xfrm>
                <a:off x="11021040" y="2044800"/>
                <a:ext cx="590400" cy="746280"/>
                <a:chOff x="11021040" y="2044800"/>
                <a:chExt cx="590400" cy="746280"/>
              </a:xfrm>
            </p:grpSpPr>
            <p:sp>
              <p:nvSpPr>
                <p:cNvPr id="65" name="Freeform 13"/>
                <p:cNvSpPr/>
                <p:nvPr/>
              </p:nvSpPr>
              <p:spPr>
                <a:xfrm>
                  <a:off x="11021040" y="2044800"/>
                  <a:ext cx="590400" cy="704880"/>
                </a:xfrm>
                <a:custGeom>
                  <a:avLst/>
                  <a:gdLst>
                    <a:gd name="textAreaLeft" fmla="*/ 0 w 590400"/>
                    <a:gd name="textAreaRight" fmla="*/ 591480 w 590400"/>
                    <a:gd name="textAreaTop" fmla="*/ 0 h 704880"/>
                    <a:gd name="textAreaBottom" fmla="*/ 705960 h 7048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6" name="Freeform 14"/>
                <p:cNvSpPr/>
                <p:nvPr/>
              </p:nvSpPr>
              <p:spPr>
                <a:xfrm>
                  <a:off x="11183400" y="2595600"/>
                  <a:ext cx="72360" cy="19548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95480"/>
                    <a:gd name="textAreaBottom" fmla="*/ 196560 h 19548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200" tIns="45000" rIns="342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67" name="组合 49"/>
              <p:cNvGrpSpPr/>
              <p:nvPr/>
            </p:nvGrpSpPr>
            <p:grpSpPr>
              <a:xfrm>
                <a:off x="11127960" y="3130560"/>
                <a:ext cx="395280" cy="340920"/>
                <a:chOff x="11127960" y="3130560"/>
                <a:chExt cx="395280" cy="340920"/>
              </a:xfrm>
            </p:grpSpPr>
            <p:sp>
              <p:nvSpPr>
                <p:cNvPr id="68" name="Freeform 18"/>
                <p:cNvSpPr/>
                <p:nvPr/>
              </p:nvSpPr>
              <p:spPr>
                <a:xfrm>
                  <a:off x="11261160" y="3130560"/>
                  <a:ext cx="262080" cy="340920"/>
                </a:xfrm>
                <a:custGeom>
                  <a:avLst/>
                  <a:gdLst>
                    <a:gd name="textAreaLeft" fmla="*/ 0 w 262080"/>
                    <a:gd name="textAreaRight" fmla="*/ 263160 w 262080"/>
                    <a:gd name="textAreaTop" fmla="*/ 0 h 340920"/>
                    <a:gd name="textAreaBottom" fmla="*/ 342000 h 34092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9" name="Freeform 19"/>
                <p:cNvSpPr/>
                <p:nvPr/>
              </p:nvSpPr>
              <p:spPr>
                <a:xfrm>
                  <a:off x="11127960" y="3215880"/>
                  <a:ext cx="132120" cy="252000"/>
                </a:xfrm>
                <a:custGeom>
                  <a:avLst/>
                  <a:gdLst>
                    <a:gd name="textAreaLeft" fmla="*/ 0 w 132120"/>
                    <a:gd name="textAreaRight" fmla="*/ 133200 w 132120"/>
                    <a:gd name="textAreaTop" fmla="*/ 0 h 252000"/>
                    <a:gd name="textAreaBottom" fmla="*/ 253080 h 25200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1920" tIns="45000" rIns="619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0" name="Freeform 20"/>
                <p:cNvSpPr/>
                <p:nvPr/>
              </p:nvSpPr>
              <p:spPr>
                <a:xfrm>
                  <a:off x="11206440" y="3133800"/>
                  <a:ext cx="122040" cy="77400"/>
                </a:xfrm>
                <a:custGeom>
                  <a:avLst/>
                  <a:gdLst>
                    <a:gd name="textAreaLeft" fmla="*/ 0 w 122040"/>
                    <a:gd name="textAreaRight" fmla="*/ 123120 w 122040"/>
                    <a:gd name="textAreaTop" fmla="*/ 0 h 77400"/>
                    <a:gd name="textAreaBottom" fmla="*/ 78480 h 7740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7240" tIns="39240" rIns="57240" bIns="3924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1" name="组合 50"/>
              <p:cNvGrpSpPr/>
              <p:nvPr/>
            </p:nvGrpSpPr>
            <p:grpSpPr>
              <a:xfrm>
                <a:off x="11074320" y="4800600"/>
                <a:ext cx="484200" cy="492840"/>
                <a:chOff x="11074320" y="4800600"/>
                <a:chExt cx="484200" cy="492840"/>
              </a:xfrm>
            </p:grpSpPr>
            <p:sp>
              <p:nvSpPr>
                <p:cNvPr id="72" name="Freeform 11"/>
                <p:cNvSpPr/>
                <p:nvPr/>
              </p:nvSpPr>
              <p:spPr>
                <a:xfrm>
                  <a:off x="11211120" y="4800600"/>
                  <a:ext cx="347400" cy="486720"/>
                </a:xfrm>
                <a:custGeom>
                  <a:avLst/>
                  <a:gdLst>
                    <a:gd name="textAreaLeft" fmla="*/ 0 w 347400"/>
                    <a:gd name="textAreaRight" fmla="*/ 348480 w 347400"/>
                    <a:gd name="textAreaTop" fmla="*/ 0 h 486720"/>
                    <a:gd name="textAreaBottom" fmla="*/ 487800 h 486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3" name="Freeform 12"/>
                <p:cNvSpPr/>
                <p:nvPr/>
              </p:nvSpPr>
              <p:spPr>
                <a:xfrm>
                  <a:off x="11074320" y="4824720"/>
                  <a:ext cx="186480" cy="468720"/>
                </a:xfrm>
                <a:custGeom>
                  <a:avLst/>
                  <a:gdLst>
                    <a:gd name="textAreaLeft" fmla="*/ 0 w 186480"/>
                    <a:gd name="textAreaRight" fmla="*/ 187560 w 186480"/>
                    <a:gd name="textAreaTop" fmla="*/ 0 h 468720"/>
                    <a:gd name="textAreaBottom" fmla="*/ 469800 h 46872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lt1">
                    <a:alpha val="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6520" tIns="45000" rIns="565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  <p:sp>
        <p:nvSpPr>
          <p:cNvPr id="74" name="PlaceHolder 2"/>
          <p:cNvSpPr>
            <a:spLocks noGrp="1"/>
          </p:cNvSpPr>
          <p:nvPr>
            <p:ph type="body" hasCustomPrompt="1"/>
          </p:nvPr>
        </p:nvSpPr>
        <p:spPr>
          <a:xfrm>
            <a:off x="1287360" y="4461120"/>
            <a:ext cx="7372800" cy="1198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t">
            <a:normAutofit lnSpcReduction="9999"/>
          </a:bodyPr>
          <a:lstStyle>
            <a:lvl1pPr indent="0" algn="l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1pPr>
            <a:lvl2pPr indent="0" algn="l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2pPr>
            <a:lvl3pPr indent="0" algn="l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3pPr>
          </a:lstStyle>
          <a:p>
            <a:pPr indent="0" algn="l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答辩人：北小理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indent="0" algn="l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导　师：京小工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indent="0" algn="l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时　间：</a:t>
            </a:r>
            <a:fld id="{00B984D9-1596-4833-8C75-4307BD94D6CB}" type="datetime1"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2026/10/3</a:t>
            </a:fld>
            <a:endParaRPr lang="en-US" sz="20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title" hasCustomPrompt="1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2-首页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A-矩形 7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77" name="PA-矩形 7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08244"/>
              </a:gs>
              <a:gs pos="100000">
                <a:srgbClr val="006C39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78" name="任意多边形: 形状 39"/>
          <p:cNvSpPr/>
          <p:nvPr/>
        </p:nvSpPr>
        <p:spPr>
          <a:xfrm>
            <a:off x="221760" y="0"/>
            <a:ext cx="7535880" cy="6856920"/>
          </a:xfrm>
          <a:custGeom>
            <a:avLst/>
            <a:gdLst>
              <a:gd name="textAreaLeft" fmla="*/ 0 w 7535880"/>
              <a:gd name="textAreaRight" fmla="*/ 7536960 w 7535880"/>
              <a:gd name="textAreaTop" fmla="*/ 0 h 6856920"/>
              <a:gd name="textAreaBottom" fmla="*/ 6858000 h 6856920"/>
              <a:gd name="GluePoint1X" fmla="*/ 0 w 7536857"/>
              <a:gd name="GluePoint1Y" fmla="*/ 0 h 6858000"/>
              <a:gd name="GluePoint2X" fmla="*/ 6351816 w 7536857"/>
              <a:gd name="GluePoint2Y" fmla="*/ 0 h 6858000"/>
              <a:gd name="GluePoint3X" fmla="*/ 6432300 w 7536857"/>
              <a:gd name="GluePoint3Y" fmla="*/ 102417 h 6858000"/>
              <a:gd name="GluePoint4X" fmla="*/ 7536857 w 7536857"/>
              <a:gd name="GluePoint4Y" fmla="*/ 3429000 h 6858000"/>
              <a:gd name="GluePoint5X" fmla="*/ 6432300 w 7536857"/>
              <a:gd name="GluePoint5Y" fmla="*/ 6755583 h 6858000"/>
              <a:gd name="GluePoint6X" fmla="*/ 6351816 w 7536857"/>
              <a:gd name="GluePoint6Y" fmla="*/ 6858000 h 6858000"/>
              <a:gd name="GluePoint7X" fmla="*/ 0 w 7536857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wdUpDiag">
            <a:fgClr>
              <a:srgbClr val="D9D9D9"/>
            </a:fgClr>
            <a:bgClr>
              <a:srgbClr val="FFFFFF"/>
            </a:bgClr>
          </a:pattFill>
          <a:ln>
            <a:noFill/>
          </a:ln>
          <a:effectLst>
            <a:outerShdw algn="l" blurRad="190440" rotWithShape="0" sx="101000" sy="101000">
              <a:srgbClr val="000000">
                <a:alpha val="11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79" name="任意多边形: 形状 39"/>
          <p:cNvSpPr/>
          <p:nvPr/>
        </p:nvSpPr>
        <p:spPr>
          <a:xfrm>
            <a:off x="189720" y="0"/>
            <a:ext cx="7535880" cy="6856920"/>
          </a:xfrm>
          <a:custGeom>
            <a:avLst/>
            <a:gdLst>
              <a:gd name="textAreaLeft" fmla="*/ 0 w 7535880"/>
              <a:gd name="textAreaRight" fmla="*/ 7536960 w 7535880"/>
              <a:gd name="textAreaTop" fmla="*/ 0 h 6856920"/>
              <a:gd name="textAreaBottom" fmla="*/ 6858000 h 6856920"/>
              <a:gd name="GluePoint1X" fmla="*/ 0 w 7536857"/>
              <a:gd name="GluePoint1Y" fmla="*/ 0 h 6858000"/>
              <a:gd name="GluePoint2X" fmla="*/ 6351816 w 7536857"/>
              <a:gd name="GluePoint2Y" fmla="*/ 0 h 6858000"/>
              <a:gd name="GluePoint3X" fmla="*/ 6432300 w 7536857"/>
              <a:gd name="GluePoint3Y" fmla="*/ 102417 h 6858000"/>
              <a:gd name="GluePoint4X" fmla="*/ 7536857 w 7536857"/>
              <a:gd name="GluePoint4Y" fmla="*/ 3429000 h 6858000"/>
              <a:gd name="GluePoint5X" fmla="*/ 6432300 w 7536857"/>
              <a:gd name="GluePoint5Y" fmla="*/ 6755583 h 6858000"/>
              <a:gd name="GluePoint6X" fmla="*/ 6351816 w 7536857"/>
              <a:gd name="GluePoint6Y" fmla="*/ 6858000 h 6858000"/>
              <a:gd name="GluePoint7X" fmla="*/ 0 w 7536857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80" name="任意多边形: 形状 39"/>
          <p:cNvSpPr/>
          <p:nvPr/>
        </p:nvSpPr>
        <p:spPr>
          <a:xfrm>
            <a:off x="0" y="0"/>
            <a:ext cx="7535880" cy="6856920"/>
          </a:xfrm>
          <a:custGeom>
            <a:avLst/>
            <a:gdLst>
              <a:gd name="textAreaLeft" fmla="*/ 0 w 7535880"/>
              <a:gd name="textAreaRight" fmla="*/ 7536960 w 7535880"/>
              <a:gd name="textAreaTop" fmla="*/ 0 h 6856920"/>
              <a:gd name="textAreaBottom" fmla="*/ 6858000 h 6856920"/>
              <a:gd name="GluePoint1X" fmla="*/ 0 w 7536857"/>
              <a:gd name="GluePoint1Y" fmla="*/ 0 h 6858000"/>
              <a:gd name="GluePoint2X" fmla="*/ 6351816 w 7536857"/>
              <a:gd name="GluePoint2Y" fmla="*/ 0 h 6858000"/>
              <a:gd name="GluePoint3X" fmla="*/ 6432300 w 7536857"/>
              <a:gd name="GluePoint3Y" fmla="*/ 102417 h 6858000"/>
              <a:gd name="GluePoint4X" fmla="*/ 7536857 w 7536857"/>
              <a:gd name="GluePoint4Y" fmla="*/ 3429000 h 6858000"/>
              <a:gd name="GluePoint5X" fmla="*/ 6432300 w 7536857"/>
              <a:gd name="GluePoint5Y" fmla="*/ 6755583 h 6858000"/>
              <a:gd name="GluePoint6X" fmla="*/ 6351816 w 7536857"/>
              <a:gd name="GluePoint6Y" fmla="*/ 6858000 h 6858000"/>
              <a:gd name="GluePoint7X" fmla="*/ 0 w 7536857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algn="l" blurRad="76320" rotWithShape="0" sx="101000" sy="101000">
              <a:srgbClr val="000000">
                <a:alpha val="7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81" name="任意多边形: 形状 74"/>
          <p:cNvSpPr/>
          <p:nvPr/>
        </p:nvSpPr>
        <p:spPr>
          <a:xfrm flipV="1">
            <a:off x="660240" y="3827880"/>
            <a:ext cx="6488280" cy="192240"/>
          </a:xfrm>
          <a:custGeom>
            <a:avLst/>
            <a:gdLst>
              <a:gd name="textAreaLeft" fmla="*/ 0 w 6488280"/>
              <a:gd name="textAreaRight" fmla="*/ 6489360 w 6488280"/>
              <a:gd name="textAreaTop" fmla="*/ 720 h 192240"/>
              <a:gd name="textAreaBottom" fmla="*/ 194040 h 192240"/>
              <a:gd name="GluePoint1X" fmla="*/ 6415214 w 6415214"/>
              <a:gd name="GluePoint1Y" fmla="*/ 193259 h 193259"/>
              <a:gd name="GluePoint2X" fmla="*/ 511261 w 6415214"/>
              <a:gd name="GluePoint2Y" fmla="*/ 193259 h 193259"/>
              <a:gd name="GluePoint3X" fmla="*/ 232301 w 6415214"/>
              <a:gd name="GluePoint3Y" fmla="*/ 0 h 193259"/>
              <a:gd name="GluePoint4X" fmla="*/ 229919 w 6415214"/>
              <a:gd name="GluePoint4Y" fmla="*/ 193259 h 193259"/>
              <a:gd name="GluePoint5X" fmla="*/ 0 w 6415214"/>
              <a:gd name="GluePoint5Y" fmla="*/ 193259 h 19325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rgbClr val="006C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 hasCustomPrompt="1"/>
          </p:nvPr>
        </p:nvSpPr>
        <p:spPr>
          <a:xfrm>
            <a:off x="671400" y="2621520"/>
            <a:ext cx="7013880" cy="1189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tIns="45720" rIns="91440" bIns="4572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zh-CN" sz="36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36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请在此输入标题</a:t>
            </a:r>
            <a:br>
              <a:rPr sz="3600"/>
            </a:br>
            <a:r>
              <a:rPr lang="zh-CN" sz="36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尽量回车保证标题为两行</a:t>
            </a:r>
            <a:endParaRPr lang="en-US" sz="3600" b="1" u="none" spc="99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 hasCustomPrompt="1"/>
          </p:nvPr>
        </p:nvSpPr>
        <p:spPr>
          <a:xfrm>
            <a:off x="671400" y="2352240"/>
            <a:ext cx="5136840" cy="256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tIns="45720" rIns="91440" bIns="45720" anchor="t">
            <a:spAutoFit/>
          </a:bodyPr>
          <a:lstStyle>
            <a:lvl1pPr marL="228600" indent="-228600" algn="l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CN" sz="1200" b="0" u="none" spc="99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微软雅黑 Light"/>
                <a:ea typeface="微软雅黑 Light"/>
              </a:defRPr>
            </a:lvl1pPr>
          </a:lstStyle>
          <a:p>
            <a:pPr marL="228600" indent="-228600" algn="l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1200" b="0" u="none" spc="99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微软雅黑 Light"/>
                <a:ea typeface="微软雅黑 Light"/>
              </a:rPr>
              <a:t>请在此输入你的副标题</a:t>
            </a:r>
            <a:r>
              <a:rPr lang="en-US" sz="1200" b="0" u="none" spc="99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Wingdings 3"/>
                <a:ea typeface="微软雅黑 Light"/>
              </a:rPr>
              <a:t></a:t>
            </a:r>
            <a:endParaRPr lang="en-US" sz="1200" b="0" u="none" spc="99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微软雅黑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 hasCustomPrompt="1"/>
          </p:nvPr>
        </p:nvSpPr>
        <p:spPr>
          <a:xfrm>
            <a:off x="671400" y="4095720"/>
            <a:ext cx="6220080" cy="369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tIns="45720" rIns="91440" bIns="45720" anchor="ctr">
            <a:spAutoFit/>
          </a:bodyPr>
          <a:lstStyle>
            <a:lvl1pPr indent="0" algn="l">
              <a:lnSpc>
                <a:spcPct val="130000"/>
              </a:lnSpc>
              <a:spcBef>
                <a:spcPts val="1001"/>
              </a:spcBef>
              <a:buNone/>
              <a:tabLst>
                <a:tab pos="0" algn="l"/>
              </a:tabLst>
              <a:defRPr lang="zh-CN" sz="1400" b="0" u="none" spc="99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l">
              <a:lnSpc>
                <a:spcPct val="13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1400" b="0" u="none" spc="99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微软雅黑"/>
                <a:ea typeface="微软雅黑"/>
              </a:rPr>
              <a:t>答辩人：北小理　　　导　师： 京小工　　　时　间：</a:t>
            </a:r>
            <a:r>
              <a:rPr lang="en-US" sz="1400" b="0" u="none" spc="99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微软雅黑"/>
                <a:ea typeface="微软雅黑"/>
              </a:rPr>
              <a:t>XXX</a:t>
            </a:r>
            <a:endParaRPr lang="en-US" sz="1400" b="0" u="none" spc="99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微软雅黑"/>
            </a:endParaRPr>
          </a:p>
        </p:txBody>
      </p:sp>
      <p:sp>
        <p:nvSpPr>
          <p:cNvPr id="85" name="文本框 15"/>
          <p:cNvSpPr/>
          <p:nvPr/>
        </p:nvSpPr>
        <p:spPr>
          <a:xfrm>
            <a:off x="474480" y="318240"/>
            <a:ext cx="2103840" cy="83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80000" rIns="180000" bIns="180000" anchor="t">
            <a:sp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2400" b="1" u="none" spc="99" strike="noStrike">
                <a:solidFill>
                  <a:srgbClr val="A2A2A2"/>
                </a:solidFill>
                <a:effectLst/>
                <a:uFillTx/>
                <a:latin typeface="微软雅黑"/>
                <a:ea typeface="微软雅黑"/>
              </a:rPr>
              <a:t>◁BIT▷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图片 22"/>
          <p:cNvPicPr/>
          <p:nvPr/>
        </p:nvPicPr>
        <p:blipFill>
          <a:blip r:embed="rId2"/>
          <a:stretch/>
        </p:blipFill>
        <p:spPr>
          <a:xfrm>
            <a:off x="8250840" y="-774720"/>
            <a:ext cx="7884360" cy="758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" name="图片 19"/>
          <p:cNvPicPr/>
          <p:nvPr/>
        </p:nvPicPr>
        <p:blipFill>
          <a:blip r:embed="rId3"/>
          <a:stretch/>
        </p:blipFill>
        <p:spPr>
          <a:xfrm>
            <a:off x="8250840" y="2196720"/>
            <a:ext cx="3242160" cy="2463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8" name="组合 1"/>
          <p:cNvGrpSpPr/>
          <p:nvPr/>
        </p:nvGrpSpPr>
        <p:grpSpPr>
          <a:xfrm>
            <a:off x="671400" y="6061320"/>
            <a:ext cx="2478600" cy="303840"/>
            <a:chOff x="671400" y="6061320"/>
            <a:chExt cx="2478600" cy="303840"/>
          </a:xfrm>
        </p:grpSpPr>
        <p:grpSp>
          <p:nvGrpSpPr>
            <p:cNvPr id="89" name="组合 73"/>
            <p:cNvGrpSpPr/>
            <p:nvPr/>
          </p:nvGrpSpPr>
          <p:grpSpPr>
            <a:xfrm>
              <a:off x="2098440" y="6064920"/>
              <a:ext cx="1051560" cy="297360"/>
              <a:chOff x="2098440" y="6064920"/>
              <a:chExt cx="1051560" cy="297360"/>
            </a:xfrm>
          </p:grpSpPr>
          <p:sp>
            <p:nvSpPr>
              <p:cNvPr id="90" name="Freeform 5"/>
              <p:cNvSpPr/>
              <p:nvPr/>
            </p:nvSpPr>
            <p:spPr>
              <a:xfrm>
                <a:off x="2679840" y="60836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91" name="Freeform 6"/>
              <p:cNvSpPr/>
              <p:nvPr/>
            </p:nvSpPr>
            <p:spPr>
              <a:xfrm>
                <a:off x="3015720" y="61261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92" name="组合 90"/>
              <p:cNvGrpSpPr/>
              <p:nvPr/>
            </p:nvGrpSpPr>
            <p:grpSpPr>
              <a:xfrm>
                <a:off x="2098440" y="6064920"/>
                <a:ext cx="239760" cy="297360"/>
                <a:chOff x="2098440" y="6064920"/>
                <a:chExt cx="239760" cy="297360"/>
              </a:xfrm>
            </p:grpSpPr>
            <p:sp>
              <p:nvSpPr>
                <p:cNvPr id="93" name="Freeform 7"/>
                <p:cNvSpPr/>
                <p:nvPr/>
              </p:nvSpPr>
              <p:spPr>
                <a:xfrm>
                  <a:off x="2098440" y="60649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4" name="Freeform 8"/>
                <p:cNvSpPr/>
                <p:nvPr/>
              </p:nvSpPr>
              <p:spPr>
                <a:xfrm>
                  <a:off x="2149560" y="61840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95" name="组合 91"/>
              <p:cNvGrpSpPr/>
              <p:nvPr/>
            </p:nvGrpSpPr>
            <p:grpSpPr>
              <a:xfrm>
                <a:off x="2433600" y="6146280"/>
                <a:ext cx="144720" cy="155160"/>
                <a:chOff x="2433600" y="6146280"/>
                <a:chExt cx="144720" cy="155160"/>
              </a:xfrm>
            </p:grpSpPr>
            <p:sp>
              <p:nvSpPr>
                <p:cNvPr id="96" name="Freeform 15"/>
                <p:cNvSpPr/>
                <p:nvPr/>
              </p:nvSpPr>
              <p:spPr>
                <a:xfrm>
                  <a:off x="2433600" y="61812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7" name="Freeform 16"/>
                <p:cNvSpPr/>
                <p:nvPr/>
              </p:nvSpPr>
              <p:spPr>
                <a:xfrm>
                  <a:off x="2505960" y="61502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8" name="Freeform 17"/>
                <p:cNvSpPr/>
                <p:nvPr/>
              </p:nvSpPr>
              <p:spPr>
                <a:xfrm>
                  <a:off x="2471760" y="614628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99" name="组合 74"/>
            <p:cNvGrpSpPr/>
            <p:nvPr/>
          </p:nvGrpSpPr>
          <p:grpSpPr>
            <a:xfrm>
              <a:off x="671400" y="6061320"/>
              <a:ext cx="1099440" cy="303840"/>
              <a:chOff x="671400" y="6061320"/>
              <a:chExt cx="1099440" cy="303840"/>
            </a:xfrm>
          </p:grpSpPr>
          <p:grpSp>
            <p:nvGrpSpPr>
              <p:cNvPr id="100" name="组合 75"/>
              <p:cNvGrpSpPr/>
              <p:nvPr/>
            </p:nvGrpSpPr>
            <p:grpSpPr>
              <a:xfrm>
                <a:off x="1256040" y="6111000"/>
                <a:ext cx="211680" cy="222840"/>
                <a:chOff x="1256040" y="6111000"/>
                <a:chExt cx="211680" cy="222840"/>
              </a:xfrm>
            </p:grpSpPr>
            <p:sp>
              <p:nvSpPr>
                <p:cNvPr id="101" name="Freeform 9"/>
                <p:cNvSpPr/>
                <p:nvPr/>
              </p:nvSpPr>
              <p:spPr>
                <a:xfrm>
                  <a:off x="1256040" y="61275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2" name="Freeform 10"/>
                <p:cNvSpPr/>
                <p:nvPr/>
              </p:nvSpPr>
              <p:spPr>
                <a:xfrm>
                  <a:off x="1364760" y="61110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03" name="组合 76"/>
              <p:cNvGrpSpPr/>
              <p:nvPr/>
            </p:nvGrpSpPr>
            <p:grpSpPr>
              <a:xfrm>
                <a:off x="671400" y="6061320"/>
                <a:ext cx="240480" cy="303840"/>
                <a:chOff x="671400" y="6061320"/>
                <a:chExt cx="240480" cy="303840"/>
              </a:xfrm>
            </p:grpSpPr>
            <p:sp>
              <p:nvSpPr>
                <p:cNvPr id="104" name="Freeform 13"/>
                <p:cNvSpPr/>
                <p:nvPr/>
              </p:nvSpPr>
              <p:spPr>
                <a:xfrm>
                  <a:off x="671400" y="60613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5" name="Freeform 14"/>
                <p:cNvSpPr/>
                <p:nvPr/>
              </p:nvSpPr>
              <p:spPr>
                <a:xfrm>
                  <a:off x="737640" y="62859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06" name="组合 77"/>
              <p:cNvGrpSpPr/>
              <p:nvPr/>
            </p:nvGrpSpPr>
            <p:grpSpPr>
              <a:xfrm>
                <a:off x="998280" y="6148440"/>
                <a:ext cx="160920" cy="138600"/>
                <a:chOff x="998280" y="6148440"/>
                <a:chExt cx="160920" cy="138600"/>
              </a:xfrm>
            </p:grpSpPr>
            <p:sp>
              <p:nvSpPr>
                <p:cNvPr id="107" name="Freeform 18"/>
                <p:cNvSpPr/>
                <p:nvPr/>
              </p:nvSpPr>
              <p:spPr>
                <a:xfrm>
                  <a:off x="1052640" y="61484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8" name="Freeform 19"/>
                <p:cNvSpPr/>
                <p:nvPr/>
              </p:nvSpPr>
              <p:spPr>
                <a:xfrm>
                  <a:off x="998280" y="61833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9" name="Freeform 20"/>
                <p:cNvSpPr/>
                <p:nvPr/>
              </p:nvSpPr>
              <p:spPr>
                <a:xfrm>
                  <a:off x="1030320" y="61498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10" name="组合 78"/>
              <p:cNvGrpSpPr/>
              <p:nvPr/>
            </p:nvGrpSpPr>
            <p:grpSpPr>
              <a:xfrm>
                <a:off x="1586160" y="6123240"/>
                <a:ext cx="184680" cy="183960"/>
                <a:chOff x="1586160" y="6123240"/>
                <a:chExt cx="184680" cy="183960"/>
              </a:xfrm>
            </p:grpSpPr>
            <p:sp>
              <p:nvSpPr>
                <p:cNvPr id="111" name="Freeform 11"/>
                <p:cNvSpPr/>
                <p:nvPr/>
              </p:nvSpPr>
              <p:spPr>
                <a:xfrm>
                  <a:off x="1641960" y="61232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12" name="Freeform 12"/>
                <p:cNvSpPr/>
                <p:nvPr/>
              </p:nvSpPr>
              <p:spPr>
                <a:xfrm>
                  <a:off x="1586160" y="61329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2-首页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A-矩形 7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14" name="任意多边形: 形状 118"/>
          <p:cNvSpPr/>
          <p:nvPr/>
        </p:nvSpPr>
        <p:spPr>
          <a:xfrm rot="1917000">
            <a:off x="-627840" y="-604440"/>
            <a:ext cx="12917880" cy="10346400"/>
          </a:xfrm>
          <a:custGeom>
            <a:avLst/>
            <a:gdLst>
              <a:gd name="textAreaLeft" fmla="*/ 0 w 12917880"/>
              <a:gd name="textAreaRight" fmla="*/ 12918960 w 12917880"/>
              <a:gd name="textAreaTop" fmla="*/ 0 h 10346400"/>
              <a:gd name="textAreaBottom" fmla="*/ 10347480 h 10346400"/>
              <a:gd name="GluePoint1X" fmla="*/ 3910821 w 12918999"/>
              <a:gd name="GluePoint1Y" fmla="*/ 3392979 h 10347422"/>
              <a:gd name="GluePoint2X" fmla="*/ 10262073 w 12918999"/>
              <a:gd name="GluePoint2Y" fmla="*/ 135295 h 10347422"/>
              <a:gd name="GluePoint3X" fmla="*/ 10593809 w 12918999"/>
              <a:gd name="GluePoint3Y" fmla="*/ 0 h 10347422"/>
              <a:gd name="GluePoint4X" fmla="*/ 12918999 w 12918999"/>
              <a:gd name="GluePoint4Y" fmla="*/ 3728462 h 10347422"/>
              <a:gd name="GluePoint5X" fmla="*/ 11966464 w 12918999"/>
              <a:gd name="GluePoint5Y" fmla="*/ 4224159 h 10347422"/>
              <a:gd name="GluePoint6X" fmla="*/ 3050273 w 12918999"/>
              <a:gd name="GluePoint6Y" fmla="*/ 10050202 h 10347422"/>
              <a:gd name="GluePoint7X" fmla="*/ 2678241 w 12918999"/>
              <a:gd name="GluePoint7Y" fmla="*/ 10347422 h 10347422"/>
              <a:gd name="GluePoint8X" fmla="*/ 0 w 12918999"/>
              <a:gd name="GluePoint8Y" fmla="*/ 6052840 h 10347422"/>
              <a:gd name="GluePoint9X" fmla="*/ 4301 w 12918999"/>
              <a:gd name="GluePoint9Y" fmla="*/ 6049545 h 10347422"/>
              <a:gd name="GluePoint10X" fmla="*/ 3049697 w 12918999"/>
              <a:gd name="GluePoint10Y" fmla="*/ 3931365 h 10347422"/>
              <a:gd name="GluePoint11X" fmla="*/ 3910821 w 12918999"/>
              <a:gd name="GluePoint11Y" fmla="*/ 3392979 h 1034742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</a:cxnLst>
            <a:rect l="textAreaLeft" t="textAreaTop" r="textAreaRight" b="textAreaBottom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3F3F3F">
                  <a:alpha val="15000"/>
                </a:srgbClr>
              </a:gs>
            </a:gsLst>
            <a:lin ang="731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15" name="任意多边形: 形状 105"/>
          <p:cNvSpPr/>
          <p:nvPr/>
        </p:nvSpPr>
        <p:spPr>
          <a:xfrm rot="2886600">
            <a:off x="1087560" y="-2969280"/>
            <a:ext cx="10842840" cy="12153960"/>
          </a:xfrm>
          <a:custGeom>
            <a:avLst/>
            <a:gdLst>
              <a:gd name="textAreaLeft" fmla="*/ 0 w 10842840"/>
              <a:gd name="textAreaRight" fmla="*/ 10843920 w 10842840"/>
              <a:gd name="textAreaTop" fmla="*/ 0 h 12153960"/>
              <a:gd name="textAreaBottom" fmla="*/ 12155040 h 12153960"/>
              <a:gd name="GluePoint1X" fmla="*/ 6051751 w 10843749"/>
              <a:gd name="GluePoint1Y" fmla="*/ 1433305 h 12155155"/>
              <a:gd name="GluePoint2X" fmla="*/ 6837805 w 10843749"/>
              <a:gd name="GluePoint2Y" fmla="*/ 587393 h 12155155"/>
              <a:gd name="GluePoint3X" fmla="*/ 7410328 w 10843749"/>
              <a:gd name="GluePoint3Y" fmla="*/ 0 h 12155155"/>
              <a:gd name="GluePoint4X" fmla="*/ 10843749 w 10843749"/>
              <a:gd name="GluePoint4Y" fmla="*/ 3081016 h 12155155"/>
              <a:gd name="GluePoint5X" fmla="*/ 2700969 w 10843749"/>
              <a:gd name="GluePoint5Y" fmla="*/ 12155155 h 12155155"/>
              <a:gd name="GluePoint6X" fmla="*/ 0 w 10843749"/>
              <a:gd name="GluePoint6Y" fmla="*/ 9731411 h 12155155"/>
              <a:gd name="GluePoint7X" fmla="*/ 261077 w 10843749"/>
              <a:gd name="GluePoint7Y" fmla="*/ 9278934 h 12155155"/>
              <a:gd name="GluePoint8X" fmla="*/ 6051751 w 10843749"/>
              <a:gd name="GluePoint8Y" fmla="*/ 1433305 h 12155155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</a:cxnLst>
            <a:rect l="textAreaLeft" t="textAreaTop" r="textAreaRight" b="textAreaBottom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3F3F3F">
                  <a:alpha val="11000"/>
                </a:srgbClr>
              </a:gs>
            </a:gsLst>
            <a:lin ang="828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16" name="任意多边形: 形状 117"/>
          <p:cNvSpPr/>
          <p:nvPr/>
        </p:nvSpPr>
        <p:spPr>
          <a:xfrm rot="1846800">
            <a:off x="-306000" y="-539640"/>
            <a:ext cx="12649680" cy="11531520"/>
          </a:xfrm>
          <a:custGeom>
            <a:avLst/>
            <a:gdLst>
              <a:gd name="textAreaLeft" fmla="*/ 0 w 12649680"/>
              <a:gd name="textAreaRight" fmla="*/ 12650760 w 12649680"/>
              <a:gd name="textAreaTop" fmla="*/ 0 h 11531520"/>
              <a:gd name="textAreaBottom" fmla="*/ 11532600 h 11531520"/>
              <a:gd name="GluePoint1X" fmla="*/ 7956679 w 12650822"/>
              <a:gd name="GluePoint1Y" fmla="*/ 1195248 h 11532482"/>
              <a:gd name="GluePoint2X" fmla="*/ 9978822 w 12650822"/>
              <a:gd name="GluePoint2Y" fmla="*/ 62012 h 11532482"/>
              <a:gd name="GluePoint3X" fmla="*/ 10098991 w 12650822"/>
              <a:gd name="GluePoint3Y" fmla="*/ 0 h 11532482"/>
              <a:gd name="GluePoint4X" fmla="*/ 12650822 w 12650822"/>
              <a:gd name="GluePoint4Y" fmla="*/ 4283979 h 11532482"/>
              <a:gd name="GluePoint5X" fmla="*/ 12245569 w 12650822"/>
              <a:gd name="GluePoint5Y" fmla="*/ 4531370 h 11532482"/>
              <a:gd name="GluePoint6X" fmla="*/ 3166697 w 12650822"/>
              <a:gd name="GluePoint6Y" fmla="*/ 11321300 h 11532482"/>
              <a:gd name="GluePoint7X" fmla="*/ 2933905 w 12650822"/>
              <a:gd name="GluePoint7Y" fmla="*/ 11532482 h 11532482"/>
              <a:gd name="GluePoint8X" fmla="*/ 1718627 w 12650822"/>
              <a:gd name="GluePoint8Y" fmla="*/ 9865697 h 11532482"/>
              <a:gd name="GluePoint9X" fmla="*/ 0 w 12650822"/>
              <a:gd name="GluePoint9Y" fmla="*/ 6980488 h 11532482"/>
              <a:gd name="GluePoint10X" fmla="*/ 22022 w 12650822"/>
              <a:gd name="GluePoint10Y" fmla="*/ 6960742 h 11532482"/>
              <a:gd name="GluePoint11X" fmla="*/ 4718407 w 12650822"/>
              <a:gd name="GluePoint11Y" fmla="*/ 3273000 h 11532482"/>
              <a:gd name="GluePoint12X" fmla="*/ 7956679 w 12650822"/>
              <a:gd name="GluePoint12Y" fmla="*/ 1195248 h 1153248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</a:cxnLst>
            <a:rect l="textAreaLeft" t="textAreaTop" r="textAreaRight" b="textAreaBottom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 rotWithShape="0">
            <a:gsLst>
              <a:gs pos="0">
                <a:srgbClr val="FFFFFF">
                  <a:alpha val="3000"/>
                </a:srgbClr>
              </a:gs>
              <a:gs pos="100000">
                <a:srgbClr val="3F3F3F">
                  <a:alpha val="18000"/>
                </a:srgbClr>
              </a:gs>
            </a:gsLst>
            <a:lin ang="7242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17" name="任意多边形: 形状 83"/>
          <p:cNvSpPr/>
          <p:nvPr/>
        </p:nvSpPr>
        <p:spPr>
          <a:xfrm>
            <a:off x="0" y="2998440"/>
            <a:ext cx="12191040" cy="3655080"/>
          </a:xfrm>
          <a:custGeom>
            <a:avLst/>
            <a:gdLst>
              <a:gd name="textAreaLeft" fmla="*/ 0 w 12191040"/>
              <a:gd name="textAreaRight" fmla="*/ 12192120 w 12191040"/>
              <a:gd name="textAreaTop" fmla="*/ 0 h 3655080"/>
              <a:gd name="textAreaBottom" fmla="*/ 3656160 h 3655080"/>
              <a:gd name="GluePoint1X" fmla="*/ 6096002 w 12191999"/>
              <a:gd name="GluePoint1Y" fmla="*/ 0 h 3656014"/>
              <a:gd name="GluePoint2X" fmla="*/ 11517301 w 12191999"/>
              <a:gd name="GluePoint2Y" fmla="*/ 568339 h 3656014"/>
              <a:gd name="GluePoint3X" fmla="*/ 12191999 w 12191999"/>
              <a:gd name="GluePoint3Y" fmla="*/ 741496 h 3656014"/>
              <a:gd name="GluePoint4X" fmla="*/ 12191999 w 12191999"/>
              <a:gd name="GluePoint4Y" fmla="*/ 3656014 h 3656014"/>
              <a:gd name="GluePoint5X" fmla="*/ 0 w 12191999"/>
              <a:gd name="GluePoint5Y" fmla="*/ 3656014 h 3656014"/>
              <a:gd name="GluePoint6X" fmla="*/ 0 w 12191999"/>
              <a:gd name="GluePoint6Y" fmla="*/ 741497 h 3656014"/>
              <a:gd name="GluePoint7X" fmla="*/ 674702 w 12191999"/>
              <a:gd name="GluePoint7Y" fmla="*/ 568339 h 3656014"/>
              <a:gd name="GluePoint8X" fmla="*/ 6096002 w 12191999"/>
              <a:gd name="GluePoint8Y" fmla="*/ 0 h 36560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</a:cxnLst>
            <a:rect l="textAreaLeft" t="textAreaTop" r="textAreaRight" b="textAreaBottom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algn="ctr" blurRad="380880" rotWithShape="0" sx="102000" sy="10200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18" name="任意多边形: 形状 83"/>
          <p:cNvSpPr/>
          <p:nvPr/>
        </p:nvSpPr>
        <p:spPr>
          <a:xfrm>
            <a:off x="0" y="3019680"/>
            <a:ext cx="12191040" cy="3655080"/>
          </a:xfrm>
          <a:custGeom>
            <a:avLst/>
            <a:gdLst>
              <a:gd name="textAreaLeft" fmla="*/ 0 w 12191040"/>
              <a:gd name="textAreaRight" fmla="*/ 12192120 w 12191040"/>
              <a:gd name="textAreaTop" fmla="*/ 0 h 3655080"/>
              <a:gd name="textAreaBottom" fmla="*/ 3656160 h 3655080"/>
              <a:gd name="GluePoint1X" fmla="*/ 6096002 w 12191999"/>
              <a:gd name="GluePoint1Y" fmla="*/ 0 h 3656014"/>
              <a:gd name="GluePoint2X" fmla="*/ 11517301 w 12191999"/>
              <a:gd name="GluePoint2Y" fmla="*/ 568339 h 3656014"/>
              <a:gd name="GluePoint3X" fmla="*/ 12191999 w 12191999"/>
              <a:gd name="GluePoint3Y" fmla="*/ 741496 h 3656014"/>
              <a:gd name="GluePoint4X" fmla="*/ 12191999 w 12191999"/>
              <a:gd name="GluePoint4Y" fmla="*/ 3656014 h 3656014"/>
              <a:gd name="GluePoint5X" fmla="*/ 0 w 12191999"/>
              <a:gd name="GluePoint5Y" fmla="*/ 3656014 h 3656014"/>
              <a:gd name="GluePoint6X" fmla="*/ 0 w 12191999"/>
              <a:gd name="GluePoint6Y" fmla="*/ 741497 h 3656014"/>
              <a:gd name="GluePoint7X" fmla="*/ 674702 w 12191999"/>
              <a:gd name="GluePoint7Y" fmla="*/ 568339 h 3656014"/>
              <a:gd name="GluePoint8X" fmla="*/ 6096002 w 12191999"/>
              <a:gd name="GluePoint8Y" fmla="*/ 0 h 36560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</a:cxnLst>
            <a:rect l="textAreaLeft" t="textAreaTop" r="textAreaRight" b="textAreaBottom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19" name="任意多边形: 形状 101"/>
          <p:cNvSpPr/>
          <p:nvPr/>
        </p:nvSpPr>
        <p:spPr>
          <a:xfrm rot="2676600">
            <a:off x="-1680120" y="5020920"/>
            <a:ext cx="3361680" cy="3408840"/>
          </a:xfrm>
          <a:custGeom>
            <a:avLst/>
            <a:gdLst>
              <a:gd name="textAreaLeft" fmla="*/ 0 w 3361680"/>
              <a:gd name="textAreaRight" fmla="*/ 3362760 w 3361680"/>
              <a:gd name="textAreaTop" fmla="*/ 0 h 3408840"/>
              <a:gd name="textAreaBottom" fmla="*/ 3409920 h 3408840"/>
              <a:gd name="GluePoint1X" fmla="*/ 0 w 3362838"/>
              <a:gd name="GluePoint1Y" fmla="*/ 0 h 3410056"/>
              <a:gd name="GluePoint2X" fmla="*/ 3362838 w 3362838"/>
              <a:gd name="GluePoint2Y" fmla="*/ 3410056 h 3410056"/>
              <a:gd name="GluePoint3X" fmla="*/ 3362837 w 3362838"/>
              <a:gd name="GluePoint3Y" fmla="*/ 3410056 h 3410056"/>
              <a:gd name="GluePoint4X" fmla="*/ 0 w 3362838"/>
              <a:gd name="GluePoint4Y" fmla="*/ 1 h 341005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3F3F3F"/>
              </a:gs>
            </a:gsLst>
            <a:lin ang="8076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20" name="任意多边形: 形状 83"/>
          <p:cNvSpPr/>
          <p:nvPr/>
        </p:nvSpPr>
        <p:spPr>
          <a:xfrm>
            <a:off x="0" y="3201840"/>
            <a:ext cx="12191040" cy="3655080"/>
          </a:xfrm>
          <a:custGeom>
            <a:avLst/>
            <a:gdLst>
              <a:gd name="textAreaLeft" fmla="*/ 0 w 12191040"/>
              <a:gd name="textAreaRight" fmla="*/ 12192120 w 12191040"/>
              <a:gd name="textAreaTop" fmla="*/ 0 h 3655080"/>
              <a:gd name="textAreaBottom" fmla="*/ 3656160 h 3655080"/>
              <a:gd name="GluePoint1X" fmla="*/ 6096002 w 12191999"/>
              <a:gd name="GluePoint1Y" fmla="*/ 0 h 3656014"/>
              <a:gd name="GluePoint2X" fmla="*/ 11517301 w 12191999"/>
              <a:gd name="GluePoint2Y" fmla="*/ 568339 h 3656014"/>
              <a:gd name="GluePoint3X" fmla="*/ 12191999 w 12191999"/>
              <a:gd name="GluePoint3Y" fmla="*/ 741496 h 3656014"/>
              <a:gd name="GluePoint4X" fmla="*/ 12191999 w 12191999"/>
              <a:gd name="GluePoint4Y" fmla="*/ 3656014 h 3656014"/>
              <a:gd name="GluePoint5X" fmla="*/ 0 w 12191999"/>
              <a:gd name="GluePoint5Y" fmla="*/ 3656014 h 3656014"/>
              <a:gd name="GluePoint6X" fmla="*/ 0 w 12191999"/>
              <a:gd name="GluePoint6Y" fmla="*/ 741497 h 3656014"/>
              <a:gd name="GluePoint7X" fmla="*/ 674702 w 12191999"/>
              <a:gd name="GluePoint7Y" fmla="*/ 568339 h 3656014"/>
              <a:gd name="GluePoint8X" fmla="*/ 6096002 w 12191999"/>
              <a:gd name="GluePoint8Y" fmla="*/ 0 h 36560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</a:cxnLst>
            <a:rect l="textAreaLeft" t="textAreaTop" r="textAreaRight" b="textAreaBottom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algn="ctr" blurRad="380880" rotWithShape="0" sx="102000" sy="10200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21" name="PlaceHolder 1"/>
          <p:cNvSpPr>
            <a:spLocks noGrp="1"/>
          </p:cNvSpPr>
          <p:nvPr>
            <p:ph type="title" hasCustomPrompt="1"/>
          </p:nvPr>
        </p:nvSpPr>
        <p:spPr>
          <a:xfrm>
            <a:off x="515880" y="3764160"/>
            <a:ext cx="11158920" cy="1310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tIns="45720" rIns="91440" bIns="4572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zh-CN" sz="40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40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北京理工大学</a:t>
            </a:r>
            <a:br>
              <a:rPr sz="4000"/>
            </a:br>
            <a:r>
              <a:rPr lang="zh-CN" sz="40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毕业设计论文答辩模板</a:t>
            </a:r>
            <a:endParaRPr lang="en-US" sz="4000" b="1" u="none" spc="99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 hasCustomPrompt="1"/>
          </p:nvPr>
        </p:nvSpPr>
        <p:spPr>
          <a:xfrm>
            <a:off x="2141280" y="5528880"/>
            <a:ext cx="7908120" cy="369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tIns="45720" rIns="91440" bIns="45720" anchor="ctr">
            <a:spAutoFit/>
          </a:bodyPr>
          <a:lstStyle>
            <a:lvl1pPr indent="0" algn="ctr">
              <a:lnSpc>
                <a:spcPct val="130000"/>
              </a:lnSpc>
              <a:spcBef>
                <a:spcPts val="1001"/>
              </a:spcBef>
              <a:buNone/>
              <a:tabLst>
                <a:tab pos="0" algn="l"/>
              </a:tabLst>
              <a:defRPr lang="zh-CN" sz="1400" b="0" u="none" spc="99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ctr">
              <a:lnSpc>
                <a:spcPct val="13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1400" b="0" u="none" spc="99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微软雅黑"/>
                <a:ea typeface="微软雅黑"/>
              </a:rPr>
              <a:t>答辩人：北小理　　　导　师： 京小工　　　时　间：</a:t>
            </a:r>
            <a:r>
              <a:rPr lang="en-US" sz="1400" b="0" u="none" spc="99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微软雅黑"/>
                <a:ea typeface="微软雅黑"/>
              </a:rPr>
              <a:t>XXX</a:t>
            </a:r>
            <a:endParaRPr lang="en-US" sz="1400" b="0" u="none" spc="99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微软雅黑"/>
            </a:endParaRPr>
          </a:p>
        </p:txBody>
      </p:sp>
      <p:cxnSp>
        <p:nvCxnSpPr>
          <p:cNvPr id="123" name="直接连接符 17"/>
          <p:cNvCxnSpPr/>
          <p:nvPr/>
        </p:nvCxnSpPr>
        <p:spPr>
          <a:xfrm>
            <a:off x="2108520" y="5295240"/>
            <a:ext cx="7975800" cy="1080"/>
          </a:xfrm>
          <a:prstGeom prst="straightConnector1">
            <a:avLst/>
          </a:prstGeom>
          <a:ln w="38100">
            <a:solidFill>
              <a:srgbClr val="006C39"/>
            </a:solidFill>
            <a:round/>
          </a:ln>
        </p:spPr>
      </p:cxnSp>
      <p:pic>
        <p:nvPicPr>
          <p:cNvPr id="124" name="图片 1"/>
          <p:cNvPicPr/>
          <p:nvPr/>
        </p:nvPicPr>
        <p:blipFill>
          <a:blip r:embed="rId2"/>
          <a:stretch/>
        </p:blipFill>
        <p:spPr>
          <a:xfrm>
            <a:off x="3866040" y="945000"/>
            <a:ext cx="4509720" cy="12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文本框 50"/>
          <p:cNvSpPr/>
          <p:nvPr/>
        </p:nvSpPr>
        <p:spPr>
          <a:xfrm>
            <a:off x="150840" y="6088680"/>
            <a:ext cx="2155320" cy="55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38960" rIns="180000" bIns="138960" anchor="t">
            <a:sp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00" b="1" u="none" spc="99" strike="noStrike">
                <a:solidFill>
                  <a:srgbClr val="A2A2A2"/>
                </a:solidFill>
                <a:effectLst/>
                <a:uFillTx/>
                <a:latin typeface="微软雅黑"/>
                <a:ea typeface="微软雅黑"/>
              </a:rPr>
              <a:t>BIT|SINCE1940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6" name="组合 2"/>
          <p:cNvGrpSpPr/>
          <p:nvPr/>
        </p:nvGrpSpPr>
        <p:grpSpPr>
          <a:xfrm>
            <a:off x="10272600" y="6308280"/>
            <a:ext cx="1628280" cy="197640"/>
            <a:chOff x="10272600" y="6308280"/>
            <a:chExt cx="1628280" cy="197640"/>
          </a:xfrm>
        </p:grpSpPr>
        <p:grpSp>
          <p:nvGrpSpPr>
            <p:cNvPr id="127" name="组合 39"/>
            <p:cNvGrpSpPr/>
            <p:nvPr/>
          </p:nvGrpSpPr>
          <p:grpSpPr>
            <a:xfrm>
              <a:off x="11216880" y="6310800"/>
              <a:ext cx="684000" cy="192960"/>
              <a:chOff x="11216880" y="6310800"/>
              <a:chExt cx="684000" cy="192960"/>
            </a:xfrm>
          </p:grpSpPr>
          <p:sp>
            <p:nvSpPr>
              <p:cNvPr id="128" name="Freeform 5"/>
              <p:cNvSpPr/>
              <p:nvPr/>
            </p:nvSpPr>
            <p:spPr>
              <a:xfrm>
                <a:off x="11595240" y="6323040"/>
                <a:ext cx="151920" cy="171720"/>
              </a:xfrm>
              <a:custGeom>
                <a:avLst/>
                <a:gdLst>
                  <a:gd name="textAreaLeft" fmla="*/ 0 w 151920"/>
                  <a:gd name="textAreaRight" fmla="*/ 153000 w 151920"/>
                  <a:gd name="textAreaTop" fmla="*/ 0 h 171720"/>
                  <a:gd name="textAreaBottom" fmla="*/ 172800 h 17172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75960" tIns="45000" rIns="7596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129" name="Freeform 6"/>
              <p:cNvSpPr/>
              <p:nvPr/>
            </p:nvSpPr>
            <p:spPr>
              <a:xfrm>
                <a:off x="11813760" y="6347880"/>
                <a:ext cx="87120" cy="131760"/>
              </a:xfrm>
              <a:custGeom>
                <a:avLst/>
                <a:gdLst>
                  <a:gd name="textAreaLeft" fmla="*/ 0 w 87120"/>
                  <a:gd name="textAreaRight" fmla="*/ 88200 w 87120"/>
                  <a:gd name="textAreaTop" fmla="*/ 0 h 131760"/>
                  <a:gd name="textAreaBottom" fmla="*/ 132840 h 13176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43560" tIns="45000" rIns="4356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130" name="组合 71"/>
              <p:cNvGrpSpPr/>
              <p:nvPr/>
            </p:nvGrpSpPr>
            <p:grpSpPr>
              <a:xfrm>
                <a:off x="11216880" y="6310800"/>
                <a:ext cx="155520" cy="192960"/>
                <a:chOff x="11216880" y="6310800"/>
                <a:chExt cx="155520" cy="192960"/>
              </a:xfrm>
            </p:grpSpPr>
            <p:sp>
              <p:nvSpPr>
                <p:cNvPr id="131" name="Freeform 7"/>
                <p:cNvSpPr/>
                <p:nvPr/>
              </p:nvSpPr>
              <p:spPr>
                <a:xfrm>
                  <a:off x="11216880" y="6310800"/>
                  <a:ext cx="155520" cy="126720"/>
                </a:xfrm>
                <a:custGeom>
                  <a:avLst/>
                  <a:gdLst>
                    <a:gd name="textAreaLeft" fmla="*/ 0 w 155520"/>
                    <a:gd name="textAreaRight" fmla="*/ 156600 w 155520"/>
                    <a:gd name="textAreaTop" fmla="*/ 0 h 126720"/>
                    <a:gd name="textAreaBottom" fmla="*/ 127800 h 1267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7760" tIns="45000" rIns="777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32" name="Freeform 8"/>
                <p:cNvSpPr/>
                <p:nvPr/>
              </p:nvSpPr>
              <p:spPr>
                <a:xfrm>
                  <a:off x="11250000" y="6388200"/>
                  <a:ext cx="96480" cy="115560"/>
                </a:xfrm>
                <a:custGeom>
                  <a:avLst/>
                  <a:gdLst>
                    <a:gd name="textAreaLeft" fmla="*/ 0 w 96480"/>
                    <a:gd name="textAreaRight" fmla="*/ 97560 w 96480"/>
                    <a:gd name="textAreaTop" fmla="*/ 0 h 115560"/>
                    <a:gd name="textAreaBottom" fmla="*/ 116640 h 11556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8240" tIns="45000" rIns="482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33" name="组合 72"/>
              <p:cNvGrpSpPr/>
              <p:nvPr/>
            </p:nvGrpSpPr>
            <p:grpSpPr>
              <a:xfrm>
                <a:off x="11435040" y="6363720"/>
                <a:ext cx="93960" cy="100800"/>
                <a:chOff x="11435040" y="6363720"/>
                <a:chExt cx="93960" cy="100800"/>
              </a:xfrm>
            </p:grpSpPr>
            <p:sp>
              <p:nvSpPr>
                <p:cNvPr id="134" name="Freeform 15"/>
                <p:cNvSpPr/>
                <p:nvPr/>
              </p:nvSpPr>
              <p:spPr>
                <a:xfrm>
                  <a:off x="11435040" y="6386400"/>
                  <a:ext cx="42840" cy="69480"/>
                </a:xfrm>
                <a:custGeom>
                  <a:avLst/>
                  <a:gdLst>
                    <a:gd name="textAreaLeft" fmla="*/ 0 w 42840"/>
                    <a:gd name="textAreaRight" fmla="*/ 43920 w 42840"/>
                    <a:gd name="textAreaTop" fmla="*/ 0 h 69480"/>
                    <a:gd name="textAreaBottom" fmla="*/ 70560 h 6948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1600" tIns="35280" rIns="21600" bIns="3528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35" name="Freeform 16"/>
                <p:cNvSpPr/>
                <p:nvPr/>
              </p:nvSpPr>
              <p:spPr>
                <a:xfrm>
                  <a:off x="11482200" y="6366240"/>
                  <a:ext cx="46800" cy="98280"/>
                </a:xfrm>
                <a:custGeom>
                  <a:avLst/>
                  <a:gdLst>
                    <a:gd name="textAreaLeft" fmla="*/ 0 w 46800"/>
                    <a:gd name="textAreaRight" fmla="*/ 47880 w 46800"/>
                    <a:gd name="textAreaTop" fmla="*/ 0 h 98280"/>
                    <a:gd name="textAreaBottom" fmla="*/ 99360 h 9828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400" tIns="45000" rIns="234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36" name="Freeform 17"/>
                <p:cNvSpPr/>
                <p:nvPr/>
              </p:nvSpPr>
              <p:spPr>
                <a:xfrm>
                  <a:off x="11459880" y="6363720"/>
                  <a:ext cx="30240" cy="17280"/>
                </a:xfrm>
                <a:custGeom>
                  <a:avLst/>
                  <a:gdLst>
                    <a:gd name="textAreaLeft" fmla="*/ 0 w 30240"/>
                    <a:gd name="textAreaRight" fmla="*/ 31320 w 30240"/>
                    <a:gd name="textAreaTop" fmla="*/ 0 h 17280"/>
                    <a:gd name="textAreaBottom" fmla="*/ 18360 h 1728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5120" tIns="9000" rIns="15120" bIns="9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137" name="组合 40"/>
            <p:cNvGrpSpPr/>
            <p:nvPr/>
          </p:nvGrpSpPr>
          <p:grpSpPr>
            <a:xfrm>
              <a:off x="10272600" y="6308280"/>
              <a:ext cx="720360" cy="197640"/>
              <a:chOff x="10272600" y="6308280"/>
              <a:chExt cx="720360" cy="197640"/>
            </a:xfrm>
          </p:grpSpPr>
          <p:grpSp>
            <p:nvGrpSpPr>
              <p:cNvPr id="138" name="组合 41"/>
              <p:cNvGrpSpPr/>
              <p:nvPr/>
            </p:nvGrpSpPr>
            <p:grpSpPr>
              <a:xfrm>
                <a:off x="10653120" y="6340680"/>
                <a:ext cx="137520" cy="144720"/>
                <a:chOff x="10653120" y="6340680"/>
                <a:chExt cx="137520" cy="144720"/>
              </a:xfrm>
            </p:grpSpPr>
            <p:sp>
              <p:nvSpPr>
                <p:cNvPr id="139" name="Freeform 9"/>
                <p:cNvSpPr/>
                <p:nvPr/>
              </p:nvSpPr>
              <p:spPr>
                <a:xfrm>
                  <a:off x="10653120" y="6351480"/>
                  <a:ext cx="71280" cy="121680"/>
                </a:xfrm>
                <a:custGeom>
                  <a:avLst/>
                  <a:gdLst>
                    <a:gd name="textAreaLeft" fmla="*/ 0 w 71280"/>
                    <a:gd name="textAreaRight" fmla="*/ 72360 w 71280"/>
                    <a:gd name="textAreaTop" fmla="*/ 0 h 121680"/>
                    <a:gd name="textAreaBottom" fmla="*/ 122760 h 12168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5640" tIns="45000" rIns="356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40" name="Freeform 10"/>
                <p:cNvSpPr/>
                <p:nvPr/>
              </p:nvSpPr>
              <p:spPr>
                <a:xfrm>
                  <a:off x="10724040" y="6340680"/>
                  <a:ext cx="66600" cy="144720"/>
                </a:xfrm>
                <a:custGeom>
                  <a:avLst/>
                  <a:gdLst>
                    <a:gd name="textAreaLeft" fmla="*/ 0 w 66600"/>
                    <a:gd name="textAreaRight" fmla="*/ 67680 w 66600"/>
                    <a:gd name="textAreaTop" fmla="*/ 0 h 144720"/>
                    <a:gd name="textAreaBottom" fmla="*/ 145800 h 14472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480" tIns="45000" rIns="3348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41" name="组合 42"/>
              <p:cNvGrpSpPr/>
              <p:nvPr/>
            </p:nvGrpSpPr>
            <p:grpSpPr>
              <a:xfrm>
                <a:off x="10272600" y="6308280"/>
                <a:ext cx="156240" cy="197640"/>
                <a:chOff x="10272600" y="6308280"/>
                <a:chExt cx="156240" cy="197640"/>
              </a:xfrm>
            </p:grpSpPr>
            <p:sp>
              <p:nvSpPr>
                <p:cNvPr id="142" name="Freeform 13"/>
                <p:cNvSpPr/>
                <p:nvPr/>
              </p:nvSpPr>
              <p:spPr>
                <a:xfrm>
                  <a:off x="10272600" y="6308280"/>
                  <a:ext cx="156240" cy="186480"/>
                </a:xfrm>
                <a:custGeom>
                  <a:avLst/>
                  <a:gdLst>
                    <a:gd name="textAreaLeft" fmla="*/ 0 w 156240"/>
                    <a:gd name="textAreaRight" fmla="*/ 157320 w 156240"/>
                    <a:gd name="textAreaTop" fmla="*/ 0 h 186480"/>
                    <a:gd name="textAreaBottom" fmla="*/ 187560 h 1864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8120" tIns="45000" rIns="781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43" name="Freeform 14"/>
                <p:cNvSpPr/>
                <p:nvPr/>
              </p:nvSpPr>
              <p:spPr>
                <a:xfrm>
                  <a:off x="10315800" y="6454800"/>
                  <a:ext cx="18360" cy="51120"/>
                </a:xfrm>
                <a:custGeom>
                  <a:avLst/>
                  <a:gdLst>
                    <a:gd name="textAreaLeft" fmla="*/ 0 w 18360"/>
                    <a:gd name="textAreaRight" fmla="*/ 19440 w 18360"/>
                    <a:gd name="textAreaTop" fmla="*/ 0 h 51120"/>
                    <a:gd name="textAreaBottom" fmla="*/ 52200 h 5112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360" tIns="25920" rIns="9360" bIns="2592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44" name="组合 43"/>
              <p:cNvGrpSpPr/>
              <p:nvPr/>
            </p:nvGrpSpPr>
            <p:grpSpPr>
              <a:xfrm>
                <a:off x="10485360" y="6365160"/>
                <a:ext cx="104400" cy="89640"/>
                <a:chOff x="10485360" y="6365160"/>
                <a:chExt cx="104400" cy="89640"/>
              </a:xfrm>
            </p:grpSpPr>
            <p:sp>
              <p:nvSpPr>
                <p:cNvPr id="145" name="Freeform 18"/>
                <p:cNvSpPr/>
                <p:nvPr/>
              </p:nvSpPr>
              <p:spPr>
                <a:xfrm>
                  <a:off x="10521000" y="6365160"/>
                  <a:ext cx="68760" cy="896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9640"/>
                    <a:gd name="textAreaBottom" fmla="*/ 90720 h 8964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360" rIns="34560" bIns="4536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46" name="Freeform 19"/>
                <p:cNvSpPr/>
                <p:nvPr/>
              </p:nvSpPr>
              <p:spPr>
                <a:xfrm>
                  <a:off x="10485360" y="6387840"/>
                  <a:ext cx="34200" cy="66240"/>
                </a:xfrm>
                <a:custGeom>
                  <a:avLst/>
                  <a:gdLst>
                    <a:gd name="textAreaLeft" fmla="*/ 0 w 34200"/>
                    <a:gd name="textAreaRight" fmla="*/ 35280 w 34200"/>
                    <a:gd name="textAreaTop" fmla="*/ 0 h 66240"/>
                    <a:gd name="textAreaBottom" fmla="*/ 67320 h 66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7280" tIns="33480" rIns="17280" bIns="3348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47" name="Freeform 20"/>
                <p:cNvSpPr/>
                <p:nvPr/>
              </p:nvSpPr>
              <p:spPr>
                <a:xfrm>
                  <a:off x="10506240" y="6365880"/>
                  <a:ext cx="31680" cy="19800"/>
                </a:xfrm>
                <a:custGeom>
                  <a:avLst/>
                  <a:gdLst>
                    <a:gd name="textAreaLeft" fmla="*/ 0 w 31680"/>
                    <a:gd name="textAreaRight" fmla="*/ 32760 w 31680"/>
                    <a:gd name="textAreaTop" fmla="*/ 0 h 19800"/>
                    <a:gd name="textAreaBottom" fmla="*/ 20880 h 1980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5840" tIns="10440" rIns="15840" bIns="1044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48" name="组合 44"/>
              <p:cNvGrpSpPr/>
              <p:nvPr/>
            </p:nvGrpSpPr>
            <p:grpSpPr>
              <a:xfrm>
                <a:off x="10868040" y="6348600"/>
                <a:ext cx="124920" cy="126360"/>
                <a:chOff x="10868040" y="6348600"/>
                <a:chExt cx="124920" cy="126360"/>
              </a:xfrm>
            </p:grpSpPr>
            <p:sp>
              <p:nvSpPr>
                <p:cNvPr id="149" name="Freeform 11"/>
                <p:cNvSpPr/>
                <p:nvPr/>
              </p:nvSpPr>
              <p:spPr>
                <a:xfrm>
                  <a:off x="10904400" y="6348600"/>
                  <a:ext cx="88560" cy="12456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124560"/>
                    <a:gd name="textAreaBottom" fmla="*/ 125640 h 12456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4280" tIns="45000" rIns="4428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50" name="Freeform 12"/>
                <p:cNvSpPr/>
                <p:nvPr/>
              </p:nvSpPr>
              <p:spPr>
                <a:xfrm>
                  <a:off x="10868040" y="6355080"/>
                  <a:ext cx="47160" cy="11988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119880"/>
                    <a:gd name="textAreaBottom" fmla="*/ 120960 h 11988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45000" rIns="237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2-首页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A-矩形 7"/>
          <p:cNvSpPr/>
          <p:nvPr/>
        </p:nvSpPr>
        <p:spPr>
          <a:xfrm>
            <a:off x="11373120" y="0"/>
            <a:ext cx="817920" cy="68569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52" name="PA-矩形 7"/>
          <p:cNvSpPr/>
          <p:nvPr/>
        </p:nvSpPr>
        <p:spPr>
          <a:xfrm>
            <a:off x="0" y="0"/>
            <a:ext cx="11378160" cy="6856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cxnSp>
        <p:nvCxnSpPr>
          <p:cNvPr id="153" name="直接连接符 10"/>
          <p:cNvCxnSpPr/>
          <p:nvPr/>
        </p:nvCxnSpPr>
        <p:spPr>
          <a:xfrm>
            <a:off x="11372760" y="0"/>
            <a:ext cx="1080" cy="685908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pic>
        <p:nvPicPr>
          <p:cNvPr id="154" name="图片 36"/>
          <p:cNvPicPr/>
          <p:nvPr/>
        </p:nvPicPr>
        <p:blipFill>
          <a:blip r:embed="rId2"/>
          <a:stretch/>
        </p:blipFill>
        <p:spPr>
          <a:xfrm>
            <a:off x="-2610720" y="161280"/>
            <a:ext cx="6790680" cy="65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矩形 2"/>
          <p:cNvSpPr/>
          <p:nvPr/>
        </p:nvSpPr>
        <p:spPr>
          <a:xfrm>
            <a:off x="0" y="1504800"/>
            <a:ext cx="12191040" cy="38469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01520" rotWithShape="0" sx="101000" sy="101000">
              <a:srgbClr val="000000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56" name="任意多边形: 形状 30"/>
          <p:cNvSpPr/>
          <p:nvPr/>
        </p:nvSpPr>
        <p:spPr>
          <a:xfrm flipV="1">
            <a:off x="5143320" y="3785040"/>
            <a:ext cx="6234840" cy="192240"/>
          </a:xfrm>
          <a:custGeom>
            <a:avLst/>
            <a:gdLst>
              <a:gd name="textAreaLeft" fmla="*/ 0 w 6234840"/>
              <a:gd name="textAreaRight" fmla="*/ 6235920 w 6234840"/>
              <a:gd name="textAreaTop" fmla="*/ 720 h 192240"/>
              <a:gd name="textAreaBottom" fmla="*/ 194040 h 192240"/>
              <a:gd name="GluePoint1X" fmla="*/ 6415214 w 6415214"/>
              <a:gd name="GluePoint1Y" fmla="*/ 193259 h 193259"/>
              <a:gd name="GluePoint2X" fmla="*/ 511261 w 6415214"/>
              <a:gd name="GluePoint2Y" fmla="*/ 193259 h 193259"/>
              <a:gd name="GluePoint3X" fmla="*/ 232301 w 6415214"/>
              <a:gd name="GluePoint3Y" fmla="*/ 0 h 193259"/>
              <a:gd name="GluePoint4X" fmla="*/ 229919 w 6415214"/>
              <a:gd name="GluePoint4Y" fmla="*/ 193259 h 193259"/>
              <a:gd name="GluePoint5X" fmla="*/ 0 w 6415214"/>
              <a:gd name="GluePoint5Y" fmla="*/ 193259 h 19325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rgbClr val="006C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57" name="PlaceHolder 1"/>
          <p:cNvSpPr>
            <a:spLocks noGrp="1"/>
          </p:cNvSpPr>
          <p:nvPr>
            <p:ph type="title" hasCustomPrompt="1"/>
          </p:nvPr>
        </p:nvSpPr>
        <p:spPr>
          <a:xfrm>
            <a:off x="5143320" y="2563920"/>
            <a:ext cx="6204960" cy="1189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tIns="45720" rIns="91440" bIns="4572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zh-CN" sz="36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36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请在</a:t>
            </a:r>
            <a:r>
              <a:rPr lang="zh-CN" sz="36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此输</a:t>
            </a:r>
            <a:r>
              <a:rPr lang="zh-CN" sz="36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入标</a:t>
            </a:r>
            <a:r>
              <a:rPr lang="zh-CN" sz="36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题</a:t>
            </a:r>
            <a:br>
              <a:rPr sz="3600"/>
            </a:br>
            <a:r>
              <a:rPr lang="zh-CN" sz="36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尽量</a:t>
            </a:r>
            <a:r>
              <a:rPr lang="zh-CN" sz="36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回车</a:t>
            </a:r>
            <a:r>
              <a:rPr lang="zh-CN" sz="36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保证</a:t>
            </a:r>
            <a:r>
              <a:rPr lang="zh-CN" sz="36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标题</a:t>
            </a:r>
            <a:r>
              <a:rPr lang="zh-CN" sz="36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为两</a:t>
            </a:r>
            <a:r>
              <a:rPr lang="zh-CN" sz="3600" b="1" u="none" spc="99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行</a:t>
            </a:r>
            <a:endParaRPr lang="en-US" sz="3600" b="1" u="none" spc="99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 hasCustomPrompt="1"/>
          </p:nvPr>
        </p:nvSpPr>
        <p:spPr>
          <a:xfrm>
            <a:off x="5136840" y="2329920"/>
            <a:ext cx="5153400" cy="256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tIns="45720" rIns="91440" bIns="45720" anchor="t">
            <a:spAutoFit/>
          </a:bodyPr>
          <a:lstStyle>
            <a:lvl1pPr marL="228600" indent="-228600" algn="l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CN" sz="1200" b="0" u="none" spc="99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微软雅黑 Light"/>
                <a:ea typeface="微软雅黑 Light"/>
              </a:defRPr>
            </a:lvl1pPr>
          </a:lstStyle>
          <a:p>
            <a:pPr marL="228600" indent="-228600" algn="l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1200" b="0" u="none" spc="99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微软雅黑 Light"/>
                <a:ea typeface="微软雅黑 Light"/>
              </a:rPr>
              <a:t>请在此输入你的副标题</a:t>
            </a:r>
            <a:r>
              <a:rPr lang="en-US" sz="1200" b="0" u="none" spc="99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Wingdings 3"/>
                <a:ea typeface="微软雅黑 Light"/>
              </a:rPr>
              <a:t></a:t>
            </a:r>
            <a:endParaRPr lang="en-US" sz="1200" b="0" u="none" spc="99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微软雅黑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body" hasCustomPrompt="1"/>
          </p:nvPr>
        </p:nvSpPr>
        <p:spPr>
          <a:xfrm>
            <a:off x="5143320" y="4186440"/>
            <a:ext cx="6228720" cy="369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tIns="45720" rIns="91440" bIns="45720" anchor="ctr">
            <a:spAutoFit/>
          </a:bodyPr>
          <a:lstStyle>
            <a:lvl1pPr indent="0" algn="l">
              <a:lnSpc>
                <a:spcPct val="130000"/>
              </a:lnSpc>
              <a:spcBef>
                <a:spcPts val="1001"/>
              </a:spcBef>
              <a:buNone/>
              <a:tabLst>
                <a:tab pos="0" algn="l"/>
              </a:tabLst>
              <a:defRPr lang="zh-CN" sz="1400" b="0" u="none" spc="99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l">
              <a:lnSpc>
                <a:spcPct val="13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1400" b="0" u="none" spc="99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微软雅黑"/>
                <a:ea typeface="微软雅黑"/>
              </a:rPr>
              <a:t>答辩人：北小理　　　导　师： 京小工　　　时　间：</a:t>
            </a:r>
            <a:r>
              <a:rPr lang="en-US" sz="1400" b="0" u="none" spc="99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微软雅黑"/>
                <a:ea typeface="微软雅黑"/>
              </a:rPr>
              <a:t>XXX</a:t>
            </a:r>
            <a:endParaRPr lang="en-US" sz="1400" b="0" u="none" spc="99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微软雅黑"/>
            </a:endParaRPr>
          </a:p>
        </p:txBody>
      </p:sp>
      <p:pic>
        <p:nvPicPr>
          <p:cNvPr id="160" name="图片 7"/>
          <p:cNvPicPr/>
          <p:nvPr/>
        </p:nvPicPr>
        <p:blipFill>
          <a:blip r:embed="rId3"/>
          <a:stretch/>
        </p:blipFill>
        <p:spPr>
          <a:xfrm>
            <a:off x="1111320" y="2359440"/>
            <a:ext cx="2854440" cy="21686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2-尾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A-矩形 7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162" name="PA-矩形 7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06C39">
                  <a:alpha val="0"/>
                </a:srgbClr>
              </a:gs>
              <a:gs pos="52200">
                <a:srgbClr val="006C39"/>
              </a:gs>
              <a:gs pos="100000">
                <a:srgbClr val="006C39">
                  <a:alpha val="0"/>
                </a:srgb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163" name="任意多边形: 形状 19"/>
          <p:cNvSpPr/>
          <p:nvPr/>
        </p:nvSpPr>
        <p:spPr>
          <a:xfrm flipH="1" flipV="1">
            <a:off x="4440600" y="3758400"/>
            <a:ext cx="3306600" cy="2334960"/>
          </a:xfrm>
          <a:custGeom>
            <a:avLst/>
            <a:gdLst>
              <a:gd name="textAreaLeft" fmla="*/ -720 w 3306600"/>
              <a:gd name="textAreaRight" fmla="*/ 3306960 w 3306600"/>
              <a:gd name="textAreaTop" fmla="*/ 720 h 2334960"/>
              <a:gd name="textAreaBottom" fmla="*/ 2336760 h 2334960"/>
              <a:gd name="GluePoint1X" fmla="*/ 0 w 3162300"/>
              <a:gd name="GluePoint1Y" fmla="*/ 2147409 h 2147409"/>
              <a:gd name="GluePoint2X" fmla="*/ 0 w 3162300"/>
              <a:gd name="GluePoint2Y" fmla="*/ 1565265 h 2147409"/>
              <a:gd name="GluePoint3X" fmla="*/ 0 w 3162300"/>
              <a:gd name="GluePoint3Y" fmla="*/ 1544697 h 2147409"/>
              <a:gd name="GluePoint4X" fmla="*/ 0 w 3162300"/>
              <a:gd name="GluePoint4Y" fmla="*/ 0 h 2147409"/>
              <a:gd name="GluePoint5X" fmla="*/ 1585774 w 3162300"/>
              <a:gd name="GluePoint5Y" fmla="*/ 1112898 h 2147409"/>
              <a:gd name="GluePoint6X" fmla="*/ 3162300 w 3162300"/>
              <a:gd name="GluePoint6Y" fmla="*/ 0 h 2147409"/>
              <a:gd name="GluePoint7X" fmla="*/ 3162300 w 3162300"/>
              <a:gd name="GluePoint7Y" fmla="*/ 1544697 h 2147409"/>
              <a:gd name="GluePoint8X" fmla="*/ 3162300 w 3162300"/>
              <a:gd name="GluePoint8Y" fmla="*/ 1565265 h 2147409"/>
              <a:gd name="GluePoint9X" fmla="*/ 3162300 w 3162300"/>
              <a:gd name="GluePoint9Y" fmla="*/ 2147409 h 214740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164" name="矩形 3"/>
          <p:cNvSpPr/>
          <p:nvPr/>
        </p:nvSpPr>
        <p:spPr>
          <a:xfrm>
            <a:off x="4442040" y="1015200"/>
            <a:ext cx="3306600" cy="1427400"/>
          </a:xfrm>
          <a:custGeom>
            <a:avLst/>
            <a:gdLst>
              <a:gd name="textAreaLeft" fmla="*/ 0 w 3306600"/>
              <a:gd name="textAreaRight" fmla="*/ 3307680 w 3306600"/>
              <a:gd name="textAreaTop" fmla="*/ 0 h 1427400"/>
              <a:gd name="textAreaBottom" fmla="*/ 1428480 h 1427400"/>
              <a:gd name="GluePoint1X" fmla="*/ 0 w 3162300"/>
              <a:gd name="GluePoint1Y" fmla="*/ 1871961 h 1871961"/>
              <a:gd name="GluePoint2X" fmla="*/ 0 w 3162300"/>
              <a:gd name="GluePoint2Y" fmla="*/ 0 h 1871961"/>
              <a:gd name="GluePoint3X" fmla="*/ 3162300 w 3162300"/>
              <a:gd name="GluePoint3Y" fmla="*/ 0 h 1871961"/>
              <a:gd name="GluePoint4X" fmla="*/ 3162300 w 3162300"/>
              <a:gd name="GluePoint4Y" fmla="*/ 1871961 h 187196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165" name="等腰三角形 11"/>
          <p:cNvSpPr/>
          <p:nvPr/>
        </p:nvSpPr>
        <p:spPr>
          <a:xfrm flipV="1">
            <a:off x="6007320" y="3831480"/>
            <a:ext cx="176400" cy="151920"/>
          </a:xfrm>
          <a:prstGeom prst="triangle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88200" tIns="31680" rIns="88200" bIns="31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pic>
        <p:nvPicPr>
          <p:cNvPr id="166" name="图片 12"/>
          <p:cNvPicPr/>
          <p:nvPr/>
        </p:nvPicPr>
        <p:blipFill>
          <a:blip r:embed="rId2"/>
          <a:stretch/>
        </p:blipFill>
        <p:spPr>
          <a:xfrm>
            <a:off x="4974840" y="1401120"/>
            <a:ext cx="2255400" cy="6303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3-首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图片 5"/>
          <p:cNvPicPr/>
          <p:nvPr/>
        </p:nvPicPr>
        <p:blipFill>
          <a:blip r:embed="rId2"/>
          <a:srcRect l="130" t="0" r="23339" b="0"/>
          <a:stretch/>
        </p:blipFill>
        <p:spPr>
          <a:xfrm>
            <a:off x="4303800" y="0"/>
            <a:ext cx="788688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矩形 6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06C39"/>
              </a:gs>
              <a:gs pos="50000">
                <a:srgbClr val="006C39"/>
              </a:gs>
              <a:gs pos="100000">
                <a:srgbClr val="006C39">
                  <a:alpha val="0"/>
                </a:srgbClr>
              </a:gs>
            </a:gsLst>
            <a:lin ang="1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169" name="图片 12"/>
          <p:cNvPicPr/>
          <p:nvPr/>
        </p:nvPicPr>
        <p:blipFill>
          <a:blip r:embed="rId3"/>
          <a:stretch/>
        </p:blipFill>
        <p:spPr>
          <a:xfrm>
            <a:off x="540360" y="479520"/>
            <a:ext cx="2202120" cy="615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70" name="组合 63"/>
          <p:cNvGrpSpPr/>
          <p:nvPr/>
        </p:nvGrpSpPr>
        <p:grpSpPr>
          <a:xfrm>
            <a:off x="691920" y="5891400"/>
            <a:ext cx="4040280" cy="496080"/>
            <a:chOff x="691920" y="5891400"/>
            <a:chExt cx="4040280" cy="496080"/>
          </a:xfrm>
        </p:grpSpPr>
        <p:grpSp>
          <p:nvGrpSpPr>
            <p:cNvPr id="171" name="组合 64"/>
            <p:cNvGrpSpPr/>
            <p:nvPr/>
          </p:nvGrpSpPr>
          <p:grpSpPr>
            <a:xfrm>
              <a:off x="3017880" y="5897160"/>
              <a:ext cx="1714320" cy="485640"/>
              <a:chOff x="3017880" y="5897160"/>
              <a:chExt cx="1714320" cy="485640"/>
            </a:xfrm>
          </p:grpSpPr>
          <p:sp>
            <p:nvSpPr>
              <p:cNvPr id="172" name="Freeform 5"/>
              <p:cNvSpPr/>
              <p:nvPr/>
            </p:nvSpPr>
            <p:spPr>
              <a:xfrm>
                <a:off x="3965400" y="5928120"/>
                <a:ext cx="382320" cy="431280"/>
              </a:xfrm>
              <a:custGeom>
                <a:avLst/>
                <a:gdLst>
                  <a:gd name="textAreaLeft" fmla="*/ 0 w 382320"/>
                  <a:gd name="textAreaRight" fmla="*/ 383400 w 382320"/>
                  <a:gd name="textAreaTop" fmla="*/ 0 h 431280"/>
                  <a:gd name="textAreaBottom" fmla="*/ 432360 h 43128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FFF6">
                      <a:alpha val="4000"/>
                    </a:srgbClr>
                  </a:gs>
                  <a:gs pos="100000">
                    <a:srgbClr val="FFFFFF">
                      <a:alpha val="1200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173" name="Freeform 6"/>
              <p:cNvSpPr/>
              <p:nvPr/>
            </p:nvSpPr>
            <p:spPr>
              <a:xfrm>
                <a:off x="4512600" y="5992920"/>
                <a:ext cx="219600" cy="331200"/>
              </a:xfrm>
              <a:custGeom>
                <a:avLst/>
                <a:gdLst>
                  <a:gd name="textAreaLeft" fmla="*/ 0 w 219600"/>
                  <a:gd name="textAreaRight" fmla="*/ 220680 w 219600"/>
                  <a:gd name="textAreaTop" fmla="*/ 0 h 331200"/>
                  <a:gd name="textAreaBottom" fmla="*/ 332280 h 33120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FFF6">
                      <a:alpha val="4000"/>
                    </a:srgbClr>
                  </a:gs>
                  <a:gs pos="100000">
                    <a:srgbClr val="FFFFFF">
                      <a:alpha val="1200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174" name="组合 81"/>
              <p:cNvGrpSpPr/>
              <p:nvPr/>
            </p:nvGrpSpPr>
            <p:grpSpPr>
              <a:xfrm>
                <a:off x="3017880" y="5897160"/>
                <a:ext cx="391320" cy="485640"/>
                <a:chOff x="3017880" y="5897160"/>
                <a:chExt cx="391320" cy="485640"/>
              </a:xfrm>
            </p:grpSpPr>
            <p:sp>
              <p:nvSpPr>
                <p:cNvPr id="175" name="Freeform 7"/>
                <p:cNvSpPr/>
                <p:nvPr/>
              </p:nvSpPr>
              <p:spPr>
                <a:xfrm>
                  <a:off x="3017880" y="5897160"/>
                  <a:ext cx="391320" cy="318600"/>
                </a:xfrm>
                <a:custGeom>
                  <a:avLst/>
                  <a:gdLst>
                    <a:gd name="textAreaLeft" fmla="*/ 0 w 391320"/>
                    <a:gd name="textAreaRight" fmla="*/ 392400 w 391320"/>
                    <a:gd name="textAreaTop" fmla="*/ 0 h 318600"/>
                    <a:gd name="textAreaBottom" fmla="*/ 319680 h 31860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76" name="Freeform 8"/>
                <p:cNvSpPr/>
                <p:nvPr/>
              </p:nvSpPr>
              <p:spPr>
                <a:xfrm>
                  <a:off x="3101040" y="6091560"/>
                  <a:ext cx="243360" cy="291240"/>
                </a:xfrm>
                <a:custGeom>
                  <a:avLst/>
                  <a:gdLst>
                    <a:gd name="textAreaLeft" fmla="*/ 0 w 243360"/>
                    <a:gd name="textAreaRight" fmla="*/ 244440 w 243360"/>
                    <a:gd name="textAreaTop" fmla="*/ 0 h 291240"/>
                    <a:gd name="textAreaBottom" fmla="*/ 292320 h 29124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77" name="组合 82"/>
              <p:cNvGrpSpPr/>
              <p:nvPr/>
            </p:nvGrpSpPr>
            <p:grpSpPr>
              <a:xfrm>
                <a:off x="3564360" y="6030360"/>
                <a:ext cx="236160" cy="253080"/>
                <a:chOff x="3564360" y="6030360"/>
                <a:chExt cx="236160" cy="253080"/>
              </a:xfrm>
            </p:grpSpPr>
            <p:sp>
              <p:nvSpPr>
                <p:cNvPr id="178" name="Freeform 15"/>
                <p:cNvSpPr/>
                <p:nvPr/>
              </p:nvSpPr>
              <p:spPr>
                <a:xfrm>
                  <a:off x="3564360" y="6086880"/>
                  <a:ext cx="108360" cy="175320"/>
                </a:xfrm>
                <a:custGeom>
                  <a:avLst/>
                  <a:gdLst>
                    <a:gd name="textAreaLeft" fmla="*/ 0 w 108360"/>
                    <a:gd name="textAreaRight" fmla="*/ 109440 w 108360"/>
                    <a:gd name="textAreaTop" fmla="*/ 0 h 175320"/>
                    <a:gd name="textAreaBottom" fmla="*/ 176400 h 1753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4360" tIns="45000" rIns="543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79" name="Freeform 16"/>
                <p:cNvSpPr/>
                <p:nvPr/>
              </p:nvSpPr>
              <p:spPr>
                <a:xfrm>
                  <a:off x="3682080" y="6036120"/>
                  <a:ext cx="118440" cy="247320"/>
                </a:xfrm>
                <a:custGeom>
                  <a:avLst/>
                  <a:gdLst>
                    <a:gd name="textAreaLeft" fmla="*/ 0 w 118440"/>
                    <a:gd name="textAreaRight" fmla="*/ 119520 w 118440"/>
                    <a:gd name="textAreaTop" fmla="*/ 0 h 247320"/>
                    <a:gd name="textAreaBottom" fmla="*/ 248400 h 24732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9400" tIns="45000" rIns="594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80" name="Freeform 17"/>
                <p:cNvSpPr/>
                <p:nvPr/>
              </p:nvSpPr>
              <p:spPr>
                <a:xfrm>
                  <a:off x="3626280" y="6030360"/>
                  <a:ext cx="77400" cy="44640"/>
                </a:xfrm>
                <a:custGeom>
                  <a:avLst/>
                  <a:gdLst>
                    <a:gd name="textAreaLeft" fmla="*/ 0 w 77400"/>
                    <a:gd name="textAreaRight" fmla="*/ 78480 w 77400"/>
                    <a:gd name="textAreaTop" fmla="*/ 0 h 44640"/>
                    <a:gd name="textAreaBottom" fmla="*/ 45720 h 4464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8880" tIns="22680" rIns="38880" bIns="2268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181" name="组合 65"/>
            <p:cNvGrpSpPr/>
            <p:nvPr/>
          </p:nvGrpSpPr>
          <p:grpSpPr>
            <a:xfrm>
              <a:off x="691920" y="5891400"/>
              <a:ext cx="1792440" cy="496080"/>
              <a:chOff x="691920" y="5891400"/>
              <a:chExt cx="1792440" cy="496080"/>
            </a:xfrm>
          </p:grpSpPr>
          <p:grpSp>
            <p:nvGrpSpPr>
              <p:cNvPr id="182" name="组合 66"/>
              <p:cNvGrpSpPr/>
              <p:nvPr/>
            </p:nvGrpSpPr>
            <p:grpSpPr>
              <a:xfrm>
                <a:off x="1644840" y="5972400"/>
                <a:ext cx="345960" cy="363960"/>
                <a:chOff x="1644840" y="5972400"/>
                <a:chExt cx="345960" cy="363960"/>
              </a:xfrm>
            </p:grpSpPr>
            <p:sp>
              <p:nvSpPr>
                <p:cNvPr id="183" name="Freeform 9"/>
                <p:cNvSpPr/>
                <p:nvPr/>
              </p:nvSpPr>
              <p:spPr>
                <a:xfrm>
                  <a:off x="1644840" y="5999760"/>
                  <a:ext cx="179640" cy="306000"/>
                </a:xfrm>
                <a:custGeom>
                  <a:avLst/>
                  <a:gdLst>
                    <a:gd name="textAreaLeft" fmla="*/ 0 w 179640"/>
                    <a:gd name="textAreaRight" fmla="*/ 180720 w 179640"/>
                    <a:gd name="textAreaTop" fmla="*/ 0 h 306000"/>
                    <a:gd name="textAreaBottom" fmla="*/ 307080 h 3060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84" name="Freeform 10"/>
                <p:cNvSpPr/>
                <p:nvPr/>
              </p:nvSpPr>
              <p:spPr>
                <a:xfrm>
                  <a:off x="1822320" y="5972400"/>
                  <a:ext cx="168480" cy="363960"/>
                </a:xfrm>
                <a:custGeom>
                  <a:avLst/>
                  <a:gdLst>
                    <a:gd name="textAreaLeft" fmla="*/ 0 w 168480"/>
                    <a:gd name="textAreaRight" fmla="*/ 169560 w 168480"/>
                    <a:gd name="textAreaTop" fmla="*/ 0 h 363960"/>
                    <a:gd name="textAreaBottom" fmla="*/ 365040 h 36396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84240" tIns="45000" rIns="842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85" name="组合 67"/>
              <p:cNvGrpSpPr/>
              <p:nvPr/>
            </p:nvGrpSpPr>
            <p:grpSpPr>
              <a:xfrm>
                <a:off x="691920" y="5891400"/>
                <a:ext cx="392400" cy="496080"/>
                <a:chOff x="691920" y="5891400"/>
                <a:chExt cx="392400" cy="496080"/>
              </a:xfrm>
            </p:grpSpPr>
            <p:sp>
              <p:nvSpPr>
                <p:cNvPr id="186" name="Freeform 13"/>
                <p:cNvSpPr/>
                <p:nvPr/>
              </p:nvSpPr>
              <p:spPr>
                <a:xfrm>
                  <a:off x="691920" y="5891400"/>
                  <a:ext cx="392400" cy="468720"/>
                </a:xfrm>
                <a:custGeom>
                  <a:avLst/>
                  <a:gdLst>
                    <a:gd name="textAreaLeft" fmla="*/ 0 w 392400"/>
                    <a:gd name="textAreaRight" fmla="*/ 393480 w 392400"/>
                    <a:gd name="textAreaTop" fmla="*/ 0 h 468720"/>
                    <a:gd name="textAreaBottom" fmla="*/ 469800 h 46872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87" name="Freeform 14"/>
                <p:cNvSpPr/>
                <p:nvPr/>
              </p:nvSpPr>
              <p:spPr>
                <a:xfrm>
                  <a:off x="799920" y="6257880"/>
                  <a:ext cx="47880" cy="12960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129600"/>
                    <a:gd name="textAreaBottom" fmla="*/ 130680 h 1296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120" tIns="45000" rIns="241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88" name="组合 68"/>
              <p:cNvGrpSpPr/>
              <p:nvPr/>
            </p:nvGrpSpPr>
            <p:grpSpPr>
              <a:xfrm>
                <a:off x="1225080" y="6033600"/>
                <a:ext cx="262800" cy="226440"/>
                <a:chOff x="1225080" y="6033600"/>
                <a:chExt cx="262800" cy="226440"/>
              </a:xfrm>
            </p:grpSpPr>
            <p:sp>
              <p:nvSpPr>
                <p:cNvPr id="189" name="Freeform 18"/>
                <p:cNvSpPr/>
                <p:nvPr/>
              </p:nvSpPr>
              <p:spPr>
                <a:xfrm>
                  <a:off x="1313640" y="6033600"/>
                  <a:ext cx="174240" cy="226440"/>
                </a:xfrm>
                <a:custGeom>
                  <a:avLst/>
                  <a:gdLst>
                    <a:gd name="textAreaLeft" fmla="*/ 0 w 174240"/>
                    <a:gd name="textAreaRight" fmla="*/ 175320 w 174240"/>
                    <a:gd name="textAreaTop" fmla="*/ 0 h 226440"/>
                    <a:gd name="textAreaBottom" fmla="*/ 227520 h 22644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87120" tIns="45000" rIns="871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90" name="Freeform 19"/>
                <p:cNvSpPr/>
                <p:nvPr/>
              </p:nvSpPr>
              <p:spPr>
                <a:xfrm>
                  <a:off x="1225080" y="6090480"/>
                  <a:ext cx="87480" cy="167400"/>
                </a:xfrm>
                <a:custGeom>
                  <a:avLst/>
                  <a:gdLst>
                    <a:gd name="textAreaLeft" fmla="*/ 0 w 87480"/>
                    <a:gd name="textAreaRight" fmla="*/ 88560 w 87480"/>
                    <a:gd name="textAreaTop" fmla="*/ 0 h 167400"/>
                    <a:gd name="textAreaBottom" fmla="*/ 168480 h 16740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3920" tIns="45000" rIns="439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91" name="Freeform 20"/>
                <p:cNvSpPr/>
                <p:nvPr/>
              </p:nvSpPr>
              <p:spPr>
                <a:xfrm>
                  <a:off x="1277280" y="6035760"/>
                  <a:ext cx="80640" cy="51120"/>
                </a:xfrm>
                <a:custGeom>
                  <a:avLst/>
                  <a:gdLst>
                    <a:gd name="textAreaLeft" fmla="*/ 0 w 80640"/>
                    <a:gd name="textAreaRight" fmla="*/ 81720 w 80640"/>
                    <a:gd name="textAreaTop" fmla="*/ 0 h 51120"/>
                    <a:gd name="textAreaBottom" fmla="*/ 52200 h 5112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0320" tIns="25920" rIns="40320" bIns="2592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92" name="组合 69"/>
              <p:cNvGrpSpPr/>
              <p:nvPr/>
            </p:nvGrpSpPr>
            <p:grpSpPr>
              <a:xfrm>
                <a:off x="2182680" y="5992200"/>
                <a:ext cx="301680" cy="300600"/>
                <a:chOff x="2182680" y="5992200"/>
                <a:chExt cx="301680" cy="300600"/>
              </a:xfrm>
            </p:grpSpPr>
            <p:sp>
              <p:nvSpPr>
                <p:cNvPr id="193" name="Freeform 11"/>
                <p:cNvSpPr/>
                <p:nvPr/>
              </p:nvSpPr>
              <p:spPr>
                <a:xfrm>
                  <a:off x="2273760" y="5992200"/>
                  <a:ext cx="210600" cy="295200"/>
                </a:xfrm>
                <a:custGeom>
                  <a:avLst/>
                  <a:gdLst>
                    <a:gd name="textAreaLeft" fmla="*/ 0 w 210600"/>
                    <a:gd name="textAreaRight" fmla="*/ 211680 w 210600"/>
                    <a:gd name="textAreaTop" fmla="*/ 0 h 295200"/>
                    <a:gd name="textAreaBottom" fmla="*/ 296280 h 29520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94" name="Freeform 12"/>
                <p:cNvSpPr/>
                <p:nvPr/>
              </p:nvSpPr>
              <p:spPr>
                <a:xfrm>
                  <a:off x="2182680" y="6008400"/>
                  <a:ext cx="113040" cy="284400"/>
                </a:xfrm>
                <a:custGeom>
                  <a:avLst/>
                  <a:gdLst>
                    <a:gd name="textAreaLeft" fmla="*/ 0 w 113040"/>
                    <a:gd name="textAreaRight" fmla="*/ 114120 w 113040"/>
                    <a:gd name="textAreaTop" fmla="*/ 0 h 284400"/>
                    <a:gd name="textAreaBottom" fmla="*/ 285480 h 28440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840" tIns="45000" rIns="518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3-尾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图片 5"/>
          <p:cNvPicPr/>
          <p:nvPr/>
        </p:nvPicPr>
        <p:blipFill>
          <a:blip r:embed="rId2"/>
          <a:srcRect l="15573" t="0" r="201" b="0"/>
          <a:stretch/>
        </p:blipFill>
        <p:spPr>
          <a:xfrm>
            <a:off x="0" y="0"/>
            <a:ext cx="867708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矩形 6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06C39">
                  <a:alpha val="0"/>
                </a:srgbClr>
              </a:gs>
              <a:gs pos="59000">
                <a:srgbClr val="006C39"/>
              </a:gs>
              <a:gs pos="100000">
                <a:srgbClr val="006C39"/>
              </a:gs>
            </a:gsLst>
            <a:lin ang="20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197" name="图片 13"/>
          <p:cNvPicPr/>
          <p:nvPr/>
        </p:nvPicPr>
        <p:blipFill>
          <a:blip r:embed="rId3"/>
          <a:stretch/>
        </p:blipFill>
        <p:spPr>
          <a:xfrm>
            <a:off x="9403560" y="501120"/>
            <a:ext cx="2202120" cy="615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98" name="组合 63"/>
          <p:cNvGrpSpPr/>
          <p:nvPr/>
        </p:nvGrpSpPr>
        <p:grpSpPr>
          <a:xfrm>
            <a:off x="7387920" y="5891400"/>
            <a:ext cx="4040280" cy="496080"/>
            <a:chOff x="7387920" y="5891400"/>
            <a:chExt cx="4040280" cy="496080"/>
          </a:xfrm>
        </p:grpSpPr>
        <p:grpSp>
          <p:nvGrpSpPr>
            <p:cNvPr id="199" name="组合 64"/>
            <p:cNvGrpSpPr/>
            <p:nvPr/>
          </p:nvGrpSpPr>
          <p:grpSpPr>
            <a:xfrm>
              <a:off x="9713880" y="5897160"/>
              <a:ext cx="1714320" cy="485640"/>
              <a:chOff x="9713880" y="5897160"/>
              <a:chExt cx="1714320" cy="485640"/>
            </a:xfrm>
          </p:grpSpPr>
          <p:sp>
            <p:nvSpPr>
              <p:cNvPr id="200" name="Freeform 5"/>
              <p:cNvSpPr/>
              <p:nvPr/>
            </p:nvSpPr>
            <p:spPr>
              <a:xfrm>
                <a:off x="10661760" y="5928120"/>
                <a:ext cx="382320" cy="431280"/>
              </a:xfrm>
              <a:custGeom>
                <a:avLst/>
                <a:gdLst>
                  <a:gd name="textAreaLeft" fmla="*/ 0 w 382320"/>
                  <a:gd name="textAreaRight" fmla="*/ 383400 w 382320"/>
                  <a:gd name="textAreaTop" fmla="*/ 0 h 431280"/>
                  <a:gd name="textAreaBottom" fmla="*/ 432360 h 43128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FFF6">
                      <a:alpha val="4000"/>
                    </a:srgbClr>
                  </a:gs>
                  <a:gs pos="100000">
                    <a:srgbClr val="FFFFFF">
                      <a:alpha val="1200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201" name="Freeform 6"/>
              <p:cNvSpPr/>
              <p:nvPr/>
            </p:nvSpPr>
            <p:spPr>
              <a:xfrm>
                <a:off x="11208600" y="5992920"/>
                <a:ext cx="219600" cy="331200"/>
              </a:xfrm>
              <a:custGeom>
                <a:avLst/>
                <a:gdLst>
                  <a:gd name="textAreaLeft" fmla="*/ 0 w 219600"/>
                  <a:gd name="textAreaRight" fmla="*/ 220680 w 219600"/>
                  <a:gd name="textAreaTop" fmla="*/ 0 h 331200"/>
                  <a:gd name="textAreaBottom" fmla="*/ 332280 h 33120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FFF6">
                      <a:alpha val="4000"/>
                    </a:srgbClr>
                  </a:gs>
                  <a:gs pos="100000">
                    <a:srgbClr val="FFFFFF">
                      <a:alpha val="1200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202" name="组合 81"/>
              <p:cNvGrpSpPr/>
              <p:nvPr/>
            </p:nvGrpSpPr>
            <p:grpSpPr>
              <a:xfrm>
                <a:off x="9713880" y="5897160"/>
                <a:ext cx="391320" cy="485640"/>
                <a:chOff x="9713880" y="5897160"/>
                <a:chExt cx="391320" cy="485640"/>
              </a:xfrm>
            </p:grpSpPr>
            <p:sp>
              <p:nvSpPr>
                <p:cNvPr id="203" name="Freeform 7"/>
                <p:cNvSpPr/>
                <p:nvPr/>
              </p:nvSpPr>
              <p:spPr>
                <a:xfrm>
                  <a:off x="9713880" y="5897160"/>
                  <a:ext cx="391320" cy="318600"/>
                </a:xfrm>
                <a:custGeom>
                  <a:avLst/>
                  <a:gdLst>
                    <a:gd name="textAreaLeft" fmla="*/ 0 w 391320"/>
                    <a:gd name="textAreaRight" fmla="*/ 392400 w 391320"/>
                    <a:gd name="textAreaTop" fmla="*/ 0 h 318600"/>
                    <a:gd name="textAreaBottom" fmla="*/ 319680 h 31860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04" name="Freeform 8"/>
                <p:cNvSpPr/>
                <p:nvPr/>
              </p:nvSpPr>
              <p:spPr>
                <a:xfrm>
                  <a:off x="9797040" y="6091560"/>
                  <a:ext cx="243360" cy="291240"/>
                </a:xfrm>
                <a:custGeom>
                  <a:avLst/>
                  <a:gdLst>
                    <a:gd name="textAreaLeft" fmla="*/ 0 w 243360"/>
                    <a:gd name="textAreaRight" fmla="*/ 244440 w 243360"/>
                    <a:gd name="textAreaTop" fmla="*/ 0 h 291240"/>
                    <a:gd name="textAreaBottom" fmla="*/ 292320 h 29124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205" name="组合 82"/>
              <p:cNvGrpSpPr/>
              <p:nvPr/>
            </p:nvGrpSpPr>
            <p:grpSpPr>
              <a:xfrm>
                <a:off x="10260360" y="6030360"/>
                <a:ext cx="236520" cy="253080"/>
                <a:chOff x="10260360" y="6030360"/>
                <a:chExt cx="236520" cy="253080"/>
              </a:xfrm>
            </p:grpSpPr>
            <p:sp>
              <p:nvSpPr>
                <p:cNvPr id="206" name="Freeform 15"/>
                <p:cNvSpPr/>
                <p:nvPr/>
              </p:nvSpPr>
              <p:spPr>
                <a:xfrm>
                  <a:off x="10260360" y="6086880"/>
                  <a:ext cx="108360" cy="175320"/>
                </a:xfrm>
                <a:custGeom>
                  <a:avLst/>
                  <a:gdLst>
                    <a:gd name="textAreaLeft" fmla="*/ 0 w 108360"/>
                    <a:gd name="textAreaRight" fmla="*/ 109440 w 108360"/>
                    <a:gd name="textAreaTop" fmla="*/ 0 h 175320"/>
                    <a:gd name="textAreaBottom" fmla="*/ 176400 h 1753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4360" tIns="45000" rIns="543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07" name="Freeform 16"/>
                <p:cNvSpPr/>
                <p:nvPr/>
              </p:nvSpPr>
              <p:spPr>
                <a:xfrm>
                  <a:off x="10378440" y="6036120"/>
                  <a:ext cx="118440" cy="247320"/>
                </a:xfrm>
                <a:custGeom>
                  <a:avLst/>
                  <a:gdLst>
                    <a:gd name="textAreaLeft" fmla="*/ 0 w 118440"/>
                    <a:gd name="textAreaRight" fmla="*/ 119520 w 118440"/>
                    <a:gd name="textAreaTop" fmla="*/ 0 h 247320"/>
                    <a:gd name="textAreaBottom" fmla="*/ 248400 h 24732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9400" tIns="45000" rIns="594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08" name="Freeform 17"/>
                <p:cNvSpPr/>
                <p:nvPr/>
              </p:nvSpPr>
              <p:spPr>
                <a:xfrm>
                  <a:off x="10322640" y="6030360"/>
                  <a:ext cx="77400" cy="44640"/>
                </a:xfrm>
                <a:custGeom>
                  <a:avLst/>
                  <a:gdLst>
                    <a:gd name="textAreaLeft" fmla="*/ 0 w 77400"/>
                    <a:gd name="textAreaRight" fmla="*/ 78480 w 77400"/>
                    <a:gd name="textAreaTop" fmla="*/ 0 h 44640"/>
                    <a:gd name="textAreaBottom" fmla="*/ 45720 h 4464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8880" tIns="22680" rIns="38880" bIns="2268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209" name="组合 65"/>
            <p:cNvGrpSpPr/>
            <p:nvPr/>
          </p:nvGrpSpPr>
          <p:grpSpPr>
            <a:xfrm>
              <a:off x="7387920" y="5891400"/>
              <a:ext cx="1792440" cy="496080"/>
              <a:chOff x="7387920" y="5891400"/>
              <a:chExt cx="1792440" cy="496080"/>
            </a:xfrm>
          </p:grpSpPr>
          <p:grpSp>
            <p:nvGrpSpPr>
              <p:cNvPr id="210" name="组合 66"/>
              <p:cNvGrpSpPr/>
              <p:nvPr/>
            </p:nvGrpSpPr>
            <p:grpSpPr>
              <a:xfrm>
                <a:off x="8340840" y="5972400"/>
                <a:ext cx="345960" cy="363960"/>
                <a:chOff x="8340840" y="5972400"/>
                <a:chExt cx="345960" cy="363960"/>
              </a:xfrm>
            </p:grpSpPr>
            <p:sp>
              <p:nvSpPr>
                <p:cNvPr id="211" name="Freeform 9"/>
                <p:cNvSpPr/>
                <p:nvPr/>
              </p:nvSpPr>
              <p:spPr>
                <a:xfrm>
                  <a:off x="8340840" y="5999760"/>
                  <a:ext cx="179640" cy="306000"/>
                </a:xfrm>
                <a:custGeom>
                  <a:avLst/>
                  <a:gdLst>
                    <a:gd name="textAreaLeft" fmla="*/ 0 w 179640"/>
                    <a:gd name="textAreaRight" fmla="*/ 180720 w 179640"/>
                    <a:gd name="textAreaTop" fmla="*/ 0 h 306000"/>
                    <a:gd name="textAreaBottom" fmla="*/ 307080 h 3060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12" name="Freeform 10"/>
                <p:cNvSpPr/>
                <p:nvPr/>
              </p:nvSpPr>
              <p:spPr>
                <a:xfrm>
                  <a:off x="8518320" y="5972400"/>
                  <a:ext cx="168480" cy="363960"/>
                </a:xfrm>
                <a:custGeom>
                  <a:avLst/>
                  <a:gdLst>
                    <a:gd name="textAreaLeft" fmla="*/ 0 w 168480"/>
                    <a:gd name="textAreaRight" fmla="*/ 169560 w 168480"/>
                    <a:gd name="textAreaTop" fmla="*/ 0 h 363960"/>
                    <a:gd name="textAreaBottom" fmla="*/ 365040 h 36396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84240" tIns="45000" rIns="842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213" name="组合 67"/>
              <p:cNvGrpSpPr/>
              <p:nvPr/>
            </p:nvGrpSpPr>
            <p:grpSpPr>
              <a:xfrm>
                <a:off x="7387920" y="5891400"/>
                <a:ext cx="392400" cy="496080"/>
                <a:chOff x="7387920" y="5891400"/>
                <a:chExt cx="392400" cy="496080"/>
              </a:xfrm>
            </p:grpSpPr>
            <p:sp>
              <p:nvSpPr>
                <p:cNvPr id="214" name="Freeform 13"/>
                <p:cNvSpPr/>
                <p:nvPr/>
              </p:nvSpPr>
              <p:spPr>
                <a:xfrm>
                  <a:off x="7387920" y="5891400"/>
                  <a:ext cx="392400" cy="468720"/>
                </a:xfrm>
                <a:custGeom>
                  <a:avLst/>
                  <a:gdLst>
                    <a:gd name="textAreaLeft" fmla="*/ 0 w 392400"/>
                    <a:gd name="textAreaRight" fmla="*/ 393480 w 392400"/>
                    <a:gd name="textAreaTop" fmla="*/ 0 h 468720"/>
                    <a:gd name="textAreaBottom" fmla="*/ 469800 h 46872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15" name="Freeform 14"/>
                <p:cNvSpPr/>
                <p:nvPr/>
              </p:nvSpPr>
              <p:spPr>
                <a:xfrm>
                  <a:off x="7495920" y="6257880"/>
                  <a:ext cx="47880" cy="12960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129600"/>
                    <a:gd name="textAreaBottom" fmla="*/ 130680 h 1296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120" tIns="45000" rIns="241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216" name="组合 68"/>
              <p:cNvGrpSpPr/>
              <p:nvPr/>
            </p:nvGrpSpPr>
            <p:grpSpPr>
              <a:xfrm>
                <a:off x="7921080" y="6033600"/>
                <a:ext cx="262800" cy="226440"/>
                <a:chOff x="7921080" y="6033600"/>
                <a:chExt cx="262800" cy="226440"/>
              </a:xfrm>
            </p:grpSpPr>
            <p:sp>
              <p:nvSpPr>
                <p:cNvPr id="217" name="Freeform 18"/>
                <p:cNvSpPr/>
                <p:nvPr/>
              </p:nvSpPr>
              <p:spPr>
                <a:xfrm>
                  <a:off x="8009640" y="6033600"/>
                  <a:ext cx="174240" cy="226440"/>
                </a:xfrm>
                <a:custGeom>
                  <a:avLst/>
                  <a:gdLst>
                    <a:gd name="textAreaLeft" fmla="*/ 0 w 174240"/>
                    <a:gd name="textAreaRight" fmla="*/ 175320 w 174240"/>
                    <a:gd name="textAreaTop" fmla="*/ 0 h 226440"/>
                    <a:gd name="textAreaBottom" fmla="*/ 227520 h 22644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87120" tIns="45000" rIns="871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18" name="Freeform 19"/>
                <p:cNvSpPr/>
                <p:nvPr/>
              </p:nvSpPr>
              <p:spPr>
                <a:xfrm>
                  <a:off x="7921080" y="6090480"/>
                  <a:ext cx="87480" cy="167400"/>
                </a:xfrm>
                <a:custGeom>
                  <a:avLst/>
                  <a:gdLst>
                    <a:gd name="textAreaLeft" fmla="*/ 0 w 87480"/>
                    <a:gd name="textAreaRight" fmla="*/ 88560 w 87480"/>
                    <a:gd name="textAreaTop" fmla="*/ 0 h 167400"/>
                    <a:gd name="textAreaBottom" fmla="*/ 168480 h 16740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3920" tIns="45000" rIns="439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19" name="Freeform 20"/>
                <p:cNvSpPr/>
                <p:nvPr/>
              </p:nvSpPr>
              <p:spPr>
                <a:xfrm>
                  <a:off x="7973280" y="6035760"/>
                  <a:ext cx="80640" cy="51120"/>
                </a:xfrm>
                <a:custGeom>
                  <a:avLst/>
                  <a:gdLst>
                    <a:gd name="textAreaLeft" fmla="*/ 0 w 80640"/>
                    <a:gd name="textAreaRight" fmla="*/ 81720 w 80640"/>
                    <a:gd name="textAreaTop" fmla="*/ 0 h 51120"/>
                    <a:gd name="textAreaBottom" fmla="*/ 52200 h 5112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0320" tIns="25920" rIns="40320" bIns="2592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220" name="组合 69"/>
              <p:cNvGrpSpPr/>
              <p:nvPr/>
            </p:nvGrpSpPr>
            <p:grpSpPr>
              <a:xfrm>
                <a:off x="8878680" y="5992200"/>
                <a:ext cx="301680" cy="300600"/>
                <a:chOff x="8878680" y="5992200"/>
                <a:chExt cx="301680" cy="300600"/>
              </a:xfrm>
            </p:grpSpPr>
            <p:sp>
              <p:nvSpPr>
                <p:cNvPr id="221" name="Freeform 11"/>
                <p:cNvSpPr/>
                <p:nvPr/>
              </p:nvSpPr>
              <p:spPr>
                <a:xfrm>
                  <a:off x="8969760" y="5992200"/>
                  <a:ext cx="210600" cy="295200"/>
                </a:xfrm>
                <a:custGeom>
                  <a:avLst/>
                  <a:gdLst>
                    <a:gd name="textAreaLeft" fmla="*/ 0 w 210600"/>
                    <a:gd name="textAreaRight" fmla="*/ 211680 w 210600"/>
                    <a:gd name="textAreaTop" fmla="*/ 0 h 295200"/>
                    <a:gd name="textAreaBottom" fmla="*/ 296280 h 29520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22" name="Freeform 12"/>
                <p:cNvSpPr/>
                <p:nvPr/>
              </p:nvSpPr>
              <p:spPr>
                <a:xfrm>
                  <a:off x="8878680" y="6008400"/>
                  <a:ext cx="113040" cy="284400"/>
                </a:xfrm>
                <a:custGeom>
                  <a:avLst/>
                  <a:gdLst>
                    <a:gd name="textAreaLeft" fmla="*/ 0 w 113040"/>
                    <a:gd name="textAreaRight" fmla="*/ 114120 w 113040"/>
                    <a:gd name="textAreaTop" fmla="*/ 0 h 284400"/>
                    <a:gd name="textAreaBottom" fmla="*/ 285480 h 28440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840" tIns="45000" rIns="518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4-首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图片 38"/>
          <p:cNvPicPr/>
          <p:nvPr/>
        </p:nvPicPr>
        <p:blipFill>
          <a:blip r:embed="rId2"/>
          <a:stretch/>
        </p:blipFill>
        <p:spPr>
          <a:xfrm>
            <a:off x="4768920" y="7560"/>
            <a:ext cx="7422120" cy="68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矩形 6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06C39"/>
              </a:gs>
              <a:gs pos="50000">
                <a:srgbClr val="006C39"/>
              </a:gs>
              <a:gs pos="100000">
                <a:srgbClr val="006C39">
                  <a:alpha val="0"/>
                </a:srgb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225" name="图片 39"/>
          <p:cNvPicPr/>
          <p:nvPr/>
        </p:nvPicPr>
        <p:blipFill>
          <a:blip r:embed="rId3"/>
          <a:stretch/>
        </p:blipFill>
        <p:spPr>
          <a:xfrm>
            <a:off x="540360" y="479520"/>
            <a:ext cx="2202120" cy="615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26" name="组合 40"/>
          <p:cNvGrpSpPr/>
          <p:nvPr/>
        </p:nvGrpSpPr>
        <p:grpSpPr>
          <a:xfrm>
            <a:off x="691920" y="5891400"/>
            <a:ext cx="4040280" cy="496080"/>
            <a:chOff x="691920" y="5891400"/>
            <a:chExt cx="4040280" cy="496080"/>
          </a:xfrm>
        </p:grpSpPr>
        <p:grpSp>
          <p:nvGrpSpPr>
            <p:cNvPr id="227" name="组合 41"/>
            <p:cNvGrpSpPr/>
            <p:nvPr/>
          </p:nvGrpSpPr>
          <p:grpSpPr>
            <a:xfrm>
              <a:off x="3017880" y="5897160"/>
              <a:ext cx="1714320" cy="485640"/>
              <a:chOff x="3017880" y="5897160"/>
              <a:chExt cx="1714320" cy="485640"/>
            </a:xfrm>
          </p:grpSpPr>
          <p:sp>
            <p:nvSpPr>
              <p:cNvPr id="228" name="Freeform 5"/>
              <p:cNvSpPr/>
              <p:nvPr/>
            </p:nvSpPr>
            <p:spPr>
              <a:xfrm>
                <a:off x="3965400" y="5928120"/>
                <a:ext cx="382320" cy="431280"/>
              </a:xfrm>
              <a:custGeom>
                <a:avLst/>
                <a:gdLst>
                  <a:gd name="textAreaLeft" fmla="*/ 0 w 382320"/>
                  <a:gd name="textAreaRight" fmla="*/ 383400 w 382320"/>
                  <a:gd name="textAreaTop" fmla="*/ 0 h 431280"/>
                  <a:gd name="textAreaBottom" fmla="*/ 432360 h 43128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FFF6">
                      <a:alpha val="4000"/>
                    </a:srgbClr>
                  </a:gs>
                  <a:gs pos="100000">
                    <a:srgbClr val="FFFFFF">
                      <a:alpha val="1200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229" name="Freeform 6"/>
              <p:cNvSpPr/>
              <p:nvPr/>
            </p:nvSpPr>
            <p:spPr>
              <a:xfrm>
                <a:off x="4512600" y="5983200"/>
                <a:ext cx="219600" cy="331200"/>
              </a:xfrm>
              <a:custGeom>
                <a:avLst/>
                <a:gdLst>
                  <a:gd name="textAreaLeft" fmla="*/ 0 w 219600"/>
                  <a:gd name="textAreaRight" fmla="*/ 220680 w 219600"/>
                  <a:gd name="textAreaTop" fmla="*/ 0 h 331200"/>
                  <a:gd name="textAreaBottom" fmla="*/ 332280 h 33120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FFF6">
                      <a:alpha val="4000"/>
                    </a:srgbClr>
                  </a:gs>
                  <a:gs pos="100000">
                    <a:srgbClr val="FFFFFF">
                      <a:alpha val="1200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230" name="组合 58"/>
              <p:cNvGrpSpPr/>
              <p:nvPr/>
            </p:nvGrpSpPr>
            <p:grpSpPr>
              <a:xfrm>
                <a:off x="3017880" y="5897160"/>
                <a:ext cx="391320" cy="485640"/>
                <a:chOff x="3017880" y="5897160"/>
                <a:chExt cx="391320" cy="485640"/>
              </a:xfrm>
            </p:grpSpPr>
            <p:sp>
              <p:nvSpPr>
                <p:cNvPr id="231" name="Freeform 7"/>
                <p:cNvSpPr/>
                <p:nvPr/>
              </p:nvSpPr>
              <p:spPr>
                <a:xfrm>
                  <a:off x="3017880" y="5897160"/>
                  <a:ext cx="391320" cy="318600"/>
                </a:xfrm>
                <a:custGeom>
                  <a:avLst/>
                  <a:gdLst>
                    <a:gd name="textAreaLeft" fmla="*/ 0 w 391320"/>
                    <a:gd name="textAreaRight" fmla="*/ 392400 w 391320"/>
                    <a:gd name="textAreaTop" fmla="*/ 0 h 318600"/>
                    <a:gd name="textAreaBottom" fmla="*/ 319680 h 31860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32" name="Freeform 8"/>
                <p:cNvSpPr/>
                <p:nvPr/>
              </p:nvSpPr>
              <p:spPr>
                <a:xfrm>
                  <a:off x="3101040" y="6091560"/>
                  <a:ext cx="243360" cy="291240"/>
                </a:xfrm>
                <a:custGeom>
                  <a:avLst/>
                  <a:gdLst>
                    <a:gd name="textAreaLeft" fmla="*/ 0 w 243360"/>
                    <a:gd name="textAreaRight" fmla="*/ 244440 w 243360"/>
                    <a:gd name="textAreaTop" fmla="*/ 0 h 291240"/>
                    <a:gd name="textAreaBottom" fmla="*/ 292320 h 29124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233" name="组合 59"/>
              <p:cNvGrpSpPr/>
              <p:nvPr/>
            </p:nvGrpSpPr>
            <p:grpSpPr>
              <a:xfrm>
                <a:off x="3564360" y="6030360"/>
                <a:ext cx="236160" cy="253080"/>
                <a:chOff x="3564360" y="6030360"/>
                <a:chExt cx="236160" cy="253080"/>
              </a:xfrm>
            </p:grpSpPr>
            <p:sp>
              <p:nvSpPr>
                <p:cNvPr id="234" name="Freeform 15"/>
                <p:cNvSpPr/>
                <p:nvPr/>
              </p:nvSpPr>
              <p:spPr>
                <a:xfrm>
                  <a:off x="3564360" y="6086880"/>
                  <a:ext cx="108360" cy="175320"/>
                </a:xfrm>
                <a:custGeom>
                  <a:avLst/>
                  <a:gdLst>
                    <a:gd name="textAreaLeft" fmla="*/ 0 w 108360"/>
                    <a:gd name="textAreaRight" fmla="*/ 109440 w 108360"/>
                    <a:gd name="textAreaTop" fmla="*/ 0 h 175320"/>
                    <a:gd name="textAreaBottom" fmla="*/ 176400 h 1753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4360" tIns="45000" rIns="543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35" name="Freeform 16"/>
                <p:cNvSpPr/>
                <p:nvPr/>
              </p:nvSpPr>
              <p:spPr>
                <a:xfrm>
                  <a:off x="3682080" y="6036120"/>
                  <a:ext cx="118440" cy="247320"/>
                </a:xfrm>
                <a:custGeom>
                  <a:avLst/>
                  <a:gdLst>
                    <a:gd name="textAreaLeft" fmla="*/ 0 w 118440"/>
                    <a:gd name="textAreaRight" fmla="*/ 119520 w 118440"/>
                    <a:gd name="textAreaTop" fmla="*/ 0 h 247320"/>
                    <a:gd name="textAreaBottom" fmla="*/ 248400 h 24732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9400" tIns="45000" rIns="594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36" name="Freeform 17"/>
                <p:cNvSpPr/>
                <p:nvPr/>
              </p:nvSpPr>
              <p:spPr>
                <a:xfrm>
                  <a:off x="3626280" y="6030360"/>
                  <a:ext cx="77400" cy="44640"/>
                </a:xfrm>
                <a:custGeom>
                  <a:avLst/>
                  <a:gdLst>
                    <a:gd name="textAreaLeft" fmla="*/ 0 w 77400"/>
                    <a:gd name="textAreaRight" fmla="*/ 78480 w 77400"/>
                    <a:gd name="textAreaTop" fmla="*/ 0 h 44640"/>
                    <a:gd name="textAreaBottom" fmla="*/ 45720 h 4464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8880" tIns="22680" rIns="38880" bIns="2268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237" name="组合 42"/>
            <p:cNvGrpSpPr/>
            <p:nvPr/>
          </p:nvGrpSpPr>
          <p:grpSpPr>
            <a:xfrm>
              <a:off x="691920" y="5891400"/>
              <a:ext cx="1792440" cy="496080"/>
              <a:chOff x="691920" y="5891400"/>
              <a:chExt cx="1792440" cy="496080"/>
            </a:xfrm>
          </p:grpSpPr>
          <p:grpSp>
            <p:nvGrpSpPr>
              <p:cNvPr id="238" name="组合 43"/>
              <p:cNvGrpSpPr/>
              <p:nvPr/>
            </p:nvGrpSpPr>
            <p:grpSpPr>
              <a:xfrm>
                <a:off x="1644840" y="5972400"/>
                <a:ext cx="345960" cy="363960"/>
                <a:chOff x="1644840" y="5972400"/>
                <a:chExt cx="345960" cy="363960"/>
              </a:xfrm>
            </p:grpSpPr>
            <p:sp>
              <p:nvSpPr>
                <p:cNvPr id="239" name="Freeform 9"/>
                <p:cNvSpPr/>
                <p:nvPr/>
              </p:nvSpPr>
              <p:spPr>
                <a:xfrm>
                  <a:off x="1644840" y="5999760"/>
                  <a:ext cx="179640" cy="306000"/>
                </a:xfrm>
                <a:custGeom>
                  <a:avLst/>
                  <a:gdLst>
                    <a:gd name="textAreaLeft" fmla="*/ 0 w 179640"/>
                    <a:gd name="textAreaRight" fmla="*/ 180720 w 179640"/>
                    <a:gd name="textAreaTop" fmla="*/ 0 h 306000"/>
                    <a:gd name="textAreaBottom" fmla="*/ 307080 h 3060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40" name="Freeform 10"/>
                <p:cNvSpPr/>
                <p:nvPr/>
              </p:nvSpPr>
              <p:spPr>
                <a:xfrm>
                  <a:off x="1822320" y="5972400"/>
                  <a:ext cx="168480" cy="363960"/>
                </a:xfrm>
                <a:custGeom>
                  <a:avLst/>
                  <a:gdLst>
                    <a:gd name="textAreaLeft" fmla="*/ 0 w 168480"/>
                    <a:gd name="textAreaRight" fmla="*/ 169560 w 168480"/>
                    <a:gd name="textAreaTop" fmla="*/ 0 h 363960"/>
                    <a:gd name="textAreaBottom" fmla="*/ 365040 h 36396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84240" tIns="45000" rIns="842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241" name="组合 44"/>
              <p:cNvGrpSpPr/>
              <p:nvPr/>
            </p:nvGrpSpPr>
            <p:grpSpPr>
              <a:xfrm>
                <a:off x="691920" y="5891400"/>
                <a:ext cx="392400" cy="496080"/>
                <a:chOff x="691920" y="5891400"/>
                <a:chExt cx="392400" cy="496080"/>
              </a:xfrm>
            </p:grpSpPr>
            <p:sp>
              <p:nvSpPr>
                <p:cNvPr id="242" name="Freeform 13"/>
                <p:cNvSpPr/>
                <p:nvPr/>
              </p:nvSpPr>
              <p:spPr>
                <a:xfrm>
                  <a:off x="691920" y="5891400"/>
                  <a:ext cx="392400" cy="468720"/>
                </a:xfrm>
                <a:custGeom>
                  <a:avLst/>
                  <a:gdLst>
                    <a:gd name="textAreaLeft" fmla="*/ 0 w 392400"/>
                    <a:gd name="textAreaRight" fmla="*/ 393480 w 392400"/>
                    <a:gd name="textAreaTop" fmla="*/ 0 h 468720"/>
                    <a:gd name="textAreaBottom" fmla="*/ 469800 h 46872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43" name="Freeform 14"/>
                <p:cNvSpPr/>
                <p:nvPr/>
              </p:nvSpPr>
              <p:spPr>
                <a:xfrm>
                  <a:off x="799920" y="6257880"/>
                  <a:ext cx="47880" cy="12960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129600"/>
                    <a:gd name="textAreaBottom" fmla="*/ 130680 h 1296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120" tIns="45000" rIns="241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244" name="组合 45"/>
              <p:cNvGrpSpPr/>
              <p:nvPr/>
            </p:nvGrpSpPr>
            <p:grpSpPr>
              <a:xfrm>
                <a:off x="1225080" y="6033600"/>
                <a:ext cx="262800" cy="226440"/>
                <a:chOff x="1225080" y="6033600"/>
                <a:chExt cx="262800" cy="226440"/>
              </a:xfrm>
            </p:grpSpPr>
            <p:sp>
              <p:nvSpPr>
                <p:cNvPr id="245" name="Freeform 18"/>
                <p:cNvSpPr/>
                <p:nvPr/>
              </p:nvSpPr>
              <p:spPr>
                <a:xfrm>
                  <a:off x="1313640" y="6033600"/>
                  <a:ext cx="174240" cy="226440"/>
                </a:xfrm>
                <a:custGeom>
                  <a:avLst/>
                  <a:gdLst>
                    <a:gd name="textAreaLeft" fmla="*/ 0 w 174240"/>
                    <a:gd name="textAreaRight" fmla="*/ 175320 w 174240"/>
                    <a:gd name="textAreaTop" fmla="*/ 0 h 226440"/>
                    <a:gd name="textAreaBottom" fmla="*/ 227520 h 22644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87120" tIns="45000" rIns="871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46" name="Freeform 19"/>
                <p:cNvSpPr/>
                <p:nvPr/>
              </p:nvSpPr>
              <p:spPr>
                <a:xfrm>
                  <a:off x="1225080" y="6090480"/>
                  <a:ext cx="87480" cy="167400"/>
                </a:xfrm>
                <a:custGeom>
                  <a:avLst/>
                  <a:gdLst>
                    <a:gd name="textAreaLeft" fmla="*/ 0 w 87480"/>
                    <a:gd name="textAreaRight" fmla="*/ 88560 w 87480"/>
                    <a:gd name="textAreaTop" fmla="*/ 0 h 167400"/>
                    <a:gd name="textAreaBottom" fmla="*/ 168480 h 16740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3920" tIns="45000" rIns="439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47" name="Freeform 20"/>
                <p:cNvSpPr/>
                <p:nvPr/>
              </p:nvSpPr>
              <p:spPr>
                <a:xfrm>
                  <a:off x="1277280" y="6035760"/>
                  <a:ext cx="80640" cy="51120"/>
                </a:xfrm>
                <a:custGeom>
                  <a:avLst/>
                  <a:gdLst>
                    <a:gd name="textAreaLeft" fmla="*/ 0 w 80640"/>
                    <a:gd name="textAreaRight" fmla="*/ 81720 w 80640"/>
                    <a:gd name="textAreaTop" fmla="*/ 0 h 51120"/>
                    <a:gd name="textAreaBottom" fmla="*/ 52200 h 5112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0320" tIns="25920" rIns="40320" bIns="2592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248" name="组合 46"/>
              <p:cNvGrpSpPr/>
              <p:nvPr/>
            </p:nvGrpSpPr>
            <p:grpSpPr>
              <a:xfrm>
                <a:off x="2182680" y="5992200"/>
                <a:ext cx="301680" cy="300600"/>
                <a:chOff x="2182680" y="5992200"/>
                <a:chExt cx="301680" cy="300600"/>
              </a:xfrm>
            </p:grpSpPr>
            <p:sp>
              <p:nvSpPr>
                <p:cNvPr id="249" name="Freeform 11"/>
                <p:cNvSpPr/>
                <p:nvPr/>
              </p:nvSpPr>
              <p:spPr>
                <a:xfrm>
                  <a:off x="2273760" y="5992200"/>
                  <a:ext cx="210600" cy="295200"/>
                </a:xfrm>
                <a:custGeom>
                  <a:avLst/>
                  <a:gdLst>
                    <a:gd name="textAreaLeft" fmla="*/ 0 w 210600"/>
                    <a:gd name="textAreaRight" fmla="*/ 211680 w 210600"/>
                    <a:gd name="textAreaTop" fmla="*/ 0 h 295200"/>
                    <a:gd name="textAreaBottom" fmla="*/ 296280 h 29520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50" name="Freeform 12"/>
                <p:cNvSpPr/>
                <p:nvPr/>
              </p:nvSpPr>
              <p:spPr>
                <a:xfrm>
                  <a:off x="2182680" y="6008400"/>
                  <a:ext cx="113040" cy="284400"/>
                </a:xfrm>
                <a:custGeom>
                  <a:avLst/>
                  <a:gdLst>
                    <a:gd name="textAreaLeft" fmla="*/ 0 w 113040"/>
                    <a:gd name="textAreaRight" fmla="*/ 114120 w 113040"/>
                    <a:gd name="textAreaTop" fmla="*/ 0 h 284400"/>
                    <a:gd name="textAreaBottom" fmla="*/ 285480 h 28440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840" tIns="45000" rIns="518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4-尾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图片 38"/>
          <p:cNvPicPr/>
          <p:nvPr/>
        </p:nvPicPr>
        <p:blipFill>
          <a:blip r:embed="rId2"/>
          <a:stretch/>
        </p:blipFill>
        <p:spPr>
          <a:xfrm>
            <a:off x="-10440" y="0"/>
            <a:ext cx="8335800" cy="685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矩形 6"/>
          <p:cNvSpPr/>
          <p:nvPr/>
        </p:nvSpPr>
        <p:spPr>
          <a:xfrm>
            <a:off x="-10440" y="0"/>
            <a:ext cx="12201480" cy="6856920"/>
          </a:xfrm>
          <a:prstGeom prst="rect">
            <a:avLst/>
          </a:prstGeom>
          <a:gradFill rotWithShape="0">
            <a:gsLst>
              <a:gs pos="0">
                <a:srgbClr val="006C39">
                  <a:alpha val="0"/>
                </a:srgbClr>
              </a:gs>
              <a:gs pos="50000">
                <a:srgbClr val="006C39"/>
              </a:gs>
              <a:gs pos="100000">
                <a:srgbClr val="006C39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253" name="图片 39"/>
          <p:cNvPicPr/>
          <p:nvPr/>
        </p:nvPicPr>
        <p:blipFill>
          <a:blip r:embed="rId3"/>
          <a:stretch/>
        </p:blipFill>
        <p:spPr>
          <a:xfrm>
            <a:off x="9403560" y="501120"/>
            <a:ext cx="2202120" cy="615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54" name="组合 40"/>
          <p:cNvGrpSpPr/>
          <p:nvPr/>
        </p:nvGrpSpPr>
        <p:grpSpPr>
          <a:xfrm>
            <a:off x="7387920" y="5891400"/>
            <a:ext cx="4040280" cy="496080"/>
            <a:chOff x="7387920" y="5891400"/>
            <a:chExt cx="4040280" cy="496080"/>
          </a:xfrm>
        </p:grpSpPr>
        <p:grpSp>
          <p:nvGrpSpPr>
            <p:cNvPr id="255" name="组合 41"/>
            <p:cNvGrpSpPr/>
            <p:nvPr/>
          </p:nvGrpSpPr>
          <p:grpSpPr>
            <a:xfrm>
              <a:off x="9713880" y="5897160"/>
              <a:ext cx="1714320" cy="485640"/>
              <a:chOff x="9713880" y="5897160"/>
              <a:chExt cx="1714320" cy="485640"/>
            </a:xfrm>
          </p:grpSpPr>
          <p:sp>
            <p:nvSpPr>
              <p:cNvPr id="256" name="Freeform 5"/>
              <p:cNvSpPr/>
              <p:nvPr/>
            </p:nvSpPr>
            <p:spPr>
              <a:xfrm>
                <a:off x="10661760" y="5928120"/>
                <a:ext cx="382320" cy="431280"/>
              </a:xfrm>
              <a:custGeom>
                <a:avLst/>
                <a:gdLst>
                  <a:gd name="textAreaLeft" fmla="*/ 0 w 382320"/>
                  <a:gd name="textAreaRight" fmla="*/ 383400 w 382320"/>
                  <a:gd name="textAreaTop" fmla="*/ 0 h 431280"/>
                  <a:gd name="textAreaBottom" fmla="*/ 432360 h 43128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FFF6">
                      <a:alpha val="4000"/>
                    </a:srgbClr>
                  </a:gs>
                  <a:gs pos="100000">
                    <a:srgbClr val="FFFFFF">
                      <a:alpha val="1200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257" name="Freeform 6"/>
              <p:cNvSpPr/>
              <p:nvPr/>
            </p:nvSpPr>
            <p:spPr>
              <a:xfrm>
                <a:off x="11208600" y="5983200"/>
                <a:ext cx="219600" cy="331200"/>
              </a:xfrm>
              <a:custGeom>
                <a:avLst/>
                <a:gdLst>
                  <a:gd name="textAreaLeft" fmla="*/ 0 w 219600"/>
                  <a:gd name="textAreaRight" fmla="*/ 220680 w 219600"/>
                  <a:gd name="textAreaTop" fmla="*/ 0 h 331200"/>
                  <a:gd name="textAreaBottom" fmla="*/ 332280 h 33120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FFF6">
                      <a:alpha val="4000"/>
                    </a:srgbClr>
                  </a:gs>
                  <a:gs pos="100000">
                    <a:srgbClr val="FFFFFF">
                      <a:alpha val="1200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258" name="组合 58"/>
              <p:cNvGrpSpPr/>
              <p:nvPr/>
            </p:nvGrpSpPr>
            <p:grpSpPr>
              <a:xfrm>
                <a:off x="9713880" y="5897160"/>
                <a:ext cx="391320" cy="485640"/>
                <a:chOff x="9713880" y="5897160"/>
                <a:chExt cx="391320" cy="485640"/>
              </a:xfrm>
            </p:grpSpPr>
            <p:sp>
              <p:nvSpPr>
                <p:cNvPr id="259" name="Freeform 7"/>
                <p:cNvSpPr/>
                <p:nvPr/>
              </p:nvSpPr>
              <p:spPr>
                <a:xfrm>
                  <a:off x="9713880" y="5897160"/>
                  <a:ext cx="391320" cy="318600"/>
                </a:xfrm>
                <a:custGeom>
                  <a:avLst/>
                  <a:gdLst>
                    <a:gd name="textAreaLeft" fmla="*/ 0 w 391320"/>
                    <a:gd name="textAreaRight" fmla="*/ 392400 w 391320"/>
                    <a:gd name="textAreaTop" fmla="*/ 0 h 318600"/>
                    <a:gd name="textAreaBottom" fmla="*/ 319680 h 31860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60" name="Freeform 8"/>
                <p:cNvSpPr/>
                <p:nvPr/>
              </p:nvSpPr>
              <p:spPr>
                <a:xfrm>
                  <a:off x="9797040" y="6091560"/>
                  <a:ext cx="243360" cy="291240"/>
                </a:xfrm>
                <a:custGeom>
                  <a:avLst/>
                  <a:gdLst>
                    <a:gd name="textAreaLeft" fmla="*/ 0 w 243360"/>
                    <a:gd name="textAreaRight" fmla="*/ 244440 w 243360"/>
                    <a:gd name="textAreaTop" fmla="*/ 0 h 291240"/>
                    <a:gd name="textAreaBottom" fmla="*/ 292320 h 29124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261" name="组合 59"/>
              <p:cNvGrpSpPr/>
              <p:nvPr/>
            </p:nvGrpSpPr>
            <p:grpSpPr>
              <a:xfrm>
                <a:off x="10260360" y="6030360"/>
                <a:ext cx="236520" cy="253080"/>
                <a:chOff x="10260360" y="6030360"/>
                <a:chExt cx="236520" cy="253080"/>
              </a:xfrm>
            </p:grpSpPr>
            <p:sp>
              <p:nvSpPr>
                <p:cNvPr id="262" name="Freeform 15"/>
                <p:cNvSpPr/>
                <p:nvPr/>
              </p:nvSpPr>
              <p:spPr>
                <a:xfrm>
                  <a:off x="10260360" y="6086880"/>
                  <a:ext cx="108360" cy="175320"/>
                </a:xfrm>
                <a:custGeom>
                  <a:avLst/>
                  <a:gdLst>
                    <a:gd name="textAreaLeft" fmla="*/ 0 w 108360"/>
                    <a:gd name="textAreaRight" fmla="*/ 109440 w 108360"/>
                    <a:gd name="textAreaTop" fmla="*/ 0 h 175320"/>
                    <a:gd name="textAreaBottom" fmla="*/ 176400 h 1753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4360" tIns="45000" rIns="543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63" name="Freeform 16"/>
                <p:cNvSpPr/>
                <p:nvPr/>
              </p:nvSpPr>
              <p:spPr>
                <a:xfrm>
                  <a:off x="10378440" y="6036120"/>
                  <a:ext cx="118440" cy="247320"/>
                </a:xfrm>
                <a:custGeom>
                  <a:avLst/>
                  <a:gdLst>
                    <a:gd name="textAreaLeft" fmla="*/ 0 w 118440"/>
                    <a:gd name="textAreaRight" fmla="*/ 119520 w 118440"/>
                    <a:gd name="textAreaTop" fmla="*/ 0 h 247320"/>
                    <a:gd name="textAreaBottom" fmla="*/ 248400 h 24732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9400" tIns="45000" rIns="594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64" name="Freeform 17"/>
                <p:cNvSpPr/>
                <p:nvPr/>
              </p:nvSpPr>
              <p:spPr>
                <a:xfrm>
                  <a:off x="10322640" y="6030360"/>
                  <a:ext cx="77400" cy="44640"/>
                </a:xfrm>
                <a:custGeom>
                  <a:avLst/>
                  <a:gdLst>
                    <a:gd name="textAreaLeft" fmla="*/ 0 w 77400"/>
                    <a:gd name="textAreaRight" fmla="*/ 78480 w 77400"/>
                    <a:gd name="textAreaTop" fmla="*/ 0 h 44640"/>
                    <a:gd name="textAreaBottom" fmla="*/ 45720 h 4464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8880" tIns="22680" rIns="38880" bIns="2268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265" name="组合 42"/>
            <p:cNvGrpSpPr/>
            <p:nvPr/>
          </p:nvGrpSpPr>
          <p:grpSpPr>
            <a:xfrm>
              <a:off x="7387920" y="5891400"/>
              <a:ext cx="1792440" cy="496080"/>
              <a:chOff x="7387920" y="5891400"/>
              <a:chExt cx="1792440" cy="496080"/>
            </a:xfrm>
          </p:grpSpPr>
          <p:grpSp>
            <p:nvGrpSpPr>
              <p:cNvPr id="266" name="组合 43"/>
              <p:cNvGrpSpPr/>
              <p:nvPr/>
            </p:nvGrpSpPr>
            <p:grpSpPr>
              <a:xfrm>
                <a:off x="8340840" y="5972400"/>
                <a:ext cx="345960" cy="363960"/>
                <a:chOff x="8340840" y="5972400"/>
                <a:chExt cx="345960" cy="363960"/>
              </a:xfrm>
            </p:grpSpPr>
            <p:sp>
              <p:nvSpPr>
                <p:cNvPr id="267" name="Freeform 9"/>
                <p:cNvSpPr/>
                <p:nvPr/>
              </p:nvSpPr>
              <p:spPr>
                <a:xfrm>
                  <a:off x="8340840" y="5999760"/>
                  <a:ext cx="179640" cy="306000"/>
                </a:xfrm>
                <a:custGeom>
                  <a:avLst/>
                  <a:gdLst>
                    <a:gd name="textAreaLeft" fmla="*/ 0 w 179640"/>
                    <a:gd name="textAreaRight" fmla="*/ 180720 w 179640"/>
                    <a:gd name="textAreaTop" fmla="*/ 0 h 306000"/>
                    <a:gd name="textAreaBottom" fmla="*/ 307080 h 3060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68" name="Freeform 10"/>
                <p:cNvSpPr/>
                <p:nvPr/>
              </p:nvSpPr>
              <p:spPr>
                <a:xfrm>
                  <a:off x="8518320" y="5972400"/>
                  <a:ext cx="168480" cy="363960"/>
                </a:xfrm>
                <a:custGeom>
                  <a:avLst/>
                  <a:gdLst>
                    <a:gd name="textAreaLeft" fmla="*/ 0 w 168480"/>
                    <a:gd name="textAreaRight" fmla="*/ 169560 w 168480"/>
                    <a:gd name="textAreaTop" fmla="*/ 0 h 363960"/>
                    <a:gd name="textAreaBottom" fmla="*/ 365040 h 36396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84240" tIns="45000" rIns="842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269" name="组合 44"/>
              <p:cNvGrpSpPr/>
              <p:nvPr/>
            </p:nvGrpSpPr>
            <p:grpSpPr>
              <a:xfrm>
                <a:off x="7387920" y="5891400"/>
                <a:ext cx="392400" cy="496080"/>
                <a:chOff x="7387920" y="5891400"/>
                <a:chExt cx="392400" cy="496080"/>
              </a:xfrm>
            </p:grpSpPr>
            <p:sp>
              <p:nvSpPr>
                <p:cNvPr id="270" name="Freeform 13"/>
                <p:cNvSpPr/>
                <p:nvPr/>
              </p:nvSpPr>
              <p:spPr>
                <a:xfrm>
                  <a:off x="7387920" y="5891400"/>
                  <a:ext cx="392400" cy="468720"/>
                </a:xfrm>
                <a:custGeom>
                  <a:avLst/>
                  <a:gdLst>
                    <a:gd name="textAreaLeft" fmla="*/ 0 w 392400"/>
                    <a:gd name="textAreaRight" fmla="*/ 393480 w 392400"/>
                    <a:gd name="textAreaTop" fmla="*/ 0 h 468720"/>
                    <a:gd name="textAreaBottom" fmla="*/ 469800 h 46872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71" name="Freeform 14"/>
                <p:cNvSpPr/>
                <p:nvPr/>
              </p:nvSpPr>
              <p:spPr>
                <a:xfrm>
                  <a:off x="7495920" y="6257880"/>
                  <a:ext cx="47880" cy="12960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129600"/>
                    <a:gd name="textAreaBottom" fmla="*/ 130680 h 1296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120" tIns="45000" rIns="241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272" name="组合 45"/>
              <p:cNvGrpSpPr/>
              <p:nvPr/>
            </p:nvGrpSpPr>
            <p:grpSpPr>
              <a:xfrm>
                <a:off x="7921080" y="6033600"/>
                <a:ext cx="262800" cy="226440"/>
                <a:chOff x="7921080" y="6033600"/>
                <a:chExt cx="262800" cy="226440"/>
              </a:xfrm>
            </p:grpSpPr>
            <p:sp>
              <p:nvSpPr>
                <p:cNvPr id="273" name="Freeform 18"/>
                <p:cNvSpPr/>
                <p:nvPr/>
              </p:nvSpPr>
              <p:spPr>
                <a:xfrm>
                  <a:off x="8009640" y="6033600"/>
                  <a:ext cx="174240" cy="226440"/>
                </a:xfrm>
                <a:custGeom>
                  <a:avLst/>
                  <a:gdLst>
                    <a:gd name="textAreaLeft" fmla="*/ 0 w 174240"/>
                    <a:gd name="textAreaRight" fmla="*/ 175320 w 174240"/>
                    <a:gd name="textAreaTop" fmla="*/ 0 h 226440"/>
                    <a:gd name="textAreaBottom" fmla="*/ 227520 h 22644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87120" tIns="45000" rIns="871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74" name="Freeform 19"/>
                <p:cNvSpPr/>
                <p:nvPr/>
              </p:nvSpPr>
              <p:spPr>
                <a:xfrm>
                  <a:off x="7921080" y="6090480"/>
                  <a:ext cx="87480" cy="167400"/>
                </a:xfrm>
                <a:custGeom>
                  <a:avLst/>
                  <a:gdLst>
                    <a:gd name="textAreaLeft" fmla="*/ 0 w 87480"/>
                    <a:gd name="textAreaRight" fmla="*/ 88560 w 87480"/>
                    <a:gd name="textAreaTop" fmla="*/ 0 h 167400"/>
                    <a:gd name="textAreaBottom" fmla="*/ 168480 h 16740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3920" tIns="45000" rIns="439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75" name="Freeform 20"/>
                <p:cNvSpPr/>
                <p:nvPr/>
              </p:nvSpPr>
              <p:spPr>
                <a:xfrm>
                  <a:off x="7973280" y="6035760"/>
                  <a:ext cx="80640" cy="51120"/>
                </a:xfrm>
                <a:custGeom>
                  <a:avLst/>
                  <a:gdLst>
                    <a:gd name="textAreaLeft" fmla="*/ 0 w 80640"/>
                    <a:gd name="textAreaRight" fmla="*/ 81720 w 80640"/>
                    <a:gd name="textAreaTop" fmla="*/ 0 h 51120"/>
                    <a:gd name="textAreaBottom" fmla="*/ 52200 h 5112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0320" tIns="25920" rIns="40320" bIns="2592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276" name="组合 46"/>
              <p:cNvGrpSpPr/>
              <p:nvPr/>
            </p:nvGrpSpPr>
            <p:grpSpPr>
              <a:xfrm>
                <a:off x="8878680" y="5992200"/>
                <a:ext cx="301680" cy="300600"/>
                <a:chOff x="8878680" y="5992200"/>
                <a:chExt cx="301680" cy="300600"/>
              </a:xfrm>
            </p:grpSpPr>
            <p:sp>
              <p:nvSpPr>
                <p:cNvPr id="277" name="Freeform 11"/>
                <p:cNvSpPr/>
                <p:nvPr/>
              </p:nvSpPr>
              <p:spPr>
                <a:xfrm>
                  <a:off x="8969760" y="5992200"/>
                  <a:ext cx="210600" cy="295200"/>
                </a:xfrm>
                <a:custGeom>
                  <a:avLst/>
                  <a:gdLst>
                    <a:gd name="textAreaLeft" fmla="*/ 0 w 210600"/>
                    <a:gd name="textAreaRight" fmla="*/ 211680 w 210600"/>
                    <a:gd name="textAreaTop" fmla="*/ 0 h 295200"/>
                    <a:gd name="textAreaBottom" fmla="*/ 296280 h 29520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78" name="Freeform 12"/>
                <p:cNvSpPr/>
                <p:nvPr/>
              </p:nvSpPr>
              <p:spPr>
                <a:xfrm>
                  <a:off x="8878680" y="6008400"/>
                  <a:ext cx="113040" cy="284400"/>
                </a:xfrm>
                <a:custGeom>
                  <a:avLst/>
                  <a:gdLst>
                    <a:gd name="textAreaLeft" fmla="*/ 0 w 113040"/>
                    <a:gd name="textAreaRight" fmla="*/ 114120 w 113040"/>
                    <a:gd name="textAreaTop" fmla="*/ 0 h 284400"/>
                    <a:gd name="textAreaBottom" fmla="*/ 285480 h 28440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840" tIns="45000" rIns="518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5-首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图片 5"/>
          <p:cNvPicPr/>
          <p:nvPr/>
        </p:nvPicPr>
        <p:blipFill>
          <a:blip r:embed="rId2"/>
          <a:stretch/>
        </p:blipFill>
        <p:spPr>
          <a:xfrm>
            <a:off x="-6480" y="0"/>
            <a:ext cx="12197160" cy="502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矩形 6"/>
          <p:cNvSpPr/>
          <p:nvPr/>
        </p:nvSpPr>
        <p:spPr>
          <a:xfrm>
            <a:off x="-6480" y="0"/>
            <a:ext cx="12197160" cy="6856920"/>
          </a:xfrm>
          <a:prstGeom prst="rect">
            <a:avLst/>
          </a:prstGeom>
          <a:gradFill rotWithShape="0">
            <a:gsLst>
              <a:gs pos="0">
                <a:srgbClr val="006C39">
                  <a:alpha val="0"/>
                </a:srgbClr>
              </a:gs>
              <a:gs pos="66000">
                <a:srgbClr val="006C39"/>
              </a:gs>
              <a:gs pos="100000">
                <a:srgbClr val="006C39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cxnSp>
        <p:nvCxnSpPr>
          <p:cNvPr id="281" name="直接连接符 8"/>
          <p:cNvCxnSpPr/>
          <p:nvPr/>
        </p:nvCxnSpPr>
        <p:spPr>
          <a:xfrm>
            <a:off x="660240" y="4550400"/>
            <a:ext cx="10859400" cy="1080"/>
          </a:xfrm>
          <a:prstGeom prst="straightConnector1">
            <a:avLst/>
          </a:prstGeom>
          <a:ln w="9525">
            <a:solidFill>
              <a:srgbClr val="F3F8FF">
                <a:alpha val="77000"/>
              </a:srgbClr>
            </a:solidFill>
            <a:round/>
          </a:ln>
        </p:spPr>
      </p:cxnSp>
      <p:pic>
        <p:nvPicPr>
          <p:cNvPr id="282" name="图片 9"/>
          <p:cNvPicPr/>
          <p:nvPr/>
        </p:nvPicPr>
        <p:blipFill>
          <a:blip r:embed="rId3"/>
          <a:stretch/>
        </p:blipFill>
        <p:spPr>
          <a:xfrm>
            <a:off x="7223400" y="2402640"/>
            <a:ext cx="4784040" cy="4773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3" name="图片 10"/>
          <p:cNvPicPr/>
          <p:nvPr/>
        </p:nvPicPr>
        <p:blipFill>
          <a:blip r:embed="rId4"/>
          <a:srcRect l="6608" t="0" r="0" b="12297"/>
          <a:stretch/>
        </p:blipFill>
        <p:spPr>
          <a:xfrm>
            <a:off x="14760" y="5340600"/>
            <a:ext cx="6017040" cy="151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4" name="图片 11"/>
          <p:cNvPicPr/>
          <p:nvPr/>
        </p:nvPicPr>
        <p:blipFill>
          <a:blip r:embed="rId5"/>
          <a:srcRect l="6608" t="0" r="0" b="12297"/>
          <a:stretch/>
        </p:blipFill>
        <p:spPr>
          <a:xfrm flipH="1">
            <a:off x="6156000" y="5340600"/>
            <a:ext cx="6017040" cy="151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5" name="图片 17"/>
          <p:cNvPicPr/>
          <p:nvPr/>
        </p:nvPicPr>
        <p:blipFill>
          <a:blip r:embed="rId6"/>
          <a:stretch/>
        </p:blipFill>
        <p:spPr>
          <a:xfrm>
            <a:off x="5018040" y="2568960"/>
            <a:ext cx="2142360" cy="5986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5-尾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图片 5"/>
          <p:cNvPicPr/>
          <p:nvPr/>
        </p:nvPicPr>
        <p:blipFill>
          <a:blip r:embed="rId2"/>
          <a:stretch/>
        </p:blipFill>
        <p:spPr>
          <a:xfrm>
            <a:off x="0" y="0"/>
            <a:ext cx="12191040" cy="59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7" name="矩形 6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FFFFFF">
                  <a:alpha val="30000"/>
                </a:srgbClr>
              </a:gs>
              <a:gs pos="60000">
                <a:srgbClr val="006C39"/>
              </a:gs>
              <a:gs pos="100000">
                <a:srgbClr val="006C39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cxnSp>
        <p:nvCxnSpPr>
          <p:cNvPr id="288" name="直接连接符 8"/>
          <p:cNvCxnSpPr/>
          <p:nvPr/>
        </p:nvCxnSpPr>
        <p:spPr>
          <a:xfrm>
            <a:off x="660240" y="4626000"/>
            <a:ext cx="10859400" cy="1080"/>
          </a:xfrm>
          <a:prstGeom prst="straightConnector1">
            <a:avLst/>
          </a:prstGeom>
          <a:ln w="9525">
            <a:solidFill>
              <a:srgbClr val="F3F8FF">
                <a:alpha val="77000"/>
              </a:srgbClr>
            </a:solidFill>
            <a:round/>
          </a:ln>
        </p:spPr>
      </p:cxnSp>
      <p:pic>
        <p:nvPicPr>
          <p:cNvPr id="289" name="图片 13"/>
          <p:cNvPicPr/>
          <p:nvPr/>
        </p:nvPicPr>
        <p:blipFill>
          <a:blip r:embed="rId3"/>
          <a:srcRect l="6608" t="0" r="0" b="12297"/>
          <a:stretch/>
        </p:blipFill>
        <p:spPr>
          <a:xfrm flipH="1" rot="10800000">
            <a:off x="14760" y="-14400"/>
            <a:ext cx="6017040" cy="151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0" name="图片 14"/>
          <p:cNvPicPr/>
          <p:nvPr/>
        </p:nvPicPr>
        <p:blipFill>
          <a:blip r:embed="rId4"/>
          <a:srcRect l="6608" t="0" r="0" b="12297"/>
          <a:stretch/>
        </p:blipFill>
        <p:spPr>
          <a:xfrm rot="10800000">
            <a:off x="6156000" y="-14400"/>
            <a:ext cx="6017040" cy="151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1" name="图片 15"/>
          <p:cNvPicPr/>
          <p:nvPr/>
        </p:nvPicPr>
        <p:blipFill>
          <a:blip r:embed="rId5"/>
          <a:stretch/>
        </p:blipFill>
        <p:spPr>
          <a:xfrm>
            <a:off x="5018040" y="2577600"/>
            <a:ext cx="2142360" cy="5986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92" name="组合 65"/>
          <p:cNvGrpSpPr/>
          <p:nvPr/>
        </p:nvGrpSpPr>
        <p:grpSpPr>
          <a:xfrm>
            <a:off x="3040920" y="5672520"/>
            <a:ext cx="6135480" cy="753840"/>
            <a:chOff x="3040920" y="5672520"/>
            <a:chExt cx="6135480" cy="753840"/>
          </a:xfrm>
        </p:grpSpPr>
        <p:grpSp>
          <p:nvGrpSpPr>
            <p:cNvPr id="293" name="组合 66"/>
            <p:cNvGrpSpPr/>
            <p:nvPr/>
          </p:nvGrpSpPr>
          <p:grpSpPr>
            <a:xfrm>
              <a:off x="6572520" y="5681160"/>
              <a:ext cx="2603880" cy="738000"/>
              <a:chOff x="6572520" y="5681160"/>
              <a:chExt cx="2603880" cy="738000"/>
            </a:xfrm>
          </p:grpSpPr>
          <p:sp>
            <p:nvSpPr>
              <p:cNvPr id="294" name="Freeform 5"/>
              <p:cNvSpPr/>
              <p:nvPr/>
            </p:nvSpPr>
            <p:spPr>
              <a:xfrm>
                <a:off x="8011440" y="5727960"/>
                <a:ext cx="581040" cy="655200"/>
              </a:xfrm>
              <a:custGeom>
                <a:avLst/>
                <a:gdLst>
                  <a:gd name="textAreaLeft" fmla="*/ 0 w 581040"/>
                  <a:gd name="textAreaRight" fmla="*/ 582120 w 581040"/>
                  <a:gd name="textAreaTop" fmla="*/ 0 h 655200"/>
                  <a:gd name="textAreaBottom" fmla="*/ 656280 h 65520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FFF6">
                      <a:alpha val="4000"/>
                    </a:srgbClr>
                  </a:gs>
                  <a:gs pos="100000">
                    <a:srgbClr val="FFFFFF">
                      <a:alpha val="1200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295" name="Freeform 6"/>
              <p:cNvSpPr/>
              <p:nvPr/>
            </p:nvSpPr>
            <p:spPr>
              <a:xfrm>
                <a:off x="8842320" y="5850720"/>
                <a:ext cx="334080" cy="503280"/>
              </a:xfrm>
              <a:custGeom>
                <a:avLst/>
                <a:gdLst>
                  <a:gd name="textAreaLeft" fmla="*/ 0 w 334080"/>
                  <a:gd name="textAreaRight" fmla="*/ 335160 w 334080"/>
                  <a:gd name="textAreaTop" fmla="*/ 0 h 503280"/>
                  <a:gd name="textAreaBottom" fmla="*/ 504360 h 5032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FFF6">
                      <a:alpha val="4000"/>
                    </a:srgbClr>
                  </a:gs>
                  <a:gs pos="100000">
                    <a:srgbClr val="FFFFFF">
                      <a:alpha val="1200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296" name="组合 83"/>
              <p:cNvGrpSpPr/>
              <p:nvPr/>
            </p:nvGrpSpPr>
            <p:grpSpPr>
              <a:xfrm>
                <a:off x="6572520" y="5681160"/>
                <a:ext cx="594720" cy="738000"/>
                <a:chOff x="6572520" y="5681160"/>
                <a:chExt cx="594720" cy="738000"/>
              </a:xfrm>
            </p:grpSpPr>
            <p:sp>
              <p:nvSpPr>
                <p:cNvPr id="297" name="Freeform 7"/>
                <p:cNvSpPr/>
                <p:nvPr/>
              </p:nvSpPr>
              <p:spPr>
                <a:xfrm>
                  <a:off x="6572520" y="5681160"/>
                  <a:ext cx="594720" cy="484200"/>
                </a:xfrm>
                <a:custGeom>
                  <a:avLst/>
                  <a:gdLst>
                    <a:gd name="textAreaLeft" fmla="*/ 0 w 594720"/>
                    <a:gd name="textAreaRight" fmla="*/ 595800 w 594720"/>
                    <a:gd name="textAreaTop" fmla="*/ 0 h 484200"/>
                    <a:gd name="textAreaBottom" fmla="*/ 485280 h 48420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298" name="Freeform 8"/>
                <p:cNvSpPr/>
                <p:nvPr/>
              </p:nvSpPr>
              <p:spPr>
                <a:xfrm>
                  <a:off x="6698520" y="5976360"/>
                  <a:ext cx="370080" cy="442800"/>
                </a:xfrm>
                <a:custGeom>
                  <a:avLst/>
                  <a:gdLst>
                    <a:gd name="textAreaLeft" fmla="*/ 0 w 370080"/>
                    <a:gd name="textAreaRight" fmla="*/ 371160 w 370080"/>
                    <a:gd name="textAreaTop" fmla="*/ 0 h 442800"/>
                    <a:gd name="textAreaBottom" fmla="*/ 443880 h 4428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299" name="组合 84"/>
              <p:cNvGrpSpPr/>
              <p:nvPr/>
            </p:nvGrpSpPr>
            <p:grpSpPr>
              <a:xfrm>
                <a:off x="7402320" y="5883120"/>
                <a:ext cx="359280" cy="385200"/>
                <a:chOff x="7402320" y="5883120"/>
                <a:chExt cx="359280" cy="385200"/>
              </a:xfrm>
            </p:grpSpPr>
            <p:sp>
              <p:nvSpPr>
                <p:cNvPr id="300" name="Freeform 15"/>
                <p:cNvSpPr/>
                <p:nvPr/>
              </p:nvSpPr>
              <p:spPr>
                <a:xfrm>
                  <a:off x="7402320" y="5969160"/>
                  <a:ext cx="165240" cy="266760"/>
                </a:xfrm>
                <a:custGeom>
                  <a:avLst/>
                  <a:gdLst>
                    <a:gd name="textAreaLeft" fmla="*/ 0 w 165240"/>
                    <a:gd name="textAreaRight" fmla="*/ 166320 w 165240"/>
                    <a:gd name="textAreaTop" fmla="*/ 0 h 266760"/>
                    <a:gd name="textAreaBottom" fmla="*/ 267840 h 26676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6320" tIns="45000" rIns="763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01" name="Freeform 16"/>
                <p:cNvSpPr/>
                <p:nvPr/>
              </p:nvSpPr>
              <p:spPr>
                <a:xfrm>
                  <a:off x="7581240" y="5892120"/>
                  <a:ext cx="180360" cy="376200"/>
                </a:xfrm>
                <a:custGeom>
                  <a:avLst/>
                  <a:gdLst>
                    <a:gd name="textAreaLeft" fmla="*/ 0 w 180360"/>
                    <a:gd name="textAreaRight" fmla="*/ 181440 w 180360"/>
                    <a:gd name="textAreaTop" fmla="*/ 0 h 376200"/>
                    <a:gd name="textAreaBottom" fmla="*/ 377280 h 376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83160" tIns="45000" rIns="831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02" name="Freeform 17"/>
                <p:cNvSpPr/>
                <p:nvPr/>
              </p:nvSpPr>
              <p:spPr>
                <a:xfrm>
                  <a:off x="7496640" y="5883120"/>
                  <a:ext cx="118440" cy="68400"/>
                </a:xfrm>
                <a:custGeom>
                  <a:avLst/>
                  <a:gdLst>
                    <a:gd name="textAreaLeft" fmla="*/ 0 w 118440"/>
                    <a:gd name="textAreaRight" fmla="*/ 119520 w 118440"/>
                    <a:gd name="textAreaTop" fmla="*/ 0 h 68400"/>
                    <a:gd name="textAreaBottom" fmla="*/ 69480 h 684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4720" tIns="34560" rIns="54720" bIns="3456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303" name="组合 67"/>
            <p:cNvGrpSpPr/>
            <p:nvPr/>
          </p:nvGrpSpPr>
          <p:grpSpPr>
            <a:xfrm>
              <a:off x="3040920" y="5672520"/>
              <a:ext cx="2721960" cy="753840"/>
              <a:chOff x="3040920" y="5672520"/>
              <a:chExt cx="2721960" cy="753840"/>
            </a:xfrm>
          </p:grpSpPr>
          <p:grpSp>
            <p:nvGrpSpPr>
              <p:cNvPr id="304" name="组合 68"/>
              <p:cNvGrpSpPr/>
              <p:nvPr/>
            </p:nvGrpSpPr>
            <p:grpSpPr>
              <a:xfrm>
                <a:off x="4487400" y="5795280"/>
                <a:ext cx="525960" cy="553320"/>
                <a:chOff x="4487400" y="5795280"/>
                <a:chExt cx="525960" cy="553320"/>
              </a:xfrm>
            </p:grpSpPr>
            <p:sp>
              <p:nvSpPr>
                <p:cNvPr id="305" name="Freeform 9"/>
                <p:cNvSpPr/>
                <p:nvPr/>
              </p:nvSpPr>
              <p:spPr>
                <a:xfrm>
                  <a:off x="4487400" y="5836680"/>
                  <a:ext cx="273600" cy="465120"/>
                </a:xfrm>
                <a:custGeom>
                  <a:avLst/>
                  <a:gdLst>
                    <a:gd name="textAreaLeft" fmla="*/ 0 w 273600"/>
                    <a:gd name="textAreaRight" fmla="*/ 274680 w 273600"/>
                    <a:gd name="textAreaTop" fmla="*/ 0 h 465120"/>
                    <a:gd name="textAreaBottom" fmla="*/ 466200 h 46512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06" name="Freeform 10"/>
                <p:cNvSpPr/>
                <p:nvPr/>
              </p:nvSpPr>
              <p:spPr>
                <a:xfrm>
                  <a:off x="4757040" y="5795280"/>
                  <a:ext cx="256320" cy="553320"/>
                </a:xfrm>
                <a:custGeom>
                  <a:avLst/>
                  <a:gdLst>
                    <a:gd name="textAreaLeft" fmla="*/ 0 w 256320"/>
                    <a:gd name="textAreaRight" fmla="*/ 257400 w 256320"/>
                    <a:gd name="textAreaTop" fmla="*/ 0 h 553320"/>
                    <a:gd name="textAreaBottom" fmla="*/ 554400 h 55332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307" name="组合 69"/>
              <p:cNvGrpSpPr/>
              <p:nvPr/>
            </p:nvGrpSpPr>
            <p:grpSpPr>
              <a:xfrm>
                <a:off x="3040920" y="5672520"/>
                <a:ext cx="596520" cy="753840"/>
                <a:chOff x="3040920" y="5672520"/>
                <a:chExt cx="596520" cy="753840"/>
              </a:xfrm>
            </p:grpSpPr>
            <p:sp>
              <p:nvSpPr>
                <p:cNvPr id="308" name="Freeform 13"/>
                <p:cNvSpPr/>
                <p:nvPr/>
              </p:nvSpPr>
              <p:spPr>
                <a:xfrm>
                  <a:off x="3040920" y="5672520"/>
                  <a:ext cx="596520" cy="712080"/>
                </a:xfrm>
                <a:custGeom>
                  <a:avLst/>
                  <a:gdLst>
                    <a:gd name="textAreaLeft" fmla="*/ 0 w 596520"/>
                    <a:gd name="textAreaRight" fmla="*/ 597600 w 596520"/>
                    <a:gd name="textAreaTop" fmla="*/ 0 h 712080"/>
                    <a:gd name="textAreaBottom" fmla="*/ 713160 h 7120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09" name="Freeform 14"/>
                <p:cNvSpPr/>
                <p:nvPr/>
              </p:nvSpPr>
              <p:spPr>
                <a:xfrm>
                  <a:off x="3205080" y="6228720"/>
                  <a:ext cx="73080" cy="197640"/>
                </a:xfrm>
                <a:custGeom>
                  <a:avLst/>
                  <a:gdLst>
                    <a:gd name="textAreaLeft" fmla="*/ 0 w 73080"/>
                    <a:gd name="textAreaRight" fmla="*/ 74160 w 73080"/>
                    <a:gd name="textAreaTop" fmla="*/ 0 h 197640"/>
                    <a:gd name="textAreaBottom" fmla="*/ 198720 h 19764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200" tIns="45000" rIns="342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310" name="组合 70"/>
              <p:cNvGrpSpPr/>
              <p:nvPr/>
            </p:nvGrpSpPr>
            <p:grpSpPr>
              <a:xfrm>
                <a:off x="3850200" y="5888160"/>
                <a:ext cx="399600" cy="344160"/>
                <a:chOff x="3850200" y="5888160"/>
                <a:chExt cx="399600" cy="344160"/>
              </a:xfrm>
            </p:grpSpPr>
            <p:sp>
              <p:nvSpPr>
                <p:cNvPr id="311" name="Freeform 18"/>
                <p:cNvSpPr/>
                <p:nvPr/>
              </p:nvSpPr>
              <p:spPr>
                <a:xfrm>
                  <a:off x="3984840" y="5888160"/>
                  <a:ext cx="264960" cy="344160"/>
                </a:xfrm>
                <a:custGeom>
                  <a:avLst/>
                  <a:gdLst>
                    <a:gd name="textAreaLeft" fmla="*/ 0 w 264960"/>
                    <a:gd name="textAreaRight" fmla="*/ 266040 w 264960"/>
                    <a:gd name="textAreaTop" fmla="*/ 0 h 344160"/>
                    <a:gd name="textAreaBottom" fmla="*/ 345240 h 34416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12" name="Freeform 19"/>
                <p:cNvSpPr/>
                <p:nvPr/>
              </p:nvSpPr>
              <p:spPr>
                <a:xfrm>
                  <a:off x="3850200" y="5974560"/>
                  <a:ext cx="133560" cy="254520"/>
                </a:xfrm>
                <a:custGeom>
                  <a:avLst/>
                  <a:gdLst>
                    <a:gd name="textAreaLeft" fmla="*/ 0 w 133560"/>
                    <a:gd name="textAreaRight" fmla="*/ 134640 w 133560"/>
                    <a:gd name="textAreaTop" fmla="*/ 0 h 254520"/>
                    <a:gd name="textAreaBottom" fmla="*/ 255600 h 25452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1920" tIns="45000" rIns="619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13" name="Freeform 20"/>
                <p:cNvSpPr/>
                <p:nvPr/>
              </p:nvSpPr>
              <p:spPr>
                <a:xfrm>
                  <a:off x="3929400" y="5891760"/>
                  <a:ext cx="123120" cy="78480"/>
                </a:xfrm>
                <a:custGeom>
                  <a:avLst/>
                  <a:gdLst>
                    <a:gd name="textAreaLeft" fmla="*/ 0 w 123120"/>
                    <a:gd name="textAreaRight" fmla="*/ 124200 w 123120"/>
                    <a:gd name="textAreaTop" fmla="*/ 0 h 78480"/>
                    <a:gd name="textAreaBottom" fmla="*/ 79560 h 7848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7240" tIns="39600" rIns="57240" bIns="396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314" name="组合 71"/>
              <p:cNvGrpSpPr/>
              <p:nvPr/>
            </p:nvGrpSpPr>
            <p:grpSpPr>
              <a:xfrm>
                <a:off x="5304240" y="5825520"/>
                <a:ext cx="458640" cy="456840"/>
                <a:chOff x="5304240" y="5825520"/>
                <a:chExt cx="458640" cy="456840"/>
              </a:xfrm>
            </p:grpSpPr>
            <p:sp>
              <p:nvSpPr>
                <p:cNvPr id="315" name="Freeform 11"/>
                <p:cNvSpPr/>
                <p:nvPr/>
              </p:nvSpPr>
              <p:spPr>
                <a:xfrm>
                  <a:off x="5442480" y="5825520"/>
                  <a:ext cx="320400" cy="448920"/>
                </a:xfrm>
                <a:custGeom>
                  <a:avLst/>
                  <a:gdLst>
                    <a:gd name="textAreaLeft" fmla="*/ 0 w 320400"/>
                    <a:gd name="textAreaRight" fmla="*/ 321480 w 320400"/>
                    <a:gd name="textAreaTop" fmla="*/ 0 h 448920"/>
                    <a:gd name="textAreaBottom" fmla="*/ 450000 h 4489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16" name="Freeform 12"/>
                <p:cNvSpPr/>
                <p:nvPr/>
              </p:nvSpPr>
              <p:spPr>
                <a:xfrm>
                  <a:off x="5304240" y="5850000"/>
                  <a:ext cx="172080" cy="432360"/>
                </a:xfrm>
                <a:custGeom>
                  <a:avLst/>
                  <a:gdLst>
                    <a:gd name="textAreaLeft" fmla="*/ 0 w 172080"/>
                    <a:gd name="textAreaRight" fmla="*/ 173160 w 172080"/>
                    <a:gd name="textAreaTop" fmla="*/ 0 h 432360"/>
                    <a:gd name="textAreaBottom" fmla="*/ 433440 h 43236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FFF6">
                        <a:alpha val="4000"/>
                      </a:srgbClr>
                    </a:gs>
                    <a:gs pos="100000">
                      <a:srgbClr val="FFFFFF">
                        <a:alpha val="12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840" tIns="45000" rIns="518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7-首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7" name="图片 4"/>
          <p:cNvPicPr/>
          <p:nvPr/>
        </p:nvPicPr>
        <p:blipFill>
          <a:blip r:embed="rId2"/>
          <a:stretch/>
        </p:blipFill>
        <p:spPr>
          <a:xfrm>
            <a:off x="0" y="0"/>
            <a:ext cx="12192120" cy="406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任意多边形: 形状 20"/>
          <p:cNvSpPr/>
          <p:nvPr/>
        </p:nvSpPr>
        <p:spPr>
          <a:xfrm rot="10800000">
            <a:off x="1080" y="0"/>
            <a:ext cx="12191040" cy="4065840"/>
          </a:xfrm>
          <a:custGeom>
            <a:avLst/>
            <a:gdLst>
              <a:gd name="textAreaLeft" fmla="*/ 0 w 12191040"/>
              <a:gd name="textAreaRight" fmla="*/ 12192120 w 12191040"/>
              <a:gd name="textAreaTop" fmla="*/ 0 h 4065840"/>
              <a:gd name="textAreaBottom" fmla="*/ 4066920 h 4065840"/>
              <a:gd name="GluePoint1X" fmla="*/ 12192000 w 12192001"/>
              <a:gd name="GluePoint1Y" fmla="*/ 4062881 h 4062881"/>
              <a:gd name="GluePoint2X" fmla="*/ 0 w 12192001"/>
              <a:gd name="GluePoint2Y" fmla="*/ 4062881 h 4062881"/>
              <a:gd name="GluePoint3X" fmla="*/ 0 w 12192001"/>
              <a:gd name="GluePoint3Y" fmla="*/ 1441627 h 4062881"/>
              <a:gd name="GluePoint4X" fmla="*/ 7949 w 12192001"/>
              <a:gd name="GluePoint4Y" fmla="*/ 1441627 h 4062881"/>
              <a:gd name="GluePoint5X" fmla="*/ 6105511 w 12192001"/>
              <a:gd name="GluePoint5Y" fmla="*/ 0 h 4062881"/>
              <a:gd name="GluePoint6X" fmla="*/ 12184078 w 12192001"/>
              <a:gd name="GluePoint6Y" fmla="*/ 1441627 h 4062881"/>
              <a:gd name="GluePoint7X" fmla="*/ 12192000 w 12192001"/>
              <a:gd name="GluePoint7Y" fmla="*/ 1441627 h 4062881"/>
              <a:gd name="GluePoint8X" fmla="*/ 12192000 w 12192001"/>
              <a:gd name="GluePoint8Y" fmla="*/ 1443506 h 4062881"/>
              <a:gd name="GluePoint9X" fmla="*/ 12192001 w 12192001"/>
              <a:gd name="GluePoint9Y" fmla="*/ 1443506 h 4062881"/>
              <a:gd name="GluePoint10X" fmla="*/ 12192000 w 12192001"/>
              <a:gd name="GluePoint10Y" fmla="*/ 1443506 h 406288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349" name="任意多边形: 形状 44"/>
          <p:cNvSpPr/>
          <p:nvPr/>
        </p:nvSpPr>
        <p:spPr>
          <a:xfrm>
            <a:off x="0" y="2329200"/>
            <a:ext cx="12191040" cy="1808280"/>
          </a:xfrm>
          <a:custGeom>
            <a:avLst/>
            <a:gdLst>
              <a:gd name="textAreaLeft" fmla="*/ 0 w 12191040"/>
              <a:gd name="textAreaRight" fmla="*/ 12192120 w 12191040"/>
              <a:gd name="textAreaTop" fmla="*/ 0 h 1808280"/>
              <a:gd name="textAreaBottom" fmla="*/ 1809360 h 1808280"/>
              <a:gd name="GluePoint1X" fmla="*/ 11511615 w 12185612"/>
              <a:gd name="GluePoint1Y" fmla="*/ 0 h 1809343"/>
              <a:gd name="GluePoint2X" fmla="*/ 12185612 w 12185612"/>
              <a:gd name="GluePoint2Y" fmla="*/ 134799 h 1809343"/>
              <a:gd name="GluePoint3X" fmla="*/ 12185612 w 12185612"/>
              <a:gd name="GluePoint3Y" fmla="*/ 319795 h 1809343"/>
              <a:gd name="GluePoint4X" fmla="*/ 11769269 w 12185612"/>
              <a:gd name="GluePoint4Y" fmla="*/ 431005 h 1809343"/>
              <a:gd name="GluePoint5X" fmla="*/ 6098388 w 12185612"/>
              <a:gd name="GluePoint5Y" fmla="*/ 1809343 h 1809343"/>
              <a:gd name="GluePoint6X" fmla="*/ 1030855 w 12185612"/>
              <a:gd name="GluePoint6Y" fmla="*/ 612528 h 1809343"/>
              <a:gd name="GluePoint7X" fmla="*/ 0 w 12185612"/>
              <a:gd name="GluePoint7Y" fmla="*/ 339538 h 1809343"/>
              <a:gd name="GluePoint8X" fmla="*/ 0 w 12185612"/>
              <a:gd name="GluePoint8Y" fmla="*/ 81678 h 1809343"/>
              <a:gd name="GluePoint9X" fmla="*/ 637104 w 12185612"/>
              <a:gd name="GluePoint9Y" fmla="*/ 607 h 1809343"/>
              <a:gd name="GluePoint10X" fmla="*/ 6098821 w 12185612"/>
              <a:gd name="GluePoint10Y" fmla="*/ 1643974 h 1809343"/>
              <a:gd name="GluePoint11X" fmla="*/ 11511615 w 12185612"/>
              <a:gd name="GluePoint11Y" fmla="*/ 0 h 1809343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</a:cxnLst>
            <a:rect l="textAreaLeft" t="textAreaTop" r="textAreaRight" b="textAreaBottom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350" name="任意多边形: 形状 49"/>
          <p:cNvSpPr/>
          <p:nvPr/>
        </p:nvSpPr>
        <p:spPr>
          <a:xfrm>
            <a:off x="450360" y="2315520"/>
            <a:ext cx="11341440" cy="1690560"/>
          </a:xfrm>
          <a:custGeom>
            <a:avLst/>
            <a:gdLst>
              <a:gd name="textAreaLeft" fmla="*/ 0 w 11341440"/>
              <a:gd name="textAreaRight" fmla="*/ 11342520 w 11341440"/>
              <a:gd name="textAreaTop" fmla="*/ 0 h 1690560"/>
              <a:gd name="textAreaBottom" fmla="*/ 1691640 h 1690560"/>
              <a:gd name="GluePoint1X" fmla="*/ 276977 w 11342509"/>
              <a:gd name="GluePoint1Y" fmla="*/ 0 h 1691715"/>
              <a:gd name="GluePoint2X" fmla="*/ 5643806 w 11342509"/>
              <a:gd name="GluePoint2Y" fmla="*/ 1602546 h 1691715"/>
              <a:gd name="GluePoint3X" fmla="*/ 11080494 w 11342509"/>
              <a:gd name="GluePoint3Y" fmla="*/ 17498 h 1691715"/>
              <a:gd name="GluePoint4X" fmla="*/ 11342509 w 11342509"/>
              <a:gd name="GluePoint4Y" fmla="*/ 74608 h 1691715"/>
              <a:gd name="GluePoint5X" fmla="*/ 5643374 w 11342509"/>
              <a:gd name="GluePoint5Y" fmla="*/ 1691715 h 1691715"/>
              <a:gd name="GluePoint6X" fmla="*/ 0 w 11342509"/>
              <a:gd name="GluePoint6Y" fmla="*/ 36855 h 1691715"/>
              <a:gd name="GluePoint7X" fmla="*/ 276977 w 11342509"/>
              <a:gd name="GluePoint7Y" fmla="*/ 0 h 1691715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351" name="图片 21"/>
          <p:cNvPicPr/>
          <p:nvPr/>
        </p:nvPicPr>
        <p:blipFill>
          <a:blip r:embed="rId3"/>
          <a:stretch/>
        </p:blipFill>
        <p:spPr>
          <a:xfrm>
            <a:off x="4223160" y="1401480"/>
            <a:ext cx="3745080" cy="10476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7-尾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图片 4"/>
          <p:cNvPicPr/>
          <p:nvPr/>
        </p:nvPicPr>
        <p:blipFill>
          <a:blip r:embed="rId2"/>
          <a:stretch/>
        </p:blipFill>
        <p:spPr>
          <a:xfrm>
            <a:off x="0" y="0"/>
            <a:ext cx="12192120" cy="406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任意多边形: 形状 20"/>
          <p:cNvSpPr/>
          <p:nvPr/>
        </p:nvSpPr>
        <p:spPr>
          <a:xfrm rot="10800000">
            <a:off x="1080" y="0"/>
            <a:ext cx="12191040" cy="4065840"/>
          </a:xfrm>
          <a:custGeom>
            <a:avLst/>
            <a:gdLst>
              <a:gd name="textAreaLeft" fmla="*/ 0 w 12191040"/>
              <a:gd name="textAreaRight" fmla="*/ 12192120 w 12191040"/>
              <a:gd name="textAreaTop" fmla="*/ 0 h 4065840"/>
              <a:gd name="textAreaBottom" fmla="*/ 4066920 h 4065840"/>
              <a:gd name="GluePoint1X" fmla="*/ 12192000 w 12192001"/>
              <a:gd name="GluePoint1Y" fmla="*/ 4062881 h 4062881"/>
              <a:gd name="GluePoint2X" fmla="*/ 0 w 12192001"/>
              <a:gd name="GluePoint2Y" fmla="*/ 4062881 h 4062881"/>
              <a:gd name="GluePoint3X" fmla="*/ 0 w 12192001"/>
              <a:gd name="GluePoint3Y" fmla="*/ 1441627 h 4062881"/>
              <a:gd name="GluePoint4X" fmla="*/ 7949 w 12192001"/>
              <a:gd name="GluePoint4Y" fmla="*/ 1441627 h 4062881"/>
              <a:gd name="GluePoint5X" fmla="*/ 6105511 w 12192001"/>
              <a:gd name="GluePoint5Y" fmla="*/ 0 h 4062881"/>
              <a:gd name="GluePoint6X" fmla="*/ 12184078 w 12192001"/>
              <a:gd name="GluePoint6Y" fmla="*/ 1441627 h 4062881"/>
              <a:gd name="GluePoint7X" fmla="*/ 12192000 w 12192001"/>
              <a:gd name="GluePoint7Y" fmla="*/ 1441627 h 4062881"/>
              <a:gd name="GluePoint8X" fmla="*/ 12192000 w 12192001"/>
              <a:gd name="GluePoint8Y" fmla="*/ 1443506 h 4062881"/>
              <a:gd name="GluePoint9X" fmla="*/ 12192001 w 12192001"/>
              <a:gd name="GluePoint9Y" fmla="*/ 1443506 h 4062881"/>
              <a:gd name="GluePoint10X" fmla="*/ 12192000 w 12192001"/>
              <a:gd name="GluePoint10Y" fmla="*/ 1443506 h 406288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354" name="任意多边形: 形状 44"/>
          <p:cNvSpPr/>
          <p:nvPr/>
        </p:nvSpPr>
        <p:spPr>
          <a:xfrm>
            <a:off x="0" y="2329200"/>
            <a:ext cx="12191040" cy="1808280"/>
          </a:xfrm>
          <a:custGeom>
            <a:avLst/>
            <a:gdLst>
              <a:gd name="textAreaLeft" fmla="*/ 0 w 12191040"/>
              <a:gd name="textAreaRight" fmla="*/ 12192120 w 12191040"/>
              <a:gd name="textAreaTop" fmla="*/ 0 h 1808280"/>
              <a:gd name="textAreaBottom" fmla="*/ 1809360 h 1808280"/>
              <a:gd name="GluePoint1X" fmla="*/ 11511615 w 12185612"/>
              <a:gd name="GluePoint1Y" fmla="*/ 0 h 1809343"/>
              <a:gd name="GluePoint2X" fmla="*/ 12185612 w 12185612"/>
              <a:gd name="GluePoint2Y" fmla="*/ 134799 h 1809343"/>
              <a:gd name="GluePoint3X" fmla="*/ 12185612 w 12185612"/>
              <a:gd name="GluePoint3Y" fmla="*/ 319795 h 1809343"/>
              <a:gd name="GluePoint4X" fmla="*/ 11769269 w 12185612"/>
              <a:gd name="GluePoint4Y" fmla="*/ 431005 h 1809343"/>
              <a:gd name="GluePoint5X" fmla="*/ 6098388 w 12185612"/>
              <a:gd name="GluePoint5Y" fmla="*/ 1809343 h 1809343"/>
              <a:gd name="GluePoint6X" fmla="*/ 1030855 w 12185612"/>
              <a:gd name="GluePoint6Y" fmla="*/ 612528 h 1809343"/>
              <a:gd name="GluePoint7X" fmla="*/ 0 w 12185612"/>
              <a:gd name="GluePoint7Y" fmla="*/ 339538 h 1809343"/>
              <a:gd name="GluePoint8X" fmla="*/ 0 w 12185612"/>
              <a:gd name="GluePoint8Y" fmla="*/ 81678 h 1809343"/>
              <a:gd name="GluePoint9X" fmla="*/ 637104 w 12185612"/>
              <a:gd name="GluePoint9Y" fmla="*/ 607 h 1809343"/>
              <a:gd name="GluePoint10X" fmla="*/ 6098821 w 12185612"/>
              <a:gd name="GluePoint10Y" fmla="*/ 1643974 h 1809343"/>
              <a:gd name="GluePoint11X" fmla="*/ 11511615 w 12185612"/>
              <a:gd name="GluePoint11Y" fmla="*/ 0 h 1809343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</a:cxnLst>
            <a:rect l="textAreaLeft" t="textAreaTop" r="textAreaRight" b="textAreaBottom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355" name="任意多边形: 形状 49"/>
          <p:cNvSpPr/>
          <p:nvPr/>
        </p:nvSpPr>
        <p:spPr>
          <a:xfrm>
            <a:off x="450360" y="2315520"/>
            <a:ext cx="11341440" cy="1690560"/>
          </a:xfrm>
          <a:custGeom>
            <a:avLst/>
            <a:gdLst>
              <a:gd name="textAreaLeft" fmla="*/ 0 w 11341440"/>
              <a:gd name="textAreaRight" fmla="*/ 11342520 w 11341440"/>
              <a:gd name="textAreaTop" fmla="*/ 0 h 1690560"/>
              <a:gd name="textAreaBottom" fmla="*/ 1691640 h 1690560"/>
              <a:gd name="GluePoint1X" fmla="*/ 276977 w 11342509"/>
              <a:gd name="GluePoint1Y" fmla="*/ 0 h 1691715"/>
              <a:gd name="GluePoint2X" fmla="*/ 5643806 w 11342509"/>
              <a:gd name="GluePoint2Y" fmla="*/ 1602546 h 1691715"/>
              <a:gd name="GluePoint3X" fmla="*/ 11080494 w 11342509"/>
              <a:gd name="GluePoint3Y" fmla="*/ 17498 h 1691715"/>
              <a:gd name="GluePoint4X" fmla="*/ 11342509 w 11342509"/>
              <a:gd name="GluePoint4Y" fmla="*/ 74608 h 1691715"/>
              <a:gd name="GluePoint5X" fmla="*/ 5643374 w 11342509"/>
              <a:gd name="GluePoint5Y" fmla="*/ 1691715 h 1691715"/>
              <a:gd name="GluePoint6X" fmla="*/ 0 w 11342509"/>
              <a:gd name="GluePoint6Y" fmla="*/ 36855 h 1691715"/>
              <a:gd name="GluePoint7X" fmla="*/ 276977 w 11342509"/>
              <a:gd name="GluePoint7Y" fmla="*/ 0 h 1691715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356" name="图片 1"/>
          <p:cNvPicPr/>
          <p:nvPr/>
        </p:nvPicPr>
        <p:blipFill>
          <a:blip r:embed="rId3"/>
          <a:stretch/>
        </p:blipFill>
        <p:spPr>
          <a:xfrm>
            <a:off x="4453560" y="4619520"/>
            <a:ext cx="3283560" cy="7210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9-首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图片 1"/>
          <p:cNvPicPr/>
          <p:nvPr/>
        </p:nvPicPr>
        <p:blipFill>
          <a:blip r:embed="rId2"/>
          <a:stretch/>
        </p:blipFill>
        <p:spPr>
          <a:xfrm>
            <a:off x="0" y="81720"/>
            <a:ext cx="12191040" cy="324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1" name="矩形 2"/>
          <p:cNvSpPr/>
          <p:nvPr/>
        </p:nvSpPr>
        <p:spPr>
          <a:xfrm>
            <a:off x="0" y="3317760"/>
            <a:ext cx="12191040" cy="3539160"/>
          </a:xfrm>
          <a:prstGeom prst="rect">
            <a:avLst/>
          </a:prstGeom>
          <a:solidFill>
            <a:srgbClr val="006C39"/>
          </a:solidFill>
          <a:ln>
            <a:solidFill>
              <a:srgbClr val="004F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362" name="图片 66"/>
          <p:cNvPicPr/>
          <p:nvPr/>
        </p:nvPicPr>
        <p:blipFill>
          <a:blip r:embed="rId3"/>
          <a:stretch/>
        </p:blipFill>
        <p:spPr>
          <a:xfrm>
            <a:off x="9790560" y="109080"/>
            <a:ext cx="2285640" cy="297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3" name="图片 7"/>
          <p:cNvPicPr/>
          <p:nvPr/>
        </p:nvPicPr>
        <p:blipFill>
          <a:blip r:embed="rId4"/>
          <a:stretch/>
        </p:blipFill>
        <p:spPr>
          <a:xfrm>
            <a:off x="224280" y="-494280"/>
            <a:ext cx="3164760" cy="41234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封面样式9-尾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4" name="组合 1"/>
          <p:cNvGrpSpPr/>
          <p:nvPr/>
        </p:nvGrpSpPr>
        <p:grpSpPr>
          <a:xfrm>
            <a:off x="0" y="0"/>
            <a:ext cx="12191040" cy="5086800"/>
            <a:chOff x="0" y="0"/>
            <a:chExt cx="12191040" cy="5086800"/>
          </a:xfrm>
        </p:grpSpPr>
        <p:sp>
          <p:nvSpPr>
            <p:cNvPr id="365" name="等腰三角形 2"/>
            <p:cNvSpPr/>
            <p:nvPr/>
          </p:nvSpPr>
          <p:spPr>
            <a:xfrm flipV="1">
              <a:off x="0" y="4120920"/>
              <a:ext cx="12191040" cy="96516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  <a:effectLst>
              <a:outerShdw algn="t" blurRad="76320" dir="5400000" dist="12600" rotWithShape="0" sx="103000" sy="10300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366" name="矩形 3"/>
            <p:cNvSpPr/>
            <p:nvPr/>
          </p:nvSpPr>
          <p:spPr>
            <a:xfrm>
              <a:off x="0" y="0"/>
              <a:ext cx="12191040" cy="4122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</p:grpSp>
      <p:grpSp>
        <p:nvGrpSpPr>
          <p:cNvPr id="367" name="组合 28"/>
          <p:cNvGrpSpPr/>
          <p:nvPr/>
        </p:nvGrpSpPr>
        <p:grpSpPr>
          <a:xfrm>
            <a:off x="2055960" y="1793520"/>
            <a:ext cx="8078760" cy="992520"/>
            <a:chOff x="2055960" y="1793520"/>
            <a:chExt cx="8078760" cy="992520"/>
          </a:xfrm>
        </p:grpSpPr>
        <p:grpSp>
          <p:nvGrpSpPr>
            <p:cNvPr id="368" name="组合 29"/>
            <p:cNvGrpSpPr/>
            <p:nvPr/>
          </p:nvGrpSpPr>
          <p:grpSpPr>
            <a:xfrm>
              <a:off x="6706440" y="1804680"/>
              <a:ext cx="3428280" cy="972000"/>
              <a:chOff x="6706440" y="1804680"/>
              <a:chExt cx="3428280" cy="972000"/>
            </a:xfrm>
          </p:grpSpPr>
          <p:sp>
            <p:nvSpPr>
              <p:cNvPr id="369" name="Freeform 5"/>
              <p:cNvSpPr/>
              <p:nvPr/>
            </p:nvSpPr>
            <p:spPr>
              <a:xfrm>
                <a:off x="8600760" y="1866600"/>
                <a:ext cx="765360" cy="862920"/>
              </a:xfrm>
              <a:custGeom>
                <a:avLst/>
                <a:gdLst>
                  <a:gd name="textAreaLeft" fmla="*/ 0 w 765360"/>
                  <a:gd name="textAreaRight" fmla="*/ 766440 w 765360"/>
                  <a:gd name="textAreaTop" fmla="*/ 0 h 862920"/>
                  <a:gd name="textAreaBottom" fmla="*/ 864000 h 86292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370" name="Freeform 6"/>
              <p:cNvSpPr/>
              <p:nvPr/>
            </p:nvSpPr>
            <p:spPr>
              <a:xfrm>
                <a:off x="9694800" y="2014200"/>
                <a:ext cx="439920" cy="663120"/>
              </a:xfrm>
              <a:custGeom>
                <a:avLst/>
                <a:gdLst>
                  <a:gd name="textAreaLeft" fmla="*/ 0 w 439920"/>
                  <a:gd name="textAreaRight" fmla="*/ 441000 w 439920"/>
                  <a:gd name="textAreaTop" fmla="*/ 0 h 663120"/>
                  <a:gd name="textAreaBottom" fmla="*/ 664200 h 66312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371" name="组合 46"/>
              <p:cNvGrpSpPr/>
              <p:nvPr/>
            </p:nvGrpSpPr>
            <p:grpSpPr>
              <a:xfrm>
                <a:off x="6706440" y="1804680"/>
                <a:ext cx="783360" cy="972000"/>
                <a:chOff x="6706440" y="1804680"/>
                <a:chExt cx="783360" cy="972000"/>
              </a:xfrm>
            </p:grpSpPr>
            <p:sp>
              <p:nvSpPr>
                <p:cNvPr id="372" name="Freeform 7"/>
                <p:cNvSpPr/>
                <p:nvPr/>
              </p:nvSpPr>
              <p:spPr>
                <a:xfrm>
                  <a:off x="6706440" y="1804680"/>
                  <a:ext cx="783360" cy="637920"/>
                </a:xfrm>
                <a:custGeom>
                  <a:avLst/>
                  <a:gdLst>
                    <a:gd name="textAreaLeft" fmla="*/ 0 w 783360"/>
                    <a:gd name="textAreaRight" fmla="*/ 784440 w 783360"/>
                    <a:gd name="textAreaTop" fmla="*/ 0 h 637920"/>
                    <a:gd name="textAreaBottom" fmla="*/ 639000 h 6379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73" name="Freeform 8"/>
                <p:cNvSpPr/>
                <p:nvPr/>
              </p:nvSpPr>
              <p:spPr>
                <a:xfrm>
                  <a:off x="6872400" y="2193480"/>
                  <a:ext cx="487800" cy="583200"/>
                </a:xfrm>
                <a:custGeom>
                  <a:avLst/>
                  <a:gdLst>
                    <a:gd name="textAreaLeft" fmla="*/ 0 w 487800"/>
                    <a:gd name="textAreaRight" fmla="*/ 488880 w 487800"/>
                    <a:gd name="textAreaTop" fmla="*/ 0 h 583200"/>
                    <a:gd name="textAreaBottom" fmla="*/ 584280 h 583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374" name="组合 47"/>
              <p:cNvGrpSpPr/>
              <p:nvPr/>
            </p:nvGrpSpPr>
            <p:grpSpPr>
              <a:xfrm>
                <a:off x="7798680" y="2070720"/>
                <a:ext cx="473400" cy="507960"/>
                <a:chOff x="7798680" y="2070720"/>
                <a:chExt cx="473400" cy="507960"/>
              </a:xfrm>
            </p:grpSpPr>
            <p:sp>
              <p:nvSpPr>
                <p:cNvPr id="375" name="Freeform 15"/>
                <p:cNvSpPr/>
                <p:nvPr/>
              </p:nvSpPr>
              <p:spPr>
                <a:xfrm>
                  <a:off x="7798680" y="2183760"/>
                  <a:ext cx="217800" cy="351360"/>
                </a:xfrm>
                <a:custGeom>
                  <a:avLst/>
                  <a:gdLst>
                    <a:gd name="textAreaLeft" fmla="*/ 0 w 217800"/>
                    <a:gd name="textAreaRight" fmla="*/ 218880 w 217800"/>
                    <a:gd name="textAreaTop" fmla="*/ 0 h 351360"/>
                    <a:gd name="textAreaBottom" fmla="*/ 352440 h 35136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6320" tIns="45000" rIns="763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76" name="Freeform 16"/>
                <p:cNvSpPr/>
                <p:nvPr/>
              </p:nvSpPr>
              <p:spPr>
                <a:xfrm>
                  <a:off x="8034480" y="2082960"/>
                  <a:ext cx="237600" cy="495720"/>
                </a:xfrm>
                <a:custGeom>
                  <a:avLst/>
                  <a:gdLst>
                    <a:gd name="textAreaLeft" fmla="*/ 0 w 237600"/>
                    <a:gd name="textAreaRight" fmla="*/ 238680 w 237600"/>
                    <a:gd name="textAreaTop" fmla="*/ 0 h 495720"/>
                    <a:gd name="textAreaBottom" fmla="*/ 496800 h 49572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83160" tIns="45000" rIns="831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77" name="Freeform 17"/>
                <p:cNvSpPr/>
                <p:nvPr/>
              </p:nvSpPr>
              <p:spPr>
                <a:xfrm>
                  <a:off x="7922880" y="2070720"/>
                  <a:ext cx="156240" cy="90360"/>
                </a:xfrm>
                <a:custGeom>
                  <a:avLst/>
                  <a:gdLst>
                    <a:gd name="textAreaLeft" fmla="*/ 0 w 156240"/>
                    <a:gd name="textAreaRight" fmla="*/ 157320 w 156240"/>
                    <a:gd name="textAreaTop" fmla="*/ 0 h 90360"/>
                    <a:gd name="textAreaBottom" fmla="*/ 91440 h 9036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4720" tIns="45000" rIns="547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378" name="组合 30"/>
            <p:cNvGrpSpPr/>
            <p:nvPr/>
          </p:nvGrpSpPr>
          <p:grpSpPr>
            <a:xfrm>
              <a:off x="2055960" y="1793520"/>
              <a:ext cx="3584520" cy="992520"/>
              <a:chOff x="2055960" y="1793520"/>
              <a:chExt cx="3584520" cy="992520"/>
            </a:xfrm>
          </p:grpSpPr>
          <p:grpSp>
            <p:nvGrpSpPr>
              <p:cNvPr id="379" name="组合 31"/>
              <p:cNvGrpSpPr/>
              <p:nvPr/>
            </p:nvGrpSpPr>
            <p:grpSpPr>
              <a:xfrm>
                <a:off x="3960720" y="1955160"/>
                <a:ext cx="692640" cy="729000"/>
                <a:chOff x="3960720" y="1955160"/>
                <a:chExt cx="692640" cy="729000"/>
              </a:xfrm>
            </p:grpSpPr>
            <p:sp>
              <p:nvSpPr>
                <p:cNvPr id="380" name="Freeform 9"/>
                <p:cNvSpPr/>
                <p:nvPr/>
              </p:nvSpPr>
              <p:spPr>
                <a:xfrm>
                  <a:off x="3960720" y="2009880"/>
                  <a:ext cx="360360" cy="613080"/>
                </a:xfrm>
                <a:custGeom>
                  <a:avLst/>
                  <a:gdLst>
                    <a:gd name="textAreaLeft" fmla="*/ 0 w 360360"/>
                    <a:gd name="textAreaRight" fmla="*/ 361440 w 360360"/>
                    <a:gd name="textAreaTop" fmla="*/ 0 h 613080"/>
                    <a:gd name="textAreaBottom" fmla="*/ 614160 h 61308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81" name="Freeform 10"/>
                <p:cNvSpPr/>
                <p:nvPr/>
              </p:nvSpPr>
              <p:spPr>
                <a:xfrm>
                  <a:off x="4315680" y="1955160"/>
                  <a:ext cx="337680" cy="729000"/>
                </a:xfrm>
                <a:custGeom>
                  <a:avLst/>
                  <a:gdLst>
                    <a:gd name="textAreaLeft" fmla="*/ 0 w 337680"/>
                    <a:gd name="textAreaRight" fmla="*/ 338760 w 337680"/>
                    <a:gd name="textAreaTop" fmla="*/ 0 h 729000"/>
                    <a:gd name="textAreaBottom" fmla="*/ 730080 h 72900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382" name="组合 32"/>
              <p:cNvGrpSpPr/>
              <p:nvPr/>
            </p:nvGrpSpPr>
            <p:grpSpPr>
              <a:xfrm>
                <a:off x="2055960" y="1793520"/>
                <a:ext cx="785880" cy="992520"/>
                <a:chOff x="2055960" y="1793520"/>
                <a:chExt cx="785880" cy="992520"/>
              </a:xfrm>
            </p:grpSpPr>
            <p:sp>
              <p:nvSpPr>
                <p:cNvPr id="383" name="Freeform 13"/>
                <p:cNvSpPr/>
                <p:nvPr/>
              </p:nvSpPr>
              <p:spPr>
                <a:xfrm>
                  <a:off x="2055960" y="1793520"/>
                  <a:ext cx="785880" cy="938160"/>
                </a:xfrm>
                <a:custGeom>
                  <a:avLst/>
                  <a:gdLst>
                    <a:gd name="textAreaLeft" fmla="*/ 0 w 785880"/>
                    <a:gd name="textAreaRight" fmla="*/ 786960 w 785880"/>
                    <a:gd name="textAreaTop" fmla="*/ 0 h 938160"/>
                    <a:gd name="textAreaBottom" fmla="*/ 939240 h 93816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84" name="Freeform 14"/>
                <p:cNvSpPr/>
                <p:nvPr/>
              </p:nvSpPr>
              <p:spPr>
                <a:xfrm>
                  <a:off x="2271960" y="2525760"/>
                  <a:ext cx="96840" cy="260280"/>
                </a:xfrm>
                <a:custGeom>
                  <a:avLst/>
                  <a:gdLst>
                    <a:gd name="textAreaLeft" fmla="*/ 0 w 96840"/>
                    <a:gd name="textAreaRight" fmla="*/ 97920 w 96840"/>
                    <a:gd name="textAreaTop" fmla="*/ 0 h 260280"/>
                    <a:gd name="textAreaBottom" fmla="*/ 261360 h 26028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200" tIns="45000" rIns="342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385" name="组合 33"/>
              <p:cNvGrpSpPr/>
              <p:nvPr/>
            </p:nvGrpSpPr>
            <p:grpSpPr>
              <a:xfrm>
                <a:off x="3121560" y="2077560"/>
                <a:ext cx="526680" cy="453600"/>
                <a:chOff x="3121560" y="2077560"/>
                <a:chExt cx="526680" cy="453600"/>
              </a:xfrm>
            </p:grpSpPr>
            <p:sp>
              <p:nvSpPr>
                <p:cNvPr id="386" name="Freeform 18"/>
                <p:cNvSpPr/>
                <p:nvPr/>
              </p:nvSpPr>
              <p:spPr>
                <a:xfrm>
                  <a:off x="3299040" y="2077560"/>
                  <a:ext cx="349200" cy="453600"/>
                </a:xfrm>
                <a:custGeom>
                  <a:avLst/>
                  <a:gdLst>
                    <a:gd name="textAreaLeft" fmla="*/ 0 w 349200"/>
                    <a:gd name="textAreaRight" fmla="*/ 350280 w 349200"/>
                    <a:gd name="textAreaTop" fmla="*/ 0 h 453600"/>
                    <a:gd name="textAreaBottom" fmla="*/ 454680 h 453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87" name="Freeform 19"/>
                <p:cNvSpPr/>
                <p:nvPr/>
              </p:nvSpPr>
              <p:spPr>
                <a:xfrm>
                  <a:off x="3121560" y="2191320"/>
                  <a:ext cx="176400" cy="335520"/>
                </a:xfrm>
                <a:custGeom>
                  <a:avLst/>
                  <a:gdLst>
                    <a:gd name="textAreaLeft" fmla="*/ 0 w 176400"/>
                    <a:gd name="textAreaRight" fmla="*/ 177480 w 176400"/>
                    <a:gd name="textAreaTop" fmla="*/ 0 h 335520"/>
                    <a:gd name="textAreaBottom" fmla="*/ 336600 h 33552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1920" tIns="45000" rIns="619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88" name="Freeform 20"/>
                <p:cNvSpPr/>
                <p:nvPr/>
              </p:nvSpPr>
              <p:spPr>
                <a:xfrm>
                  <a:off x="3225960" y="2081880"/>
                  <a:ext cx="162720" cy="103680"/>
                </a:xfrm>
                <a:custGeom>
                  <a:avLst/>
                  <a:gdLst>
                    <a:gd name="textAreaLeft" fmla="*/ 0 w 162720"/>
                    <a:gd name="textAreaRight" fmla="*/ 163800 w 162720"/>
                    <a:gd name="textAreaTop" fmla="*/ 0 h 103680"/>
                    <a:gd name="textAreaBottom" fmla="*/ 104760 h 10368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7240" tIns="45000" rIns="572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389" name="组合 34"/>
              <p:cNvGrpSpPr/>
              <p:nvPr/>
            </p:nvGrpSpPr>
            <p:grpSpPr>
              <a:xfrm>
                <a:off x="5036400" y="1995120"/>
                <a:ext cx="604080" cy="601920"/>
                <a:chOff x="5036400" y="1995120"/>
                <a:chExt cx="604080" cy="601920"/>
              </a:xfrm>
            </p:grpSpPr>
            <p:sp>
              <p:nvSpPr>
                <p:cNvPr id="390" name="Freeform 11"/>
                <p:cNvSpPr/>
                <p:nvPr/>
              </p:nvSpPr>
              <p:spPr>
                <a:xfrm>
                  <a:off x="5218200" y="1995120"/>
                  <a:ext cx="422280" cy="591480"/>
                </a:xfrm>
                <a:custGeom>
                  <a:avLst/>
                  <a:gdLst>
                    <a:gd name="textAreaLeft" fmla="*/ 0 w 422280"/>
                    <a:gd name="textAreaRight" fmla="*/ 423360 w 422280"/>
                    <a:gd name="textAreaTop" fmla="*/ 0 h 591480"/>
                    <a:gd name="textAreaBottom" fmla="*/ 592560 h 59148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91" name="Freeform 12"/>
                <p:cNvSpPr/>
                <p:nvPr/>
              </p:nvSpPr>
              <p:spPr>
                <a:xfrm>
                  <a:off x="5036400" y="2027160"/>
                  <a:ext cx="226800" cy="569880"/>
                </a:xfrm>
                <a:custGeom>
                  <a:avLst/>
                  <a:gdLst>
                    <a:gd name="textAreaLeft" fmla="*/ 0 w 226800"/>
                    <a:gd name="textAreaRight" fmla="*/ 227880 w 226800"/>
                    <a:gd name="textAreaTop" fmla="*/ 0 h 569880"/>
                    <a:gd name="textAreaBottom" fmla="*/ 570960 h 56988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840" tIns="45000" rIns="518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目录样式2-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矩形 4"/>
          <p:cNvSpPr/>
          <p:nvPr/>
        </p:nvSpPr>
        <p:spPr>
          <a:xfrm>
            <a:off x="0" y="2288880"/>
            <a:ext cx="12191040" cy="19584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397" name="图片 1"/>
          <p:cNvPicPr/>
          <p:nvPr/>
        </p:nvPicPr>
        <p:blipFill>
          <a:blip r:embed="rId2"/>
          <a:srcRect l="0" t="15550" r="0" b="38690"/>
          <a:stretch/>
        </p:blipFill>
        <p:spPr>
          <a:xfrm>
            <a:off x="0" y="0"/>
            <a:ext cx="12191040" cy="228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矩形 9"/>
          <p:cNvSpPr/>
          <p:nvPr/>
        </p:nvSpPr>
        <p:spPr>
          <a:xfrm>
            <a:off x="0" y="-7920"/>
            <a:ext cx="12191040" cy="229716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399" name="图片 10"/>
          <p:cNvPicPr/>
          <p:nvPr/>
        </p:nvPicPr>
        <p:blipFill>
          <a:blip r:embed="rId3"/>
          <a:stretch/>
        </p:blipFill>
        <p:spPr>
          <a:xfrm>
            <a:off x="5024520" y="841320"/>
            <a:ext cx="2142360" cy="59868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00" name="直接连接符 3"/>
          <p:cNvCxnSpPr/>
          <p:nvPr/>
        </p:nvCxnSpPr>
        <p:spPr>
          <a:xfrm>
            <a:off x="-81360" y="2288880"/>
            <a:ext cx="12340800" cy="108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目录样式2-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A-矩形 7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402" name="PA-矩形 7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06C39">
                  <a:alpha val="0"/>
                </a:srgbClr>
              </a:gs>
              <a:gs pos="52200">
                <a:srgbClr val="006C39"/>
              </a:gs>
              <a:gs pos="100000">
                <a:srgbClr val="006C39">
                  <a:alpha val="0"/>
                </a:srgb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cxnSp>
        <p:nvCxnSpPr>
          <p:cNvPr id="403" name="直接连接符 3"/>
          <p:cNvCxnSpPr/>
          <p:nvPr/>
        </p:nvCxnSpPr>
        <p:spPr>
          <a:xfrm>
            <a:off x="5723280" y="1294560"/>
            <a:ext cx="746280" cy="108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cxnSp>
        <p:nvCxnSpPr>
          <p:cNvPr id="404" name="直接连接符 4"/>
          <p:cNvCxnSpPr/>
          <p:nvPr/>
        </p:nvCxnSpPr>
        <p:spPr>
          <a:xfrm>
            <a:off x="5723280" y="5613120"/>
            <a:ext cx="746280" cy="108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pic>
        <p:nvPicPr>
          <p:cNvPr id="405" name="图片 12"/>
          <p:cNvPicPr/>
          <p:nvPr/>
        </p:nvPicPr>
        <p:blipFill>
          <a:blip r:embed="rId2"/>
          <a:srcRect l="49451" t="0" r="0" b="0"/>
          <a:stretch/>
        </p:blipFill>
        <p:spPr>
          <a:xfrm>
            <a:off x="-34560" y="163080"/>
            <a:ext cx="3297240" cy="6530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6" name="图片 13"/>
          <p:cNvPicPr/>
          <p:nvPr/>
        </p:nvPicPr>
        <p:blipFill>
          <a:blip r:embed="rId3"/>
          <a:srcRect l="0" t="0" r="49896" b="0"/>
          <a:stretch/>
        </p:blipFill>
        <p:spPr>
          <a:xfrm>
            <a:off x="8928360" y="163080"/>
            <a:ext cx="3268440" cy="6530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目录样式3-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文本框 7"/>
          <p:cNvSpPr/>
          <p:nvPr/>
        </p:nvSpPr>
        <p:spPr>
          <a:xfrm rot="16200000">
            <a:off x="-1537920" y="2654280"/>
            <a:ext cx="5228640" cy="13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0" b="1" u="none" spc="51" strike="noStrike">
                <a:solidFill>
                  <a:srgbClr val="D9D9D9"/>
                </a:solidFill>
                <a:effectLst/>
                <a:uFillTx/>
                <a:latin typeface="微软雅黑"/>
                <a:ea typeface="微软雅黑"/>
              </a:rPr>
              <a:t>Contents</a:t>
            </a:r>
            <a:r>
              <a:rPr lang="en-US" sz="4400" b="1" u="none" spc="51" strike="noStrike">
                <a:solidFill>
                  <a:srgbClr val="A13F0B"/>
                </a:solidFill>
                <a:effectLst/>
                <a:uFillTx/>
                <a:latin typeface="微软雅黑"/>
                <a:ea typeface="微软雅黑"/>
              </a:rPr>
              <a:t>■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文本框 8"/>
          <p:cNvSpPr/>
          <p:nvPr/>
        </p:nvSpPr>
        <p:spPr>
          <a:xfrm>
            <a:off x="1116720" y="3752280"/>
            <a:ext cx="737640" cy="22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000" tIns="90000" rIns="45000" bIns="90000" anchor="t" vert="eaVer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pc="601" strike="noStrike">
                <a:solidFill>
                  <a:srgbClr val="006C39"/>
                </a:solidFill>
                <a:effectLst/>
                <a:uFillTx/>
                <a:latin typeface="Century Gothic"/>
                <a:ea typeface="微软雅黑"/>
              </a:rPr>
              <a:t>结</a:t>
            </a:r>
            <a:r>
              <a:rPr lang="zh-CN" sz="3600" b="1" u="none" spc="601" strike="noStrike">
                <a:solidFill>
                  <a:srgbClr val="006C39"/>
                </a:solidFill>
                <a:effectLst/>
                <a:uFillTx/>
                <a:latin typeface="Century Gothic"/>
                <a:ea typeface="微软雅黑"/>
              </a:rPr>
              <a:t>构</a:t>
            </a:r>
            <a:r>
              <a:rPr lang="zh-CN" sz="3600" b="1" u="none" spc="601" strike="noStrike">
                <a:solidFill>
                  <a:srgbClr val="006C39"/>
                </a:solidFill>
                <a:effectLst/>
                <a:uFillTx/>
                <a:latin typeface="Century Gothic"/>
                <a:ea typeface="微软雅黑"/>
              </a:rPr>
              <a:t>大</a:t>
            </a:r>
            <a:r>
              <a:rPr lang="zh-CN" sz="3600" b="1" u="none" spc="601" strike="noStrike">
                <a:solidFill>
                  <a:srgbClr val="006C39"/>
                </a:solidFill>
                <a:effectLst/>
                <a:uFillTx/>
                <a:latin typeface="Century Gothic"/>
                <a:ea typeface="微软雅黑"/>
              </a:rPr>
              <a:t>纲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文本框 11"/>
          <p:cNvSpPr/>
          <p:nvPr/>
        </p:nvSpPr>
        <p:spPr>
          <a:xfrm>
            <a:off x="9649800" y="6600960"/>
            <a:ext cx="23925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微软雅黑"/>
              </a:rPr>
              <a:t>BEIJINGINSTITUTEOFTECHNOLOGY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0" name="图片 56"/>
          <p:cNvPicPr/>
          <p:nvPr/>
        </p:nvPicPr>
        <p:blipFill>
          <a:blip r:embed="rId2"/>
          <a:stretch/>
        </p:blipFill>
        <p:spPr>
          <a:xfrm>
            <a:off x="10041120" y="78480"/>
            <a:ext cx="2024280" cy="56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任意多边形: 形状 59"/>
          <p:cNvSpPr/>
          <p:nvPr/>
        </p:nvSpPr>
        <p:spPr>
          <a:xfrm flipH="1">
            <a:off x="-1353960" y="0"/>
            <a:ext cx="13543560" cy="1056240"/>
          </a:xfrm>
          <a:custGeom>
            <a:avLst/>
            <a:gdLst>
              <a:gd name="textAreaLeft" fmla="*/ -720 w 13543560"/>
              <a:gd name="textAreaRight" fmla="*/ 13543920 w 13543560"/>
              <a:gd name="textAreaTop" fmla="*/ 0 h 1056240"/>
              <a:gd name="textAreaBottom" fmla="*/ 1057320 h 1056240"/>
              <a:gd name="GluePoint1X" fmla="*/ 12192000 w 12192000"/>
              <a:gd name="GluePoint1Y" fmla="*/ 0 h 723900"/>
              <a:gd name="GluePoint2X" fmla="*/ 2755900 w 12192000"/>
              <a:gd name="GluePoint2Y" fmla="*/ 0 h 723900"/>
              <a:gd name="GluePoint3X" fmla="*/ 4 w 12192000"/>
              <a:gd name="GluePoint3Y" fmla="*/ 0 h 723900"/>
              <a:gd name="GluePoint4X" fmla="*/ 0 w 12192000"/>
              <a:gd name="GluePoint4Y" fmla="*/ 0 h 723900"/>
              <a:gd name="GluePoint5X" fmla="*/ 0 w 12192000"/>
              <a:gd name="GluePoint5Y" fmla="*/ 723900 h 723900"/>
              <a:gd name="GluePoint6X" fmla="*/ 1987354 w 12192000"/>
              <a:gd name="GluePoint6Y" fmla="*/ 723900 h 723900"/>
              <a:gd name="GluePoint7X" fmla="*/ 2038350 w 12192000"/>
              <a:gd name="GluePoint7Y" fmla="*/ 717550 h 723900"/>
              <a:gd name="GluePoint8X" fmla="*/ 2753650 w 12192000"/>
              <a:gd name="GluePoint8Y" fmla="*/ 288000 h 723900"/>
              <a:gd name="GluePoint9X" fmla="*/ 12192000 w 12192000"/>
              <a:gd name="GluePoint9Y" fmla="*/ 288000 h 7239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 rotWithShape="0">
            <a:gsLst>
              <a:gs pos="0">
                <a:srgbClr val="006C39"/>
              </a:gs>
              <a:gs pos="100000">
                <a:srgbClr val="00512B"/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412" name="图片 82"/>
          <p:cNvPicPr/>
          <p:nvPr/>
        </p:nvPicPr>
        <p:blipFill>
          <a:blip r:embed="rId3"/>
          <a:stretch/>
        </p:blipFill>
        <p:spPr>
          <a:xfrm>
            <a:off x="9793440" y="249840"/>
            <a:ext cx="2024280" cy="56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矩形 83"/>
          <p:cNvSpPr/>
          <p:nvPr/>
        </p:nvSpPr>
        <p:spPr>
          <a:xfrm>
            <a:off x="0" y="6188040"/>
            <a:ext cx="12191040" cy="668880"/>
          </a:xfrm>
          <a:prstGeom prst="rect">
            <a:avLst/>
          </a:prstGeom>
          <a:gradFill rotWithShape="0">
            <a:gsLst>
              <a:gs pos="0">
                <a:srgbClr val="A13F0B"/>
              </a:gs>
              <a:gs pos="100000">
                <a:srgbClr val="A13F0B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grpSp>
        <p:nvGrpSpPr>
          <p:cNvPr id="414" name="组合 32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415" name="组合 33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416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417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418" name="组合 50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419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20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421" name="组合 51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422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23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24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425" name="组合 34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426" name="组合 35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427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28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429" name="组合 36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430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31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432" name="组合 37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433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34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35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436" name="组合 38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437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38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目录样式3-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图片 3"/>
          <p:cNvPicPr/>
          <p:nvPr/>
        </p:nvPicPr>
        <p:blipFill>
          <a:blip r:embed="rId2"/>
          <a:srcRect l="0" t="0" r="20215" b="0"/>
          <a:stretch/>
        </p:blipFill>
        <p:spPr>
          <a:xfrm>
            <a:off x="6592680" y="0"/>
            <a:ext cx="5608440" cy="676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0" name="任意多边形: 形状 59"/>
          <p:cNvSpPr/>
          <p:nvPr/>
        </p:nvSpPr>
        <p:spPr>
          <a:xfrm flipH="1">
            <a:off x="-1353960" y="0"/>
            <a:ext cx="13543560" cy="1056240"/>
          </a:xfrm>
          <a:custGeom>
            <a:avLst/>
            <a:gdLst>
              <a:gd name="textAreaLeft" fmla="*/ -720 w 13543560"/>
              <a:gd name="textAreaRight" fmla="*/ 13543920 w 13543560"/>
              <a:gd name="textAreaTop" fmla="*/ 0 h 1056240"/>
              <a:gd name="textAreaBottom" fmla="*/ 1057320 h 1056240"/>
              <a:gd name="GluePoint1X" fmla="*/ 12192000 w 12192000"/>
              <a:gd name="GluePoint1Y" fmla="*/ 0 h 723900"/>
              <a:gd name="GluePoint2X" fmla="*/ 2755900 w 12192000"/>
              <a:gd name="GluePoint2Y" fmla="*/ 0 h 723900"/>
              <a:gd name="GluePoint3X" fmla="*/ 4 w 12192000"/>
              <a:gd name="GluePoint3Y" fmla="*/ 0 h 723900"/>
              <a:gd name="GluePoint4X" fmla="*/ 0 w 12192000"/>
              <a:gd name="GluePoint4Y" fmla="*/ 0 h 723900"/>
              <a:gd name="GluePoint5X" fmla="*/ 0 w 12192000"/>
              <a:gd name="GluePoint5Y" fmla="*/ 723900 h 723900"/>
              <a:gd name="GluePoint6X" fmla="*/ 1987354 w 12192000"/>
              <a:gd name="GluePoint6Y" fmla="*/ 723900 h 723900"/>
              <a:gd name="GluePoint7X" fmla="*/ 2038350 w 12192000"/>
              <a:gd name="GluePoint7Y" fmla="*/ 717550 h 723900"/>
              <a:gd name="GluePoint8X" fmla="*/ 2753650 w 12192000"/>
              <a:gd name="GluePoint8Y" fmla="*/ 288000 h 723900"/>
              <a:gd name="GluePoint9X" fmla="*/ 12192000 w 12192000"/>
              <a:gd name="GluePoint9Y" fmla="*/ 288000 h 7239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 rotWithShape="0">
            <a:gsLst>
              <a:gs pos="0">
                <a:srgbClr val="006C39"/>
              </a:gs>
              <a:gs pos="100000">
                <a:srgbClr val="00512B"/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441" name="图片 63"/>
          <p:cNvPicPr/>
          <p:nvPr/>
        </p:nvPicPr>
        <p:blipFill>
          <a:blip r:embed="rId3"/>
          <a:stretch/>
        </p:blipFill>
        <p:spPr>
          <a:xfrm>
            <a:off x="9793440" y="249840"/>
            <a:ext cx="2024280" cy="56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2" name="矩形 64"/>
          <p:cNvSpPr/>
          <p:nvPr/>
        </p:nvSpPr>
        <p:spPr>
          <a:xfrm>
            <a:off x="0" y="6188040"/>
            <a:ext cx="12191040" cy="668880"/>
          </a:xfrm>
          <a:prstGeom prst="rect">
            <a:avLst/>
          </a:prstGeom>
          <a:gradFill rotWithShape="0">
            <a:gsLst>
              <a:gs pos="0">
                <a:srgbClr val="A13F0B"/>
              </a:gs>
              <a:gs pos="100000">
                <a:srgbClr val="A13F0B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grpSp>
        <p:nvGrpSpPr>
          <p:cNvPr id="443" name="组合 29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444" name="组合 30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445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446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447" name="组合 47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448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49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450" name="组合 48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451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52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53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454" name="组合 31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455" name="组合 32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456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57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458" name="组合 33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459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60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461" name="组合 34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462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63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64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465" name="组合 35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466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467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目录样式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目录样式6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目录样式7-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9" name="图片 1"/>
          <p:cNvPicPr/>
          <p:nvPr/>
        </p:nvPicPr>
        <p:blipFill>
          <a:blip r:embed="rId2"/>
          <a:srcRect l="0" t="-75" r="0" b="197"/>
          <a:stretch/>
        </p:blipFill>
        <p:spPr>
          <a:xfrm>
            <a:off x="0" y="0"/>
            <a:ext cx="12191040" cy="501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矩形 4"/>
          <p:cNvSpPr/>
          <p:nvPr/>
        </p:nvSpPr>
        <p:spPr>
          <a:xfrm>
            <a:off x="0" y="5019840"/>
            <a:ext cx="12191040" cy="18370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531" name="矩形 9"/>
          <p:cNvSpPr/>
          <p:nvPr/>
        </p:nvSpPr>
        <p:spPr>
          <a:xfrm>
            <a:off x="0" y="0"/>
            <a:ext cx="12191040" cy="501876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cxnSp>
        <p:nvCxnSpPr>
          <p:cNvPr id="532" name="直接连接符 6"/>
          <p:cNvCxnSpPr/>
          <p:nvPr/>
        </p:nvCxnSpPr>
        <p:spPr>
          <a:xfrm>
            <a:off x="-73440" y="5009760"/>
            <a:ext cx="12340800" cy="108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sp>
        <p:nvSpPr>
          <p:cNvPr id="533" name="矩形 8"/>
          <p:cNvSpPr/>
          <p:nvPr/>
        </p:nvSpPr>
        <p:spPr>
          <a:xfrm>
            <a:off x="2041920" y="3927600"/>
            <a:ext cx="8106840" cy="2163600"/>
          </a:xfrm>
          <a:prstGeom prst="rect">
            <a:avLst/>
          </a:prstGeom>
          <a:solidFill>
            <a:srgbClr val="FFFFFF"/>
          </a:solidFill>
          <a:ln w="76200">
            <a:solidFill>
              <a:srgbClr val="ECECEC"/>
            </a:solidFill>
            <a:miter/>
          </a:ln>
          <a:effectLst>
            <a:outerShdw algn="ctr" blurRad="558720" rotWithShape="0" sx="102000" sy="102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4" name="图片 3"/>
          <p:cNvPicPr/>
          <p:nvPr/>
        </p:nvPicPr>
        <p:blipFill>
          <a:blip r:embed="rId3"/>
          <a:stretch/>
        </p:blipFill>
        <p:spPr>
          <a:xfrm>
            <a:off x="4554720" y="1532520"/>
            <a:ext cx="3081240" cy="8618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目录样式7-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5" name="图片 1"/>
          <p:cNvPicPr/>
          <p:nvPr/>
        </p:nvPicPr>
        <p:blipFill>
          <a:blip r:embed="rId2"/>
          <a:srcRect l="0" t="-75" r="0" b="197"/>
          <a:stretch/>
        </p:blipFill>
        <p:spPr>
          <a:xfrm>
            <a:off x="0" y="0"/>
            <a:ext cx="12191040" cy="501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6" name="矩形 4"/>
          <p:cNvSpPr/>
          <p:nvPr/>
        </p:nvSpPr>
        <p:spPr>
          <a:xfrm>
            <a:off x="0" y="5019840"/>
            <a:ext cx="12191040" cy="18370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537" name="矩形 9"/>
          <p:cNvSpPr/>
          <p:nvPr/>
        </p:nvSpPr>
        <p:spPr>
          <a:xfrm>
            <a:off x="0" y="0"/>
            <a:ext cx="12191040" cy="501876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cxnSp>
        <p:nvCxnSpPr>
          <p:cNvPr id="538" name="直接连接符 6"/>
          <p:cNvCxnSpPr/>
          <p:nvPr/>
        </p:nvCxnSpPr>
        <p:spPr>
          <a:xfrm>
            <a:off x="-73440" y="5009760"/>
            <a:ext cx="12340800" cy="108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sp>
        <p:nvSpPr>
          <p:cNvPr id="539" name="矩形 8"/>
          <p:cNvSpPr/>
          <p:nvPr/>
        </p:nvSpPr>
        <p:spPr>
          <a:xfrm>
            <a:off x="1473840" y="3927600"/>
            <a:ext cx="9243000" cy="2163600"/>
          </a:xfrm>
          <a:prstGeom prst="rect">
            <a:avLst/>
          </a:prstGeom>
          <a:solidFill>
            <a:srgbClr val="FFFFFF"/>
          </a:solidFill>
          <a:ln w="76200">
            <a:solidFill>
              <a:srgbClr val="ECECEC"/>
            </a:solidFill>
            <a:miter/>
          </a:ln>
          <a:effectLst>
            <a:outerShdw algn="ctr" blurRad="558720" rotWithShape="0" sx="102000" sy="102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0" name="图片 10"/>
          <p:cNvPicPr/>
          <p:nvPr/>
        </p:nvPicPr>
        <p:blipFill>
          <a:blip r:embed="rId3"/>
          <a:stretch/>
        </p:blipFill>
        <p:spPr>
          <a:xfrm>
            <a:off x="4554720" y="1532520"/>
            <a:ext cx="3081240" cy="8618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目录样式7-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1" name="图片 1"/>
          <p:cNvPicPr/>
          <p:nvPr/>
        </p:nvPicPr>
        <p:blipFill>
          <a:blip r:embed="rId2"/>
          <a:srcRect l="1" t="13077" r="-1" b="116"/>
          <a:stretch/>
        </p:blipFill>
        <p:spPr>
          <a:xfrm>
            <a:off x="0" y="0"/>
            <a:ext cx="12191040" cy="4361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矩形 4"/>
          <p:cNvSpPr/>
          <p:nvPr/>
        </p:nvSpPr>
        <p:spPr>
          <a:xfrm>
            <a:off x="0" y="4346640"/>
            <a:ext cx="12191040" cy="2510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543" name="矩形 9"/>
          <p:cNvSpPr/>
          <p:nvPr/>
        </p:nvSpPr>
        <p:spPr>
          <a:xfrm>
            <a:off x="0" y="0"/>
            <a:ext cx="12191040" cy="434556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cxnSp>
        <p:nvCxnSpPr>
          <p:cNvPr id="544" name="直接连接符 6"/>
          <p:cNvCxnSpPr/>
          <p:nvPr/>
        </p:nvCxnSpPr>
        <p:spPr>
          <a:xfrm>
            <a:off x="-73800" y="4346640"/>
            <a:ext cx="12340800" cy="108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sp>
        <p:nvSpPr>
          <p:cNvPr id="545" name="矩形 8"/>
          <p:cNvSpPr/>
          <p:nvPr/>
        </p:nvSpPr>
        <p:spPr>
          <a:xfrm>
            <a:off x="1828800" y="2523960"/>
            <a:ext cx="8492760" cy="3566880"/>
          </a:xfrm>
          <a:prstGeom prst="rect">
            <a:avLst/>
          </a:prstGeom>
          <a:solidFill>
            <a:srgbClr val="FFFFFF"/>
          </a:solidFill>
          <a:ln w="76200">
            <a:solidFill>
              <a:srgbClr val="ECECEC"/>
            </a:solidFill>
            <a:miter/>
          </a:ln>
          <a:effectLst>
            <a:outerShdw algn="ctr" blurRad="558720" rotWithShape="0" sx="102000" sy="102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6" name="图片 68"/>
          <p:cNvPicPr/>
          <p:nvPr/>
        </p:nvPicPr>
        <p:blipFill>
          <a:blip r:embed="rId3"/>
          <a:stretch/>
        </p:blipFill>
        <p:spPr>
          <a:xfrm>
            <a:off x="4554720" y="861120"/>
            <a:ext cx="3081240" cy="8618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目录样式7-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矩形 7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07E42"/>
              </a:gs>
              <a:gs pos="100000">
                <a:srgbClr val="006C39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548" name="图片 10"/>
          <p:cNvPicPr/>
          <p:nvPr/>
        </p:nvPicPr>
        <p:blipFill>
          <a:blip r:embed="rId2"/>
          <a:stretch/>
        </p:blipFill>
        <p:spPr>
          <a:xfrm>
            <a:off x="6943680" y="1087560"/>
            <a:ext cx="5249880" cy="525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矩形 11"/>
          <p:cNvSpPr/>
          <p:nvPr/>
        </p:nvSpPr>
        <p:spPr>
          <a:xfrm>
            <a:off x="7423200" y="0"/>
            <a:ext cx="4767840" cy="6856920"/>
          </a:xfrm>
          <a:prstGeom prst="rect">
            <a:avLst/>
          </a:prstGeom>
          <a:gradFill rotWithShape="0">
            <a:gsLst>
              <a:gs pos="0">
                <a:srgbClr val="006C39">
                  <a:alpha val="0"/>
                </a:srgbClr>
              </a:gs>
              <a:gs pos="100000">
                <a:srgbClr val="006C39">
                  <a:alpha val="72000"/>
                </a:srgb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550" name="矩形 42"/>
          <p:cNvSpPr/>
          <p:nvPr/>
        </p:nvSpPr>
        <p:spPr>
          <a:xfrm>
            <a:off x="6873840" y="3188520"/>
            <a:ext cx="5317200" cy="1204200"/>
          </a:xfrm>
          <a:prstGeom prst="rect">
            <a:avLst/>
          </a:prstGeom>
          <a:solidFill>
            <a:srgbClr val="FFFFFF"/>
          </a:solidFill>
          <a:ln w="76200">
            <a:noFill/>
          </a:ln>
          <a:effectLst>
            <a:outerShdw algn="ctr" blurRad="558720" rotWithShape="0" sx="102000" sy="102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矩形 43"/>
          <p:cNvSpPr/>
          <p:nvPr/>
        </p:nvSpPr>
        <p:spPr>
          <a:xfrm>
            <a:off x="6873840" y="3188520"/>
            <a:ext cx="548280" cy="1204200"/>
          </a:xfrm>
          <a:prstGeom prst="rect">
            <a:avLst/>
          </a:prstGeom>
          <a:solidFill>
            <a:schemeClr val="accent4"/>
          </a:solidFill>
          <a:ln w="762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文本框 44"/>
          <p:cNvSpPr/>
          <p:nvPr/>
        </p:nvSpPr>
        <p:spPr>
          <a:xfrm>
            <a:off x="-2647800" y="-2281680"/>
            <a:ext cx="6030720" cy="111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0" b="0" u="none" strike="noStrike">
                <a:solidFill>
                  <a:srgbClr val="FFFFFF">
                    <a:alpha val="40000"/>
                  </a:srgbClr>
                </a:solidFill>
                <a:effectLst/>
                <a:uFillTx/>
                <a:latin typeface="Century Gothic"/>
                <a:ea typeface="微软雅黑"/>
              </a:rPr>
              <a:t>0</a:t>
            </a:r>
            <a:endParaRPr lang="en-US" sz="7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3" name="图片 45"/>
          <p:cNvPicPr/>
          <p:nvPr/>
        </p:nvPicPr>
        <p:blipFill>
          <a:blip r:embed="rId3"/>
          <a:stretch/>
        </p:blipFill>
        <p:spPr>
          <a:xfrm>
            <a:off x="9485280" y="203040"/>
            <a:ext cx="2509200" cy="7016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1-常规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1" name="直接连接符 1"/>
          <p:cNvCxnSpPr/>
          <p:nvPr/>
        </p:nvCxnSpPr>
        <p:spPr>
          <a:xfrm>
            <a:off x="1549800" y="862920"/>
            <a:ext cx="10319760" cy="1080"/>
          </a:xfrm>
          <a:prstGeom prst="straightConnector1">
            <a:avLst/>
          </a:prstGeom>
          <a:ln w="28575">
            <a:solidFill>
              <a:srgbClr val="A2A2A2"/>
            </a:solidFill>
            <a:round/>
          </a:ln>
        </p:spPr>
      </p:cxnSp>
      <p:sp>
        <p:nvSpPr>
          <p:cNvPr id="622" name="矩形 23"/>
          <p:cNvSpPr/>
          <p:nvPr/>
        </p:nvSpPr>
        <p:spPr>
          <a:xfrm>
            <a:off x="11155320" y="6188040"/>
            <a:ext cx="712080" cy="6688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623" name="矩形 2"/>
          <p:cNvSpPr/>
          <p:nvPr/>
        </p:nvSpPr>
        <p:spPr>
          <a:xfrm>
            <a:off x="318600" y="0"/>
            <a:ext cx="1047600" cy="871920"/>
          </a:xfrm>
          <a:prstGeom prst="rect">
            <a:avLst/>
          </a:prstGeom>
          <a:solidFill>
            <a:schemeClr val="accent1"/>
          </a:solidFill>
          <a:ln>
            <a:solidFill>
              <a:srgbClr val="006C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1606680" y="345240"/>
            <a:ext cx="8642880" cy="475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单击此</a:t>
            </a: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处编辑</a:t>
            </a: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母版标</a:t>
            </a: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题样式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625" name="矩形 4"/>
          <p:cNvSpPr/>
          <p:nvPr/>
        </p:nvSpPr>
        <p:spPr>
          <a:xfrm>
            <a:off x="318600" y="6188040"/>
            <a:ext cx="10843200" cy="6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626" name="文本框 5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D6A4CCF6-1D04-414D-8C58-3BB33B5FF271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矩形 24"/>
          <p:cNvSpPr/>
          <p:nvPr/>
        </p:nvSpPr>
        <p:spPr>
          <a:xfrm>
            <a:off x="1378800" y="-1440"/>
            <a:ext cx="165960" cy="873720"/>
          </a:xfrm>
          <a:prstGeom prst="rect">
            <a:avLst/>
          </a:prstGeom>
          <a:solidFill>
            <a:schemeClr val="accent4"/>
          </a:solidFill>
          <a:ln>
            <a:solidFill>
              <a:srgbClr val="A13F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83160" tIns="45000" rIns="831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pic>
        <p:nvPicPr>
          <p:cNvPr id="628" name="图片 56"/>
          <p:cNvPicPr/>
          <p:nvPr/>
        </p:nvPicPr>
        <p:blipFill>
          <a:blip r:embed="rId2"/>
          <a:stretch/>
        </p:blipFill>
        <p:spPr>
          <a:xfrm>
            <a:off x="9837720" y="347400"/>
            <a:ext cx="1968120" cy="432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629" name="直接连接符 6"/>
          <p:cNvCxnSpPr/>
          <p:nvPr/>
        </p:nvCxnSpPr>
        <p:spPr>
          <a:xfrm>
            <a:off x="1366200" y="-17640"/>
            <a:ext cx="1080" cy="108000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cxnSp>
        <p:nvCxnSpPr>
          <p:cNvPr id="630" name="直接连接符 57"/>
          <p:cNvCxnSpPr/>
          <p:nvPr/>
        </p:nvCxnSpPr>
        <p:spPr>
          <a:xfrm>
            <a:off x="11155320" y="6119640"/>
            <a:ext cx="1080" cy="76176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grpSp>
        <p:nvGrpSpPr>
          <p:cNvPr id="631" name="组合 83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632" name="组合 84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633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634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635" name="组合 101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636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37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638" name="组合 102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639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40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41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642" name="组合 85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643" name="组合 86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644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45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646" name="组合 87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647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48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649" name="组合 88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650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51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52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653" name="组合 89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654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55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1-一段一图-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矩形 23"/>
          <p:cNvSpPr/>
          <p:nvPr/>
        </p:nvSpPr>
        <p:spPr>
          <a:xfrm>
            <a:off x="11155320" y="6188040"/>
            <a:ext cx="712080" cy="6688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657" name="矩形 4"/>
          <p:cNvSpPr/>
          <p:nvPr/>
        </p:nvSpPr>
        <p:spPr>
          <a:xfrm>
            <a:off x="318600" y="6188040"/>
            <a:ext cx="10843200" cy="6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658" name="文本框 5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2CCC66AB-C1C9-4D70-9333-F1CD8966EC4D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9" name="直接连接符 57"/>
          <p:cNvCxnSpPr/>
          <p:nvPr/>
        </p:nvCxnSpPr>
        <p:spPr>
          <a:xfrm>
            <a:off x="11155320" y="6119640"/>
            <a:ext cx="1080" cy="76176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grpSp>
        <p:nvGrpSpPr>
          <p:cNvPr id="660" name="组合 83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661" name="组合 84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662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663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664" name="组合 101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665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66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667" name="组合 102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668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69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70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671" name="组合 85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672" name="组合 86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673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74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675" name="组合 87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676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77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678" name="组合 88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679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80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81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682" name="组合 89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683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84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  <p:sp>
        <p:nvSpPr>
          <p:cNvPr id="685" name="PlaceHolder 1"/>
          <p:cNvSpPr>
            <a:spLocks noGrp="1"/>
          </p:cNvSpPr>
          <p:nvPr>
            <p:ph type="title"/>
          </p:nvPr>
        </p:nvSpPr>
        <p:spPr>
          <a:xfrm>
            <a:off x="1767600" y="3019680"/>
            <a:ext cx="8642880" cy="695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ctr">
              <a:lnSpc>
                <a:spcPct val="90000"/>
              </a:lnSpc>
              <a:buNone/>
              <a:tabLst>
                <a:tab pos="0" algn="l"/>
              </a:tabLst>
              <a:def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单击此处编辑母版标题样式</a:t>
            </a:r>
            <a:endParaRPr lang="en-US" sz="4400" b="1" u="none" strike="noStrike">
              <a:solidFill>
                <a:srgbClr val="006C39"/>
              </a:solidFill>
              <a:effectLst/>
              <a:uFillTx/>
              <a:latin typeface="微软雅黑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8-常规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矩形 6"/>
          <p:cNvSpPr/>
          <p:nvPr/>
        </p:nvSpPr>
        <p:spPr>
          <a:xfrm>
            <a:off x="318600" y="6188040"/>
            <a:ext cx="11549160" cy="6688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80" dir="16200000" dist="38160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687" name="矩形 7"/>
          <p:cNvSpPr/>
          <p:nvPr/>
        </p:nvSpPr>
        <p:spPr>
          <a:xfrm>
            <a:off x="318600" y="0"/>
            <a:ext cx="11549160" cy="871920"/>
          </a:xfrm>
          <a:prstGeom prst="rect">
            <a:avLst/>
          </a:prstGeom>
          <a:solidFill>
            <a:schemeClr val="accent1"/>
          </a:solidFill>
          <a:ln>
            <a:solidFill>
              <a:srgbClr val="006C39"/>
            </a:solidFill>
          </a:ln>
          <a:effectLst>
            <a:outerShdw algn="t" blurRad="127080" dir="5400000" dist="38160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688" name="PlaceHolder 1"/>
          <p:cNvSpPr>
            <a:spLocks noGrp="1"/>
          </p:cNvSpPr>
          <p:nvPr>
            <p:ph type="title"/>
          </p:nvPr>
        </p:nvSpPr>
        <p:spPr>
          <a:xfrm>
            <a:off x="541440" y="248400"/>
            <a:ext cx="8642880" cy="475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zh-CN" sz="2800" b="1" u="none" strike="noStrike">
                <a:solidFill>
                  <a:schemeClr val="lt1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lt1"/>
                </a:solidFill>
                <a:effectLst/>
                <a:uFillTx/>
                <a:latin typeface="微软雅黑"/>
                <a:ea typeface="微软雅黑"/>
              </a:rPr>
              <a:t>单击此处编</a:t>
            </a:r>
            <a:r>
              <a:rPr lang="zh-CN" sz="2800" b="1" u="none" strike="noStrike">
                <a:solidFill>
                  <a:schemeClr val="lt1"/>
                </a:solidFill>
                <a:effectLst/>
                <a:uFillTx/>
                <a:latin typeface="微软雅黑"/>
                <a:ea typeface="微软雅黑"/>
              </a:rPr>
              <a:t>辑母版标题</a:t>
            </a:r>
            <a:r>
              <a:rPr lang="zh-CN" sz="2800" b="1" u="none" strike="noStrike">
                <a:solidFill>
                  <a:schemeClr val="lt1"/>
                </a:solidFill>
                <a:effectLst/>
                <a:uFillTx/>
                <a:latin typeface="微软雅黑"/>
                <a:ea typeface="微软雅黑"/>
              </a:rPr>
              <a:t>样式</a:t>
            </a:r>
            <a:endParaRPr lang="en-US" sz="2800" b="1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689" name="文本框 10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569204CA-0AE1-465E-9653-098BF5935DAA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0" name="图片 39"/>
          <p:cNvPicPr/>
          <p:nvPr/>
        </p:nvPicPr>
        <p:blipFill>
          <a:blip r:embed="rId2"/>
          <a:stretch/>
        </p:blipFill>
        <p:spPr>
          <a:xfrm>
            <a:off x="9564120" y="131400"/>
            <a:ext cx="2242080" cy="6267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91" name="组合 36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692" name="组合 37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693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694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695" name="组合 55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696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697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698" name="组合 56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699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00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01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702" name="组合 38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703" name="组合 40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704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05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06" name="组合 41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707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08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09" name="组合 42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710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11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12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13" name="组合 43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714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15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8-一段一图-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矩形 6"/>
          <p:cNvSpPr/>
          <p:nvPr/>
        </p:nvSpPr>
        <p:spPr>
          <a:xfrm>
            <a:off x="318600" y="6188040"/>
            <a:ext cx="11549160" cy="6688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80" dir="16200000" dist="38160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717" name="文本框 10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624F0B6B-C2A0-4B89-AD5D-DC4FABCB42EA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8" name="组合 36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719" name="组合 37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720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721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722" name="组合 55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723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24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25" name="组合 56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726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27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28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729" name="组合 38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730" name="组合 40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731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32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33" name="组合 41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734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35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36" name="组合 42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737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38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39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40" name="组合 43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741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42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  <p:sp>
        <p:nvSpPr>
          <p:cNvPr id="743" name="PlaceHolder 1"/>
          <p:cNvSpPr>
            <a:spLocks noGrp="1"/>
          </p:cNvSpPr>
          <p:nvPr>
            <p:ph type="title"/>
          </p:nvPr>
        </p:nvSpPr>
        <p:spPr>
          <a:xfrm>
            <a:off x="1767600" y="3019680"/>
            <a:ext cx="8642880" cy="695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ctr">
              <a:lnSpc>
                <a:spcPct val="90000"/>
              </a:lnSpc>
              <a:buNone/>
              <a:tabLst>
                <a:tab pos="0" algn="l"/>
              </a:tabLst>
              <a:def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单击</a:t>
            </a: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此处</a:t>
            </a: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编辑</a:t>
            </a: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母版</a:t>
            </a: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标题</a:t>
            </a: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样式</a:t>
            </a:r>
            <a:endParaRPr lang="en-US" sz="4400" b="1" u="none" strike="noStrike">
              <a:solidFill>
                <a:srgbClr val="006C39"/>
              </a:solidFill>
              <a:effectLst/>
              <a:uFillTx/>
              <a:latin typeface="微软雅黑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2-一段一图-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文本框 5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B78413EC-3387-4AF0-8811-106C4C3E7A1B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矩形 87"/>
          <p:cNvSpPr/>
          <p:nvPr/>
        </p:nvSpPr>
        <p:spPr>
          <a:xfrm>
            <a:off x="12146400" y="336600"/>
            <a:ext cx="44640" cy="264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2320" tIns="45000" rIns="22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pic>
        <p:nvPicPr>
          <p:cNvPr id="746" name="图片 4"/>
          <p:cNvPicPr/>
          <p:nvPr/>
        </p:nvPicPr>
        <p:blipFill>
          <a:blip r:embed="rId2"/>
          <a:stretch/>
        </p:blipFill>
        <p:spPr>
          <a:xfrm>
            <a:off x="9790200" y="252000"/>
            <a:ext cx="1968120" cy="4320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3-常规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任意多边形: 形状 77"/>
          <p:cNvSpPr/>
          <p:nvPr/>
        </p:nvSpPr>
        <p:spPr>
          <a:xfrm>
            <a:off x="10114200" y="210240"/>
            <a:ext cx="2787840" cy="572040"/>
          </a:xfrm>
          <a:custGeom>
            <a:avLst/>
            <a:gdLst>
              <a:gd name="textAreaLeft" fmla="*/ 0 w 2787840"/>
              <a:gd name="textAreaRight" fmla="*/ 2788920 w 2787840"/>
              <a:gd name="textAreaTop" fmla="*/ 0 h 572040"/>
              <a:gd name="textAreaBottom" fmla="*/ 573120 h 572040"/>
              <a:gd name="GluePoint1X" fmla="*/ 83399 w 1678507"/>
              <a:gd name="GluePoint1Y" fmla="*/ 0 h 573228"/>
              <a:gd name="GluePoint2X" fmla="*/ 1678507 w 1678507"/>
              <a:gd name="GluePoint2Y" fmla="*/ 0 h 573228"/>
              <a:gd name="GluePoint3X" fmla="*/ 1678507 w 1678507"/>
              <a:gd name="GluePoint3Y" fmla="*/ 573228 h 573228"/>
              <a:gd name="GluePoint4X" fmla="*/ 0 w 1678507"/>
              <a:gd name="GluePoint4Y" fmla="*/ 573228 h 57322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748" name="平行四边形 3"/>
          <p:cNvSpPr/>
          <p:nvPr/>
        </p:nvSpPr>
        <p:spPr>
          <a:xfrm>
            <a:off x="198000" y="302400"/>
            <a:ext cx="745200" cy="340920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749" name="文本框 70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B23EFE29-DF85-4FF3-AC4B-C3FE9983C4FD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0" name="直接连接符 95"/>
          <p:cNvCxnSpPr/>
          <p:nvPr/>
        </p:nvCxnSpPr>
        <p:spPr>
          <a:xfrm>
            <a:off x="442800" y="6264000"/>
            <a:ext cx="11307240" cy="108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949320" y="250200"/>
            <a:ext cx="8642880" cy="475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单击此处编辑母版标题样式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pic>
        <p:nvPicPr>
          <p:cNvPr id="752" name="图片 97"/>
          <p:cNvPicPr/>
          <p:nvPr/>
        </p:nvPicPr>
        <p:blipFill>
          <a:blip r:embed="rId2"/>
          <a:stretch/>
        </p:blipFill>
        <p:spPr>
          <a:xfrm>
            <a:off x="10277640" y="241560"/>
            <a:ext cx="1818360" cy="5079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53" name="组合 32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754" name="组合 33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755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756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757" name="组合 50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758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59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60" name="组合 51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761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62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63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764" name="组合 34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765" name="组合 35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766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67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68" name="组合 36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769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70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71" name="组合 37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772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73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74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75" name="组合 38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776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77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3-一段一图-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文本框 70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563D9BC3-AF8C-4ABF-9B97-90FBB31941C6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9" name="直接连接符 95"/>
          <p:cNvCxnSpPr/>
          <p:nvPr/>
        </p:nvCxnSpPr>
        <p:spPr>
          <a:xfrm>
            <a:off x="442800" y="6264000"/>
            <a:ext cx="11307240" cy="108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sp>
        <p:nvSpPr>
          <p:cNvPr id="780" name="PlaceHolder 1"/>
          <p:cNvSpPr>
            <a:spLocks noGrp="1"/>
          </p:cNvSpPr>
          <p:nvPr>
            <p:ph type="title"/>
          </p:nvPr>
        </p:nvSpPr>
        <p:spPr>
          <a:xfrm>
            <a:off x="1767600" y="3019680"/>
            <a:ext cx="8642880" cy="695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ctr">
              <a:lnSpc>
                <a:spcPct val="90000"/>
              </a:lnSpc>
              <a:buNone/>
              <a:tabLst>
                <a:tab pos="0" algn="l"/>
              </a:tabLst>
              <a:def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单击此处编辑母版标题样式</a:t>
            </a:r>
            <a:endParaRPr lang="en-US" sz="4400" b="1" u="none" strike="noStrike">
              <a:solidFill>
                <a:srgbClr val="006C39"/>
              </a:solidFill>
              <a:effectLst/>
              <a:uFillTx/>
              <a:latin typeface="微软雅黑"/>
            </a:endParaRPr>
          </a:p>
        </p:txBody>
      </p:sp>
      <p:grpSp>
        <p:nvGrpSpPr>
          <p:cNvPr id="781" name="组合 32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782" name="组合 33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783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784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785" name="组合 50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786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87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88" name="组合 51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789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90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91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792" name="组合 34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793" name="组合 35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794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95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96" name="组合 36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797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798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799" name="组合 37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800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01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02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803" name="组合 38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804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05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４-一段一图-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6" name="直接连接符 1"/>
          <p:cNvCxnSpPr/>
          <p:nvPr/>
        </p:nvCxnSpPr>
        <p:spPr>
          <a:xfrm>
            <a:off x="10185120" y="862920"/>
            <a:ext cx="1684440" cy="1080"/>
          </a:xfrm>
          <a:prstGeom prst="straightConnector1">
            <a:avLst/>
          </a:prstGeom>
          <a:ln w="28575">
            <a:solidFill>
              <a:srgbClr val="006C39"/>
            </a:solidFill>
            <a:round/>
          </a:ln>
        </p:spPr>
      </p:cxnSp>
      <p:sp>
        <p:nvSpPr>
          <p:cNvPr id="807" name="矩形 23"/>
          <p:cNvSpPr/>
          <p:nvPr/>
        </p:nvSpPr>
        <p:spPr>
          <a:xfrm>
            <a:off x="11155320" y="6188040"/>
            <a:ext cx="712080" cy="6688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808" name="文本框 5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370B336A-C5B9-4634-8E87-541958F3C585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9" name="直接连接符 57"/>
          <p:cNvCxnSpPr/>
          <p:nvPr/>
        </p:nvCxnSpPr>
        <p:spPr>
          <a:xfrm>
            <a:off x="11155320" y="6188040"/>
            <a:ext cx="1080" cy="66636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pic>
        <p:nvPicPr>
          <p:cNvPr id="810" name="图片 13"/>
          <p:cNvPicPr/>
          <p:nvPr/>
        </p:nvPicPr>
        <p:blipFill>
          <a:blip r:embed="rId2"/>
          <a:stretch/>
        </p:blipFill>
        <p:spPr>
          <a:xfrm>
            <a:off x="10101600" y="214200"/>
            <a:ext cx="1863360" cy="689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４-常规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1" name="直接连接符 1"/>
          <p:cNvCxnSpPr/>
          <p:nvPr/>
        </p:nvCxnSpPr>
        <p:spPr>
          <a:xfrm>
            <a:off x="1366200" y="862920"/>
            <a:ext cx="10503360" cy="1080"/>
          </a:xfrm>
          <a:prstGeom prst="straightConnector1">
            <a:avLst/>
          </a:prstGeom>
          <a:ln w="28575">
            <a:solidFill>
              <a:srgbClr val="006C39"/>
            </a:solidFill>
            <a:round/>
          </a:ln>
        </p:spPr>
      </p:cxnSp>
      <p:sp>
        <p:nvSpPr>
          <p:cNvPr id="812" name="矩形 23"/>
          <p:cNvSpPr/>
          <p:nvPr/>
        </p:nvSpPr>
        <p:spPr>
          <a:xfrm>
            <a:off x="11155320" y="6188040"/>
            <a:ext cx="712080" cy="6688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813" name="矩形 2"/>
          <p:cNvSpPr/>
          <p:nvPr/>
        </p:nvSpPr>
        <p:spPr>
          <a:xfrm>
            <a:off x="318600" y="0"/>
            <a:ext cx="1047600" cy="871920"/>
          </a:xfrm>
          <a:prstGeom prst="rect">
            <a:avLst/>
          </a:prstGeom>
          <a:solidFill>
            <a:schemeClr val="accent4"/>
          </a:solidFill>
          <a:ln>
            <a:solidFill>
              <a:srgbClr val="A13F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1368720" y="345240"/>
            <a:ext cx="8642880" cy="475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单击此处编辑母版标题样式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815" name="矩形 4"/>
          <p:cNvSpPr/>
          <p:nvPr/>
        </p:nvSpPr>
        <p:spPr>
          <a:xfrm>
            <a:off x="318600" y="6188040"/>
            <a:ext cx="10843200" cy="6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816" name="文本框 5"/>
          <p:cNvSpPr/>
          <p:nvPr/>
        </p:nvSpPr>
        <p:spPr>
          <a:xfrm>
            <a:off x="11236680" y="635112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EDA3EF93-7F39-49CB-A528-5A9874ACA2CA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7" name="直接连接符 57"/>
          <p:cNvCxnSpPr/>
          <p:nvPr/>
        </p:nvCxnSpPr>
        <p:spPr>
          <a:xfrm>
            <a:off x="11155320" y="6188040"/>
            <a:ext cx="1080" cy="66636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pic>
        <p:nvPicPr>
          <p:cNvPr id="818" name="图片 13"/>
          <p:cNvPicPr/>
          <p:nvPr/>
        </p:nvPicPr>
        <p:blipFill>
          <a:blip r:embed="rId2"/>
          <a:stretch/>
        </p:blipFill>
        <p:spPr>
          <a:xfrm>
            <a:off x="10101600" y="214200"/>
            <a:ext cx="1863360" cy="689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9" name="图片 14"/>
          <p:cNvPicPr/>
          <p:nvPr/>
        </p:nvPicPr>
        <p:blipFill>
          <a:blip r:embed="rId3"/>
          <a:stretch/>
        </p:blipFill>
        <p:spPr>
          <a:xfrm>
            <a:off x="409680" y="6269040"/>
            <a:ext cx="1816560" cy="50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5-常规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title"/>
          </p:nvPr>
        </p:nvSpPr>
        <p:spPr>
          <a:xfrm>
            <a:off x="749880" y="250200"/>
            <a:ext cx="8642880" cy="475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单击此处编辑母版标题样式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821" name="文本框 5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74E1976B-E47E-4776-B78A-BD49385863F6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2" name="图片 56"/>
          <p:cNvPicPr/>
          <p:nvPr/>
        </p:nvPicPr>
        <p:blipFill>
          <a:blip r:embed="rId2"/>
          <a:srcRect l="-327" t="0" r="0" b="0"/>
          <a:stretch/>
        </p:blipFill>
        <p:spPr>
          <a:xfrm>
            <a:off x="11282400" y="252000"/>
            <a:ext cx="432000" cy="432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823" name="直接连接符 86"/>
          <p:cNvCxnSpPr/>
          <p:nvPr/>
        </p:nvCxnSpPr>
        <p:spPr>
          <a:xfrm>
            <a:off x="442800" y="821520"/>
            <a:ext cx="11307240" cy="108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cxnSp>
        <p:nvCxnSpPr>
          <p:cNvPr id="824" name="直接连接符 89"/>
          <p:cNvCxnSpPr/>
          <p:nvPr/>
        </p:nvCxnSpPr>
        <p:spPr>
          <a:xfrm>
            <a:off x="442800" y="6264000"/>
            <a:ext cx="11307240" cy="108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grpSp>
        <p:nvGrpSpPr>
          <p:cNvPr id="825" name="组合 3"/>
          <p:cNvGrpSpPr/>
          <p:nvPr/>
        </p:nvGrpSpPr>
        <p:grpSpPr>
          <a:xfrm>
            <a:off x="-511560" y="254880"/>
            <a:ext cx="1220040" cy="437400"/>
            <a:chOff x="-511560" y="254880"/>
            <a:chExt cx="1220040" cy="437400"/>
          </a:xfrm>
        </p:grpSpPr>
        <p:sp>
          <p:nvSpPr>
            <p:cNvPr id="826" name="梯形 57"/>
            <p:cNvSpPr/>
            <p:nvPr/>
          </p:nvSpPr>
          <p:spPr>
            <a:xfrm rot="16200000">
              <a:off x="-88920" y="-167760"/>
              <a:ext cx="374760" cy="1220040"/>
            </a:xfrm>
            <a:prstGeom prst="trapezoid">
              <a:avLst>
                <a:gd name="adj" fmla="val 7230"/>
              </a:avLst>
            </a:prstGeom>
            <a:gradFill rotWithShape="0">
              <a:gsLst>
                <a:gs pos="0">
                  <a:srgbClr val="006C39">
                    <a:alpha val="0"/>
                  </a:srgbClr>
                </a:gs>
                <a:gs pos="100000">
                  <a:srgbClr val="006C39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827" name="梯形 58"/>
            <p:cNvSpPr/>
            <p:nvPr/>
          </p:nvSpPr>
          <p:spPr>
            <a:xfrm rot="16200000">
              <a:off x="-61200" y="19080"/>
              <a:ext cx="266040" cy="1057320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828" name="梯形 59"/>
            <p:cNvSpPr/>
            <p:nvPr/>
          </p:nvSpPr>
          <p:spPr>
            <a:xfrm rot="16200000">
              <a:off x="-77040" y="30600"/>
              <a:ext cx="266040" cy="1057320"/>
            </a:xfrm>
            <a:prstGeom prst="trapezoid">
              <a:avLst>
                <a:gd name="adj" fmla="val 7230"/>
              </a:avLst>
            </a:prstGeom>
            <a:gradFill rotWithShape="0">
              <a:gsLst>
                <a:gs pos="0">
                  <a:srgbClr val="A13F0B">
                    <a:alpha val="0"/>
                  </a:srgbClr>
                </a:gs>
                <a:gs pos="100000">
                  <a:srgbClr val="A13F0B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</p:grpSp>
      <p:grpSp>
        <p:nvGrpSpPr>
          <p:cNvPr id="829" name="组合 60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830" name="组合 61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831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832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833" name="组合 78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834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35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836" name="组合 79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837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38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39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840" name="组合 62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841" name="组合 63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842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43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844" name="组合 64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845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46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847" name="组合 65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848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49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50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851" name="组合 66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852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53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5-一段一图-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文本框 5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DAEB9626-DD5A-440C-B587-0A70E842A70E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5" name="直接连接符 89"/>
          <p:cNvCxnSpPr/>
          <p:nvPr/>
        </p:nvCxnSpPr>
        <p:spPr>
          <a:xfrm>
            <a:off x="442800" y="6264000"/>
            <a:ext cx="11307240" cy="108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grpSp>
        <p:nvGrpSpPr>
          <p:cNvPr id="856" name="组合 60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857" name="组合 61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858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859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860" name="组合 78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861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62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863" name="组合 79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864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65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66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867" name="组合 62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868" name="组合 63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869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70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871" name="组合 64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872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73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874" name="组合 65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875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76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77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878" name="组合 66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879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880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  <p:sp>
        <p:nvSpPr>
          <p:cNvPr id="881" name="PlaceHolder 1"/>
          <p:cNvSpPr>
            <a:spLocks noGrp="1"/>
          </p:cNvSpPr>
          <p:nvPr>
            <p:ph type="title"/>
          </p:nvPr>
        </p:nvSpPr>
        <p:spPr>
          <a:xfrm>
            <a:off x="1767600" y="3019680"/>
            <a:ext cx="8642880" cy="695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ctr">
              <a:lnSpc>
                <a:spcPct val="90000"/>
              </a:lnSpc>
              <a:buNone/>
              <a:tabLst>
                <a:tab pos="0" algn="l"/>
              </a:tabLst>
              <a:def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单击此处编辑母版标题样式</a:t>
            </a:r>
            <a:endParaRPr lang="en-US" sz="4400" b="1" u="none" strike="noStrike">
              <a:solidFill>
                <a:srgbClr val="006C39"/>
              </a:solidFill>
              <a:effectLst/>
              <a:uFillTx/>
              <a:latin typeface="微软雅黑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5-一段一图-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文本框 60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4C230AF4-040E-4EC9-B782-5D086450031C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3" name="图片 85"/>
          <p:cNvPicPr/>
          <p:nvPr/>
        </p:nvPicPr>
        <p:blipFill>
          <a:blip r:embed="rId2"/>
          <a:srcRect l="-327" t="0" r="0" b="0"/>
          <a:stretch/>
        </p:blipFill>
        <p:spPr>
          <a:xfrm>
            <a:off x="11282400" y="252000"/>
            <a:ext cx="432000" cy="4320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6-常规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矩形 46"/>
          <p:cNvSpPr/>
          <p:nvPr/>
        </p:nvSpPr>
        <p:spPr>
          <a:xfrm>
            <a:off x="442800" y="-82440"/>
            <a:ext cx="11305080" cy="9075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t" blurRad="139680" dir="5400000" dist="38160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885" name="矩形 40"/>
          <p:cNvSpPr/>
          <p:nvPr/>
        </p:nvSpPr>
        <p:spPr>
          <a:xfrm>
            <a:off x="442800" y="0"/>
            <a:ext cx="11305080" cy="825120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886" name="PlaceHolder 1"/>
          <p:cNvSpPr>
            <a:spLocks noGrp="1"/>
          </p:cNvSpPr>
          <p:nvPr>
            <p:ph type="title"/>
          </p:nvPr>
        </p:nvSpPr>
        <p:spPr>
          <a:xfrm>
            <a:off x="1173600" y="250200"/>
            <a:ext cx="8047080" cy="475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单击此处编辑母版标题样式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887" name="文本框 6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31AE6023-11AF-44CB-BF8D-BD8CABFEC0B4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88" name="直接连接符 37"/>
          <p:cNvCxnSpPr/>
          <p:nvPr/>
        </p:nvCxnSpPr>
        <p:spPr>
          <a:xfrm>
            <a:off x="442800" y="6264000"/>
            <a:ext cx="11307240" cy="108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pic>
        <p:nvPicPr>
          <p:cNvPr id="889" name="图片 41"/>
          <p:cNvPicPr/>
          <p:nvPr/>
        </p:nvPicPr>
        <p:blipFill>
          <a:blip r:embed="rId2"/>
          <a:stretch/>
        </p:blipFill>
        <p:spPr>
          <a:xfrm>
            <a:off x="9590040" y="252000"/>
            <a:ext cx="1968120" cy="4320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90" name="组合 45"/>
          <p:cNvGrpSpPr/>
          <p:nvPr/>
        </p:nvGrpSpPr>
        <p:grpSpPr>
          <a:xfrm>
            <a:off x="637560" y="199800"/>
            <a:ext cx="461880" cy="479880"/>
            <a:chOff x="637560" y="199800"/>
            <a:chExt cx="461880" cy="479880"/>
          </a:xfrm>
        </p:grpSpPr>
        <p:sp>
          <p:nvSpPr>
            <p:cNvPr id="891" name="矩形 44"/>
            <p:cNvSpPr/>
            <p:nvPr/>
          </p:nvSpPr>
          <p:spPr>
            <a:xfrm>
              <a:off x="740160" y="320400"/>
              <a:ext cx="359280" cy="35928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892" name="矩形 43"/>
            <p:cNvSpPr/>
            <p:nvPr/>
          </p:nvSpPr>
          <p:spPr>
            <a:xfrm>
              <a:off x="740160" y="318960"/>
              <a:ext cx="273960" cy="255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893" name="矩形 42"/>
            <p:cNvSpPr/>
            <p:nvPr/>
          </p:nvSpPr>
          <p:spPr>
            <a:xfrm>
              <a:off x="637560" y="199800"/>
              <a:ext cx="359280" cy="359280"/>
            </a:xfrm>
            <a:prstGeom prst="rect">
              <a:avLst/>
            </a:prstGeom>
            <a:solidFill>
              <a:srgbClr val="006C3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</p:grpSp>
      <p:grpSp>
        <p:nvGrpSpPr>
          <p:cNvPr id="894" name="组合 35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895" name="组合 36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896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897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898" name="组合 61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899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00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901" name="组合 62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902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03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04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905" name="组合 38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906" name="组合 39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907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08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909" name="组合 47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910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11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912" name="组合 48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913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14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15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916" name="组合 49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917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18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6-一段一图-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文本框 6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0E9FCD11-8D2E-4E11-895F-FF6669EEDE09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20" name="直接连接符 37"/>
          <p:cNvCxnSpPr/>
          <p:nvPr/>
        </p:nvCxnSpPr>
        <p:spPr>
          <a:xfrm>
            <a:off x="442800" y="6264000"/>
            <a:ext cx="11307240" cy="108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grpSp>
        <p:nvGrpSpPr>
          <p:cNvPr id="921" name="组合 35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922" name="组合 36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923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924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925" name="组合 61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926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27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928" name="组合 62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929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30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31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932" name="组合 38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933" name="组合 39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934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35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936" name="组合 47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937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38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939" name="组合 48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940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41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42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943" name="组合 49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944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45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  <p:sp>
        <p:nvSpPr>
          <p:cNvPr id="946" name="PlaceHolder 1"/>
          <p:cNvSpPr>
            <a:spLocks noGrp="1"/>
          </p:cNvSpPr>
          <p:nvPr>
            <p:ph type="title"/>
          </p:nvPr>
        </p:nvSpPr>
        <p:spPr>
          <a:xfrm>
            <a:off x="1767600" y="3019680"/>
            <a:ext cx="8642880" cy="695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ctr">
              <a:lnSpc>
                <a:spcPct val="90000"/>
              </a:lnSpc>
              <a:buNone/>
              <a:tabLst>
                <a:tab pos="0" algn="l"/>
              </a:tabLst>
              <a:def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单击此处编辑母版标题样式</a:t>
            </a:r>
            <a:endParaRPr lang="en-US" sz="4400" b="1" u="none" strike="noStrike">
              <a:solidFill>
                <a:srgbClr val="006C39"/>
              </a:solidFill>
              <a:effectLst/>
              <a:uFillTx/>
              <a:latin typeface="微软雅黑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４-一段一图-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矩形 23"/>
          <p:cNvSpPr/>
          <p:nvPr/>
        </p:nvSpPr>
        <p:spPr>
          <a:xfrm>
            <a:off x="11155320" y="6188040"/>
            <a:ext cx="712080" cy="6688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948" name="矩形 4"/>
          <p:cNvSpPr/>
          <p:nvPr/>
        </p:nvSpPr>
        <p:spPr>
          <a:xfrm>
            <a:off x="318600" y="6188040"/>
            <a:ext cx="10843200" cy="6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949" name="文本框 5"/>
          <p:cNvSpPr/>
          <p:nvPr/>
        </p:nvSpPr>
        <p:spPr>
          <a:xfrm>
            <a:off x="11236680" y="635112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05CA0B75-03DE-49C3-9598-5275495007F2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50" name="直接连接符 57"/>
          <p:cNvCxnSpPr/>
          <p:nvPr/>
        </p:nvCxnSpPr>
        <p:spPr>
          <a:xfrm>
            <a:off x="11155320" y="6188040"/>
            <a:ext cx="1080" cy="66636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pic>
        <p:nvPicPr>
          <p:cNvPr id="951" name="图片 14"/>
          <p:cNvPicPr/>
          <p:nvPr/>
        </p:nvPicPr>
        <p:blipFill>
          <a:blip r:embed="rId2"/>
          <a:stretch/>
        </p:blipFill>
        <p:spPr>
          <a:xfrm>
            <a:off x="409680" y="6269040"/>
            <a:ext cx="1816560" cy="50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2" name="PlaceHolder 1"/>
          <p:cNvSpPr>
            <a:spLocks noGrp="1"/>
          </p:cNvSpPr>
          <p:nvPr>
            <p:ph type="title"/>
          </p:nvPr>
        </p:nvSpPr>
        <p:spPr>
          <a:xfrm>
            <a:off x="1767600" y="3019680"/>
            <a:ext cx="8642880" cy="695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ctr">
              <a:lnSpc>
                <a:spcPct val="90000"/>
              </a:lnSpc>
              <a:buNone/>
              <a:tabLst>
                <a:tab pos="0" algn="l"/>
              </a:tabLst>
              <a:def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单击此处编辑母版标题样式</a:t>
            </a:r>
            <a:endParaRPr lang="en-US" sz="4400" b="1" u="none" strike="noStrike">
              <a:solidFill>
                <a:srgbClr val="006C39"/>
              </a:solidFill>
              <a:effectLst/>
              <a:uFillTx/>
              <a:latin typeface="微软雅黑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6-一段一图-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文本框 6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4061D2E5-FE73-4FE8-A7A4-8C0F1E4EFC89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矩形 34"/>
          <p:cNvSpPr/>
          <p:nvPr/>
        </p:nvSpPr>
        <p:spPr>
          <a:xfrm>
            <a:off x="9402120" y="-82800"/>
            <a:ext cx="2345760" cy="906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t" blurRad="139680" dir="5400000" dist="38160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955" name="矩形 35"/>
          <p:cNvSpPr/>
          <p:nvPr/>
        </p:nvSpPr>
        <p:spPr>
          <a:xfrm>
            <a:off x="9402120" y="0"/>
            <a:ext cx="2345760" cy="825120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pic>
        <p:nvPicPr>
          <p:cNvPr id="956" name="图片 38"/>
          <p:cNvPicPr/>
          <p:nvPr/>
        </p:nvPicPr>
        <p:blipFill>
          <a:blip r:embed="rId2"/>
          <a:stretch/>
        </p:blipFill>
        <p:spPr>
          <a:xfrm>
            <a:off x="9590040" y="252000"/>
            <a:ext cx="1968120" cy="4320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7-常规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平行四边形 1"/>
          <p:cNvSpPr/>
          <p:nvPr/>
        </p:nvSpPr>
        <p:spPr>
          <a:xfrm>
            <a:off x="658800" y="482400"/>
            <a:ext cx="747000" cy="483120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958" name="矩形 46"/>
          <p:cNvSpPr/>
          <p:nvPr/>
        </p:nvSpPr>
        <p:spPr>
          <a:xfrm>
            <a:off x="442800" y="-82800"/>
            <a:ext cx="11305080" cy="844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t" blurRad="139680" dir="5400000" dist="38160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959" name="矩形 40"/>
          <p:cNvSpPr/>
          <p:nvPr/>
        </p:nvSpPr>
        <p:spPr>
          <a:xfrm>
            <a:off x="442800" y="0"/>
            <a:ext cx="11305080" cy="761400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960" name="PlaceHolder 1"/>
          <p:cNvSpPr>
            <a:spLocks noGrp="1"/>
          </p:cNvSpPr>
          <p:nvPr>
            <p:ph type="title"/>
          </p:nvPr>
        </p:nvSpPr>
        <p:spPr>
          <a:xfrm>
            <a:off x="1173600" y="186480"/>
            <a:ext cx="8047080" cy="475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单击此处编辑母版标题样式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961" name="文本框 6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7029FDA8-30EB-4758-BAB7-D14E9615B0A7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2" name="直接连接符 37"/>
          <p:cNvCxnSpPr/>
          <p:nvPr/>
        </p:nvCxnSpPr>
        <p:spPr>
          <a:xfrm>
            <a:off x="442800" y="6264000"/>
            <a:ext cx="11307240" cy="108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pic>
        <p:nvPicPr>
          <p:cNvPr id="963" name="图片 41"/>
          <p:cNvPicPr/>
          <p:nvPr/>
        </p:nvPicPr>
        <p:blipFill>
          <a:blip r:embed="rId2"/>
          <a:stretch/>
        </p:blipFill>
        <p:spPr>
          <a:xfrm>
            <a:off x="9590040" y="188640"/>
            <a:ext cx="1968120" cy="4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4" name="矩形 42"/>
          <p:cNvSpPr/>
          <p:nvPr/>
        </p:nvSpPr>
        <p:spPr>
          <a:xfrm>
            <a:off x="648360" y="0"/>
            <a:ext cx="412560" cy="965160"/>
          </a:xfrm>
          <a:prstGeom prst="rect">
            <a:avLst/>
          </a:prstGeom>
          <a:solidFill>
            <a:srgbClr val="006C39"/>
          </a:solidFill>
          <a:ln>
            <a:noFill/>
          </a:ln>
          <a:effectLst>
            <a:outerShdw algn="t" blurRad="127080" dir="5400000" dist="25560" rotWithShape="0" sx="102000" sy="10200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grpSp>
        <p:nvGrpSpPr>
          <p:cNvPr id="965" name="组合 33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966" name="组合 34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967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968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969" name="组合 56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970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71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972" name="组合 57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973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74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75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976" name="组合 35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977" name="组合 36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978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79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980" name="组合 38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981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82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983" name="组合 39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984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85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86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987" name="组合 43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988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89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7-一段一图-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文本框 6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137EA112-3735-47C6-B752-660F5B4B12B5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91" name="直接连接符 37"/>
          <p:cNvCxnSpPr/>
          <p:nvPr/>
        </p:nvCxnSpPr>
        <p:spPr>
          <a:xfrm>
            <a:off x="442800" y="6264000"/>
            <a:ext cx="11307240" cy="108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grpSp>
        <p:nvGrpSpPr>
          <p:cNvPr id="992" name="组合 33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993" name="组合 34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994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995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996" name="组合 56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997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998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999" name="组合 57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1000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01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02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1003" name="组合 35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1004" name="组合 36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1005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06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007" name="组合 38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1008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09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010" name="组合 39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1011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12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13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014" name="组合 43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1015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16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  <p:sp>
        <p:nvSpPr>
          <p:cNvPr id="1017" name="PlaceHolder 1"/>
          <p:cNvSpPr>
            <a:spLocks noGrp="1"/>
          </p:cNvSpPr>
          <p:nvPr>
            <p:ph type="title"/>
          </p:nvPr>
        </p:nvSpPr>
        <p:spPr>
          <a:xfrm>
            <a:off x="1767600" y="3019680"/>
            <a:ext cx="8642880" cy="695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ctr">
              <a:lnSpc>
                <a:spcPct val="90000"/>
              </a:lnSpc>
              <a:buNone/>
              <a:tabLst>
                <a:tab pos="0" algn="l"/>
              </a:tabLst>
              <a:def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单击</a:t>
            </a: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此处</a:t>
            </a: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编辑</a:t>
            </a: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母版</a:t>
            </a: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标题</a:t>
            </a: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样式</a:t>
            </a:r>
            <a:endParaRPr lang="en-US" sz="4400" b="1" u="none" strike="noStrike">
              <a:solidFill>
                <a:srgbClr val="006C39"/>
              </a:solidFill>
              <a:effectLst/>
              <a:uFillTx/>
              <a:latin typeface="微软雅黑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7-一段一图-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文本框 33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CC0F6165-EC8E-4C8E-A55B-DCBF27C7E893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9" name="矩形 6"/>
          <p:cNvSpPr/>
          <p:nvPr/>
        </p:nvSpPr>
        <p:spPr>
          <a:xfrm>
            <a:off x="9385200" y="-82440"/>
            <a:ext cx="2362680" cy="844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t" blurRad="139680" dir="5400000" dist="38160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1020" name="矩形 7"/>
          <p:cNvSpPr/>
          <p:nvPr/>
        </p:nvSpPr>
        <p:spPr>
          <a:xfrm>
            <a:off x="9385200" y="0"/>
            <a:ext cx="2362680" cy="761400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pic>
        <p:nvPicPr>
          <p:cNvPr id="1021" name="图片 9"/>
          <p:cNvPicPr/>
          <p:nvPr/>
        </p:nvPicPr>
        <p:blipFill>
          <a:blip r:embed="rId2"/>
          <a:stretch/>
        </p:blipFill>
        <p:spPr>
          <a:xfrm>
            <a:off x="9590040" y="188640"/>
            <a:ext cx="1968120" cy="4320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8-一段一图-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矩形 6"/>
          <p:cNvSpPr/>
          <p:nvPr/>
        </p:nvSpPr>
        <p:spPr>
          <a:xfrm>
            <a:off x="11144880" y="6188040"/>
            <a:ext cx="722880" cy="6688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80" dir="16200000" dist="38160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1023" name="矩形 7"/>
          <p:cNvSpPr/>
          <p:nvPr/>
        </p:nvSpPr>
        <p:spPr>
          <a:xfrm>
            <a:off x="9488160" y="0"/>
            <a:ext cx="2379240" cy="871920"/>
          </a:xfrm>
          <a:prstGeom prst="rect">
            <a:avLst/>
          </a:prstGeom>
          <a:solidFill>
            <a:schemeClr val="accent1"/>
          </a:solidFill>
          <a:ln>
            <a:solidFill>
              <a:srgbClr val="006C39"/>
            </a:solidFill>
          </a:ln>
          <a:effectLst>
            <a:outerShdw algn="t" blurRad="127080" dir="5400000" dist="38160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1024" name="文本框 10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5B30B4D5-D9A9-438A-9C55-F6FF60B0FB2D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5" name="图片 39"/>
          <p:cNvPicPr/>
          <p:nvPr/>
        </p:nvPicPr>
        <p:blipFill>
          <a:blip r:embed="rId2"/>
          <a:stretch/>
        </p:blipFill>
        <p:spPr>
          <a:xfrm>
            <a:off x="9564120" y="131400"/>
            <a:ext cx="2242080" cy="626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空白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1-一段一图-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矩形 23"/>
          <p:cNvSpPr/>
          <p:nvPr/>
        </p:nvSpPr>
        <p:spPr>
          <a:xfrm>
            <a:off x="11155320" y="6188040"/>
            <a:ext cx="712080" cy="6688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1027" name="文本框 5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AA2F2B22-3DB2-4E7D-A222-C3CAA110F6EF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8" name="图片 56"/>
          <p:cNvPicPr/>
          <p:nvPr/>
        </p:nvPicPr>
        <p:blipFill>
          <a:blip r:embed="rId2"/>
          <a:stretch/>
        </p:blipFill>
        <p:spPr>
          <a:xfrm>
            <a:off x="9837720" y="347400"/>
            <a:ext cx="1968120" cy="432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029" name="直接连接符 4"/>
          <p:cNvCxnSpPr/>
          <p:nvPr/>
        </p:nvCxnSpPr>
        <p:spPr>
          <a:xfrm>
            <a:off x="11155320" y="6132960"/>
            <a:ext cx="1080" cy="75744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2-常规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PlaceHolder 1"/>
          <p:cNvSpPr>
            <a:spLocks noGrp="1"/>
          </p:cNvSpPr>
          <p:nvPr>
            <p:ph type="title"/>
          </p:nvPr>
        </p:nvSpPr>
        <p:spPr>
          <a:xfrm>
            <a:off x="577800" y="250200"/>
            <a:ext cx="8642880" cy="475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单击此处编辑母版标题样式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1031" name="文本框 5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FDFE160B-0054-493B-9A1A-96A6D347342B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2" name="图片 56"/>
          <p:cNvPicPr/>
          <p:nvPr/>
        </p:nvPicPr>
        <p:blipFill>
          <a:blip r:embed="rId2"/>
          <a:stretch/>
        </p:blipFill>
        <p:spPr>
          <a:xfrm>
            <a:off x="9790200" y="252000"/>
            <a:ext cx="1968120" cy="4320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033" name="组合 1"/>
          <p:cNvGrpSpPr/>
          <p:nvPr/>
        </p:nvGrpSpPr>
        <p:grpSpPr>
          <a:xfrm>
            <a:off x="-9360" y="122400"/>
            <a:ext cx="558720" cy="698400"/>
            <a:chOff x="-9360" y="122400"/>
            <a:chExt cx="558720" cy="698400"/>
          </a:xfrm>
        </p:grpSpPr>
        <p:sp>
          <p:nvSpPr>
            <p:cNvPr id="1034" name="任意多边形: 形状 56"/>
            <p:cNvSpPr/>
            <p:nvPr/>
          </p:nvSpPr>
          <p:spPr>
            <a:xfrm>
              <a:off x="-9360" y="122400"/>
              <a:ext cx="558720" cy="698400"/>
            </a:xfrm>
            <a:custGeom>
              <a:avLst/>
              <a:gdLst>
                <a:gd name="textAreaLeft" fmla="*/ 0 w 558720"/>
                <a:gd name="textAreaRight" fmla="*/ 559800 w 558720"/>
                <a:gd name="textAreaTop" fmla="*/ 0 h 698400"/>
                <a:gd name="textAreaBottom" fmla="*/ 699480 h 698400"/>
                <a:gd name="GluePoint1X" fmla="*/ 0 w 436410"/>
                <a:gd name="GluePoint1Y" fmla="*/ 0 h 895350"/>
                <a:gd name="GluePoint2X" fmla="*/ 436410 w 436410"/>
                <a:gd name="GluePoint2Y" fmla="*/ 0 h 895350"/>
                <a:gd name="GluePoint3X" fmla="*/ 250915 w 436410"/>
                <a:gd name="GluePoint3Y" fmla="*/ 895350 h 895350"/>
                <a:gd name="GluePoint4X" fmla="*/ 0 w 436410"/>
                <a:gd name="GluePoint4Y" fmla="*/ 895350 h 89535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436410" h="895350">
                  <a:moveTo>
                    <a:pt x="0" y="0"/>
                  </a:moveTo>
                  <a:lnTo>
                    <a:pt x="436410" y="0"/>
                  </a:lnTo>
                  <a:lnTo>
                    <a:pt x="250915" y="895350"/>
                  </a:lnTo>
                  <a:lnTo>
                    <a:pt x="0" y="8953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035" name="任意多边形: 形状 57"/>
            <p:cNvSpPr/>
            <p:nvPr/>
          </p:nvSpPr>
          <p:spPr>
            <a:xfrm>
              <a:off x="417240" y="379080"/>
              <a:ext cx="95400" cy="220680"/>
            </a:xfrm>
            <a:custGeom>
              <a:avLst/>
              <a:gdLst>
                <a:gd name="textAreaLeft" fmla="*/ 0 w 95400"/>
                <a:gd name="textAreaRight" fmla="*/ 96480 w 95400"/>
                <a:gd name="textAreaTop" fmla="*/ 0 h 220680"/>
                <a:gd name="textAreaBottom" fmla="*/ 221760 h 220680"/>
                <a:gd name="GluePoint1X" fmla="*/ 144879 w 185359"/>
                <a:gd name="GluePoint1Y" fmla="*/ 0 h 699303"/>
                <a:gd name="GluePoint2X" fmla="*/ 185359 w 185359"/>
                <a:gd name="GluePoint2Y" fmla="*/ 0 h 699303"/>
                <a:gd name="GluePoint3X" fmla="*/ 40480 w 185359"/>
                <a:gd name="GluePoint3Y" fmla="*/ 699303 h 699303"/>
                <a:gd name="GluePoint4X" fmla="*/ 0 w 185359"/>
                <a:gd name="GluePoint4Y" fmla="*/ 699303 h 69930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85359" h="699303">
                  <a:moveTo>
                    <a:pt x="144879" y="0"/>
                  </a:moveTo>
                  <a:lnTo>
                    <a:pt x="185359" y="0"/>
                  </a:lnTo>
                  <a:lnTo>
                    <a:pt x="40480" y="699303"/>
                  </a:lnTo>
                  <a:lnTo>
                    <a:pt x="0" y="699303"/>
                  </a:ln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rgbClr val="A13F0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47880" tIns="45000" rIns="4788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</p:grpSp>
      <p:cxnSp>
        <p:nvCxnSpPr>
          <p:cNvPr id="1036" name="直接连接符 86"/>
          <p:cNvCxnSpPr/>
          <p:nvPr/>
        </p:nvCxnSpPr>
        <p:spPr>
          <a:xfrm>
            <a:off x="442800" y="821520"/>
            <a:ext cx="11307240" cy="108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sp>
        <p:nvSpPr>
          <p:cNvPr id="1037" name="矩形 87"/>
          <p:cNvSpPr/>
          <p:nvPr/>
        </p:nvSpPr>
        <p:spPr>
          <a:xfrm>
            <a:off x="12146400" y="336600"/>
            <a:ext cx="44640" cy="264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2320" tIns="45000" rIns="22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cxnSp>
        <p:nvCxnSpPr>
          <p:cNvPr id="1038" name="直接连接符 89"/>
          <p:cNvCxnSpPr/>
          <p:nvPr/>
        </p:nvCxnSpPr>
        <p:spPr>
          <a:xfrm>
            <a:off x="442800" y="6264000"/>
            <a:ext cx="11307240" cy="108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grpSp>
        <p:nvGrpSpPr>
          <p:cNvPr id="1039" name="组合 82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1040" name="组合 83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1041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1042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1043" name="组合 105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1044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45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046" name="组合 106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1047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48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49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1050" name="组合 88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1051" name="组合 90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1052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53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054" name="组合 91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1055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56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057" name="组合 92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1058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59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60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061" name="组合 93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1062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63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  <p:sp>
        <p:nvSpPr>
          <p:cNvPr id="1064" name="PlaceHolder 2"/>
          <p:cNvSpPr>
            <a:spLocks noGrp="1"/>
          </p:cNvSpPr>
          <p:nvPr>
            <p:ph type="body" hasCustomPrompt="1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1pPr>
            <a:lvl2pPr lvl="1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2pPr>
            <a:lvl3pPr lvl="2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3pPr>
            <a:lvl4pPr lvl="3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4pPr>
            <a:lvl5pPr lvl="4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5pPr>
            <a:lvl6pPr lvl="5" algn="l">
              <a:lnSpc>
                <a:spcPct val="9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6pPr>
            <a:lvl7pPr lvl="6" algn="l">
              <a:lnSpc>
                <a:spcPct val="9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7pPr>
          </a:lstStyle>
          <a:p>
            <a:pPr marL="228600" indent="-228600" algn="l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marL="864360" lvl="1" indent="-324000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marL="1296000" lvl="2" indent="-288360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marL="1728000" lvl="3" indent="-216000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marL="2160360" lvl="4" indent="-216000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页样式2-一段一图-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文本框 5"/>
          <p:cNvSpPr/>
          <p:nvPr/>
        </p:nvSpPr>
        <p:spPr>
          <a:xfrm>
            <a:off x="11233080" y="6353280"/>
            <a:ext cx="549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fld id="{C0277639-477C-44DB-97A1-1D1DBA0BDFDA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微软雅黑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66" name="直接连接符 89"/>
          <p:cNvCxnSpPr/>
          <p:nvPr/>
        </p:nvCxnSpPr>
        <p:spPr>
          <a:xfrm>
            <a:off x="442800" y="6264000"/>
            <a:ext cx="11307240" cy="108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grpSp>
        <p:nvGrpSpPr>
          <p:cNvPr id="1067" name="组合 82"/>
          <p:cNvGrpSpPr/>
          <p:nvPr/>
        </p:nvGrpSpPr>
        <p:grpSpPr>
          <a:xfrm>
            <a:off x="587160" y="6381720"/>
            <a:ext cx="2478600" cy="303840"/>
            <a:chOff x="587160" y="6381720"/>
            <a:chExt cx="2478600" cy="303840"/>
          </a:xfrm>
        </p:grpSpPr>
        <p:grpSp>
          <p:nvGrpSpPr>
            <p:cNvPr id="1068" name="组合 83"/>
            <p:cNvGrpSpPr/>
            <p:nvPr/>
          </p:nvGrpSpPr>
          <p:grpSpPr>
            <a:xfrm>
              <a:off x="2014200" y="6385320"/>
              <a:ext cx="1051560" cy="297360"/>
              <a:chOff x="2014200" y="6385320"/>
              <a:chExt cx="1051560" cy="297360"/>
            </a:xfrm>
          </p:grpSpPr>
          <p:sp>
            <p:nvSpPr>
              <p:cNvPr id="1069" name="Freeform 5"/>
              <p:cNvSpPr/>
              <p:nvPr/>
            </p:nvSpPr>
            <p:spPr>
              <a:xfrm>
                <a:off x="2595600" y="6404040"/>
                <a:ext cx="234000" cy="264240"/>
              </a:xfrm>
              <a:custGeom>
                <a:avLst/>
                <a:gdLst>
                  <a:gd name="textAreaLeft" fmla="*/ 0 w 234000"/>
                  <a:gd name="textAreaRight" fmla="*/ 235080 w 234000"/>
                  <a:gd name="textAreaTop" fmla="*/ 0 h 264240"/>
                  <a:gd name="textAreaBottom" fmla="*/ 265320 h 26424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1070" name="Freeform 6"/>
              <p:cNvSpPr/>
              <p:nvPr/>
            </p:nvSpPr>
            <p:spPr>
              <a:xfrm>
                <a:off x="2931480" y="6444720"/>
                <a:ext cx="134280" cy="202680"/>
              </a:xfrm>
              <a:custGeom>
                <a:avLst/>
                <a:gdLst>
                  <a:gd name="textAreaLeft" fmla="*/ 0 w 134280"/>
                  <a:gd name="textAreaRight" fmla="*/ 135360 w 134280"/>
                  <a:gd name="textAreaTop" fmla="*/ 0 h 202680"/>
                  <a:gd name="textAreaBottom" fmla="*/ 203760 h 20268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67320" tIns="45000" rIns="67320" bIns="45000" anchor="t">
                <a:noAutofit/>
              </a:bodyPr>
              <a:p>
                <a:endParaRPr lang="en-US" sz="1800" b="0" u="none" strike="noStrike">
                  <a:solidFill>
                    <a:schemeClr val="dk1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1071" name="组合 105"/>
              <p:cNvGrpSpPr/>
              <p:nvPr/>
            </p:nvGrpSpPr>
            <p:grpSpPr>
              <a:xfrm>
                <a:off x="2014200" y="6385320"/>
                <a:ext cx="239760" cy="297360"/>
                <a:chOff x="2014200" y="6385320"/>
                <a:chExt cx="239760" cy="297360"/>
              </a:xfrm>
            </p:grpSpPr>
            <p:sp>
              <p:nvSpPr>
                <p:cNvPr id="1072" name="Freeform 7"/>
                <p:cNvSpPr/>
                <p:nvPr/>
              </p:nvSpPr>
              <p:spPr>
                <a:xfrm>
                  <a:off x="2014200" y="6385320"/>
                  <a:ext cx="239760" cy="195120"/>
                </a:xfrm>
                <a:custGeom>
                  <a:avLst/>
                  <a:gdLst>
                    <a:gd name="textAreaLeft" fmla="*/ 0 w 239760"/>
                    <a:gd name="textAreaRight" fmla="*/ 240840 w 239760"/>
                    <a:gd name="textAreaTop" fmla="*/ 0 h 195120"/>
                    <a:gd name="textAreaBottom" fmla="*/ 196200 h 195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73" name="Freeform 8"/>
                <p:cNvSpPr/>
                <p:nvPr/>
              </p:nvSpPr>
              <p:spPr>
                <a:xfrm>
                  <a:off x="2065320" y="6504480"/>
                  <a:ext cx="149040" cy="178200"/>
                </a:xfrm>
                <a:custGeom>
                  <a:avLst/>
                  <a:gdLst>
                    <a:gd name="textAreaLeft" fmla="*/ 0 w 149040"/>
                    <a:gd name="textAreaRight" fmla="*/ 150120 w 149040"/>
                    <a:gd name="textAreaTop" fmla="*/ 0 h 178200"/>
                    <a:gd name="textAreaBottom" fmla="*/ 179280 h 17820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4520" tIns="45000" rIns="745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074" name="组合 106"/>
              <p:cNvGrpSpPr/>
              <p:nvPr/>
            </p:nvGrpSpPr>
            <p:grpSpPr>
              <a:xfrm>
                <a:off x="2349720" y="6467040"/>
                <a:ext cx="144720" cy="154800"/>
                <a:chOff x="2349720" y="6467040"/>
                <a:chExt cx="144720" cy="154800"/>
              </a:xfrm>
            </p:grpSpPr>
            <p:sp>
              <p:nvSpPr>
                <p:cNvPr id="1075" name="Freeform 15"/>
                <p:cNvSpPr/>
                <p:nvPr/>
              </p:nvSpPr>
              <p:spPr>
                <a:xfrm>
                  <a:off x="2349720" y="6501600"/>
                  <a:ext cx="66240" cy="106920"/>
                </a:xfrm>
                <a:custGeom>
                  <a:avLst/>
                  <a:gdLst>
                    <a:gd name="textAreaLeft" fmla="*/ 0 w 66240"/>
                    <a:gd name="textAreaRight" fmla="*/ 67320 w 66240"/>
                    <a:gd name="textAreaTop" fmla="*/ 0 h 106920"/>
                    <a:gd name="textAreaBottom" fmla="*/ 108000 h 10692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120" tIns="45000" rIns="3312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76" name="Freeform 16"/>
                <p:cNvSpPr/>
                <p:nvPr/>
              </p:nvSpPr>
              <p:spPr>
                <a:xfrm>
                  <a:off x="2422080" y="6470640"/>
                  <a:ext cx="72360" cy="151200"/>
                </a:xfrm>
                <a:custGeom>
                  <a:avLst/>
                  <a:gdLst>
                    <a:gd name="textAreaLeft" fmla="*/ 0 w 72360"/>
                    <a:gd name="textAreaRight" fmla="*/ 73440 w 72360"/>
                    <a:gd name="textAreaTop" fmla="*/ 0 h 151200"/>
                    <a:gd name="textAreaBottom" fmla="*/ 152280 h 15120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6360" tIns="45000" rIns="363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77" name="Freeform 17"/>
                <p:cNvSpPr/>
                <p:nvPr/>
              </p:nvSpPr>
              <p:spPr>
                <a:xfrm>
                  <a:off x="2387880" y="6467040"/>
                  <a:ext cx="47160" cy="27000"/>
                </a:xfrm>
                <a:custGeom>
                  <a:avLst/>
                  <a:gdLst>
                    <a:gd name="textAreaLeft" fmla="*/ 0 w 47160"/>
                    <a:gd name="textAreaRight" fmla="*/ 48240 w 47160"/>
                    <a:gd name="textAreaTop" fmla="*/ 0 h 27000"/>
                    <a:gd name="textAreaBottom" fmla="*/ 28080 h 2700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760" tIns="14040" rIns="23760" bIns="140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1078" name="组合 88"/>
            <p:cNvGrpSpPr/>
            <p:nvPr/>
          </p:nvGrpSpPr>
          <p:grpSpPr>
            <a:xfrm>
              <a:off x="587160" y="6381720"/>
              <a:ext cx="1099440" cy="303840"/>
              <a:chOff x="587160" y="6381720"/>
              <a:chExt cx="1099440" cy="303840"/>
            </a:xfrm>
          </p:grpSpPr>
          <p:grpSp>
            <p:nvGrpSpPr>
              <p:cNvPr id="1079" name="组合 90"/>
              <p:cNvGrpSpPr/>
              <p:nvPr/>
            </p:nvGrpSpPr>
            <p:grpSpPr>
              <a:xfrm>
                <a:off x="1171800" y="6431400"/>
                <a:ext cx="212040" cy="222840"/>
                <a:chOff x="1171800" y="6431400"/>
                <a:chExt cx="212040" cy="222840"/>
              </a:xfrm>
            </p:grpSpPr>
            <p:sp>
              <p:nvSpPr>
                <p:cNvPr id="1080" name="Freeform 9"/>
                <p:cNvSpPr/>
                <p:nvPr/>
              </p:nvSpPr>
              <p:spPr>
                <a:xfrm>
                  <a:off x="1171800" y="6447960"/>
                  <a:ext cx="109800" cy="187200"/>
                </a:xfrm>
                <a:custGeom>
                  <a:avLst/>
                  <a:gdLst>
                    <a:gd name="textAreaLeft" fmla="*/ 0 w 109800"/>
                    <a:gd name="textAreaRight" fmla="*/ 110880 w 109800"/>
                    <a:gd name="textAreaTop" fmla="*/ 0 h 187200"/>
                    <a:gd name="textAreaBottom" fmla="*/ 188280 h 18720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5080" tIns="45000" rIns="550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81" name="Freeform 10"/>
                <p:cNvSpPr/>
                <p:nvPr/>
              </p:nvSpPr>
              <p:spPr>
                <a:xfrm>
                  <a:off x="1280880" y="6431400"/>
                  <a:ext cx="102960" cy="222840"/>
                </a:xfrm>
                <a:custGeom>
                  <a:avLst/>
                  <a:gdLst>
                    <a:gd name="textAreaLeft" fmla="*/ 0 w 102960"/>
                    <a:gd name="textAreaRight" fmla="*/ 104040 w 102960"/>
                    <a:gd name="textAreaTop" fmla="*/ 0 h 222840"/>
                    <a:gd name="textAreaBottom" fmla="*/ 223920 h 22284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1480" tIns="45000" rIns="514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082" name="组合 91"/>
              <p:cNvGrpSpPr/>
              <p:nvPr/>
            </p:nvGrpSpPr>
            <p:grpSpPr>
              <a:xfrm>
                <a:off x="587160" y="6381720"/>
                <a:ext cx="240480" cy="303840"/>
                <a:chOff x="587160" y="6381720"/>
                <a:chExt cx="240480" cy="303840"/>
              </a:xfrm>
            </p:grpSpPr>
            <p:sp>
              <p:nvSpPr>
                <p:cNvPr id="1083" name="Freeform 13"/>
                <p:cNvSpPr/>
                <p:nvPr/>
              </p:nvSpPr>
              <p:spPr>
                <a:xfrm>
                  <a:off x="587160" y="6381720"/>
                  <a:ext cx="240480" cy="287280"/>
                </a:xfrm>
                <a:custGeom>
                  <a:avLst/>
                  <a:gdLst>
                    <a:gd name="textAreaLeft" fmla="*/ 0 w 240480"/>
                    <a:gd name="textAreaRight" fmla="*/ 241560 w 240480"/>
                    <a:gd name="textAreaTop" fmla="*/ 0 h 287280"/>
                    <a:gd name="textAreaBottom" fmla="*/ 288360 h 2872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84" name="Freeform 14"/>
                <p:cNvSpPr/>
                <p:nvPr/>
              </p:nvSpPr>
              <p:spPr>
                <a:xfrm>
                  <a:off x="653760" y="6606360"/>
                  <a:ext cx="28800" cy="79200"/>
                </a:xfrm>
                <a:custGeom>
                  <a:avLst/>
                  <a:gdLst>
                    <a:gd name="textAreaLeft" fmla="*/ 0 w 28800"/>
                    <a:gd name="textAreaRight" fmla="*/ 29880 w 28800"/>
                    <a:gd name="textAreaTop" fmla="*/ 0 h 79200"/>
                    <a:gd name="textAreaBottom" fmla="*/ 80280 h 7920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4400" tIns="39960" rIns="14400" bIns="3996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085" name="组合 92"/>
              <p:cNvGrpSpPr/>
              <p:nvPr/>
            </p:nvGrpSpPr>
            <p:grpSpPr>
              <a:xfrm>
                <a:off x="914400" y="6468840"/>
                <a:ext cx="160920" cy="138600"/>
                <a:chOff x="914400" y="6468840"/>
                <a:chExt cx="160920" cy="138600"/>
              </a:xfrm>
            </p:grpSpPr>
            <p:sp>
              <p:nvSpPr>
                <p:cNvPr id="1086" name="Freeform 18"/>
                <p:cNvSpPr/>
                <p:nvPr/>
              </p:nvSpPr>
              <p:spPr>
                <a:xfrm>
                  <a:off x="968760" y="6468840"/>
                  <a:ext cx="106560" cy="138600"/>
                </a:xfrm>
                <a:custGeom>
                  <a:avLst/>
                  <a:gdLst>
                    <a:gd name="textAreaLeft" fmla="*/ 0 w 106560"/>
                    <a:gd name="textAreaRight" fmla="*/ 107640 w 106560"/>
                    <a:gd name="textAreaTop" fmla="*/ 0 h 138600"/>
                    <a:gd name="textAreaBottom" fmla="*/ 139680 h 13860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3280" tIns="45000" rIns="5328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87" name="Freeform 19"/>
                <p:cNvSpPr/>
                <p:nvPr/>
              </p:nvSpPr>
              <p:spPr>
                <a:xfrm>
                  <a:off x="914400" y="6503760"/>
                  <a:ext cx="53280" cy="102240"/>
                </a:xfrm>
                <a:custGeom>
                  <a:avLst/>
                  <a:gdLst>
                    <a:gd name="textAreaLeft" fmla="*/ 0 w 53280"/>
                    <a:gd name="textAreaRight" fmla="*/ 54360 w 53280"/>
                    <a:gd name="textAreaTop" fmla="*/ 0 h 102240"/>
                    <a:gd name="textAreaBottom" fmla="*/ 103320 h 102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88" name="Freeform 20"/>
                <p:cNvSpPr/>
                <p:nvPr/>
              </p:nvSpPr>
              <p:spPr>
                <a:xfrm>
                  <a:off x="946440" y="6470280"/>
                  <a:ext cx="49320" cy="30960"/>
                </a:xfrm>
                <a:custGeom>
                  <a:avLst/>
                  <a:gdLst>
                    <a:gd name="textAreaLeft" fmla="*/ 0 w 49320"/>
                    <a:gd name="textAreaRight" fmla="*/ 50400 w 49320"/>
                    <a:gd name="textAreaTop" fmla="*/ 0 h 30960"/>
                    <a:gd name="textAreaBottom" fmla="*/ 32040 h 309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4840" tIns="15840" rIns="24840" bIns="1584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1089" name="组合 93"/>
              <p:cNvGrpSpPr/>
              <p:nvPr/>
            </p:nvGrpSpPr>
            <p:grpSpPr>
              <a:xfrm>
                <a:off x="1501920" y="6443640"/>
                <a:ext cx="184680" cy="183960"/>
                <a:chOff x="1501920" y="6443640"/>
                <a:chExt cx="184680" cy="183960"/>
              </a:xfrm>
            </p:grpSpPr>
            <p:sp>
              <p:nvSpPr>
                <p:cNvPr id="1090" name="Freeform 11"/>
                <p:cNvSpPr/>
                <p:nvPr/>
              </p:nvSpPr>
              <p:spPr>
                <a:xfrm>
                  <a:off x="1557720" y="6443640"/>
                  <a:ext cx="128880" cy="180720"/>
                </a:xfrm>
                <a:custGeom>
                  <a:avLst/>
                  <a:gdLst>
                    <a:gd name="textAreaLeft" fmla="*/ 0 w 128880"/>
                    <a:gd name="textAreaRight" fmla="*/ 129960 w 128880"/>
                    <a:gd name="textAreaTop" fmla="*/ 0 h 180720"/>
                    <a:gd name="textAreaBottom" fmla="*/ 181800 h 1807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4440" tIns="45000" rIns="6444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1091" name="Freeform 12"/>
                <p:cNvSpPr/>
                <p:nvPr/>
              </p:nvSpPr>
              <p:spPr>
                <a:xfrm>
                  <a:off x="1501920" y="6453360"/>
                  <a:ext cx="68760" cy="1742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174240"/>
                    <a:gd name="textAreaBottom" fmla="*/ 175320 h 1742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000" rIns="34560" bIns="45000" anchor="t">
                  <a:noAutofit/>
                </a:bodyPr>
                <a:p>
                  <a:endParaRPr lang="en-US" sz="1800" b="0" u="none" strike="noStrike">
                    <a:solidFill>
                      <a:schemeClr val="dk1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  <p:sp>
        <p:nvSpPr>
          <p:cNvPr id="1092" name="PlaceHolder 1"/>
          <p:cNvSpPr>
            <a:spLocks noGrp="1"/>
          </p:cNvSpPr>
          <p:nvPr>
            <p:ph type="title"/>
          </p:nvPr>
        </p:nvSpPr>
        <p:spPr>
          <a:xfrm>
            <a:off x="1767600" y="3019680"/>
            <a:ext cx="8642880" cy="695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spAutoFit/>
          </a:bodyPr>
          <a:lstStyle>
            <a:lvl1pPr indent="0" algn="ctr">
              <a:lnSpc>
                <a:spcPct val="90000"/>
              </a:lnSpc>
              <a:buNone/>
              <a:tabLst>
                <a:tab pos="0" algn="l"/>
              </a:tabLst>
              <a:def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defRPr>
            </a:lvl1pPr>
          </a:lstStyle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4400" b="1" u="none" strike="noStrike">
                <a:solidFill>
                  <a:srgbClr val="006C39"/>
                </a:solidFill>
                <a:effectLst/>
                <a:uFillTx/>
                <a:latin typeface="微软雅黑"/>
                <a:ea typeface="微软雅黑"/>
              </a:rPr>
              <a:t>单击此处编辑母版标题样式</a:t>
            </a:r>
            <a:endParaRPr lang="en-US" sz="4400" b="1" u="none" strike="noStrike">
              <a:solidFill>
                <a:srgbClr val="006C39"/>
              </a:solidFill>
              <a:effectLst/>
              <a:uFillTx/>
              <a:latin typeface="微软雅黑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1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25.png"/><Relationship Id="rId3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31.png"/><Relationship Id="rId3" Type="http://schemas.openxmlformats.org/officeDocument/2006/relationships/image" Target="../media/image26.png"/><Relationship Id="rId4" Type="http://schemas.openxmlformats.org/officeDocument/2006/relationships/image" Target="../media/image14.png"/><Relationship Id="rId5" Type="http://schemas.openxmlformats.org/officeDocument/2006/relationships/image" Target="../media/image26.png"/><Relationship Id="rId6" Type="http://schemas.openxmlformats.org/officeDocument/2006/relationships/image" Target="../media/image14.png"/><Relationship Id="rId7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35.png"/><Relationship Id="rId3" Type="http://schemas.openxmlformats.org/officeDocument/2006/relationships/image" Target="../media/image30.png"/><Relationship Id="rId4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9.xml"/><Relationship Id="rId4" Type="http://schemas.openxmlformats.org/officeDocument/2006/relationships/slideLayout" Target="../slideLayouts/slideLayout30.xml"/><Relationship Id="rId5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35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33.xml"/><Relationship Id="rId3" Type="http://schemas.openxmlformats.org/officeDocument/2006/relationships/slideLayout" Target="../slideLayouts/slideLayout34.xml"/><Relationship Id="rId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3.xml"/><Relationship Id="rId19" Type="http://schemas.openxmlformats.org/officeDocument/2006/relationships/slideLayout" Target="../slideLayouts/slideLayout54.xml"/><Relationship Id="rId20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  <p:sldLayoutId id="2147483653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  <p:sldLayoutId id="2147483656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2"/>
    <p:sldLayoutId id="2147483659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  <p:sldLayoutId id="2147483662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2"/>
    <p:sldLayoutId id="2147483665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图片 1"/>
          <p:cNvPicPr/>
          <p:nvPr/>
        </p:nvPicPr>
        <p:blipFill>
          <a:blip r:embed="rId2"/>
          <a:stretch/>
        </p:blipFill>
        <p:spPr>
          <a:xfrm>
            <a:off x="-360" y="-2880"/>
            <a:ext cx="12192120" cy="363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任意形状 36"/>
          <p:cNvSpPr/>
          <p:nvPr/>
        </p:nvSpPr>
        <p:spPr>
          <a:xfrm>
            <a:off x="-134280" y="-106920"/>
            <a:ext cx="12467160" cy="3828240"/>
          </a:xfrm>
          <a:custGeom>
            <a:avLst/>
            <a:gdLst>
              <a:gd name="textAreaLeft" fmla="*/ 0 w 12467160"/>
              <a:gd name="textAreaRight" fmla="*/ 12468240 w 12467160"/>
              <a:gd name="textAreaTop" fmla="*/ 0 h 3828240"/>
              <a:gd name="textAreaBottom" fmla="*/ 3829320 h 3828240"/>
              <a:gd name="GluePoint1X" fmla="*/ 0 w 12192000"/>
              <a:gd name="GluePoint1Y" fmla="*/ 0 h 3632200"/>
              <a:gd name="GluePoint2X" fmla="*/ 12192000 w 12192000"/>
              <a:gd name="GluePoint2Y" fmla="*/ 0 h 3632200"/>
              <a:gd name="GluePoint3X" fmla="*/ 12192000 w 12192000"/>
              <a:gd name="GluePoint3Y" fmla="*/ 2602097 h 3632200"/>
              <a:gd name="GluePoint4X" fmla="*/ 11858362 w 12192000"/>
              <a:gd name="GluePoint4Y" fmla="*/ 2747371 h 3632200"/>
              <a:gd name="GluePoint5X" fmla="*/ 6859519 w 12192000"/>
              <a:gd name="GluePoint5Y" fmla="*/ 3619648 h 3632200"/>
              <a:gd name="GluePoint6X" fmla="*/ 6096062 w 12192000"/>
              <a:gd name="GluePoint6Y" fmla="*/ 3632200 h 3632200"/>
              <a:gd name="GluePoint7X" fmla="*/ 6095939 w 12192000"/>
              <a:gd name="GluePoint7Y" fmla="*/ 3632200 h 3632200"/>
              <a:gd name="GluePoint8X" fmla="*/ 5332482 w 12192000"/>
              <a:gd name="GluePoint8Y" fmla="*/ 3619648 h 3632200"/>
              <a:gd name="GluePoint9X" fmla="*/ 333638 w 12192000"/>
              <a:gd name="GluePoint9Y" fmla="*/ 2747371 h 3632200"/>
              <a:gd name="GluePoint10X" fmla="*/ 0 w 12192000"/>
              <a:gd name="GluePoint10Y" fmla="*/ 2602097 h 3632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12192000" h="3632200">
                <a:moveTo>
                  <a:pt x="0" y="0"/>
                </a:moveTo>
                <a:lnTo>
                  <a:pt x="12192000" y="0"/>
                </a:lnTo>
                <a:lnTo>
                  <a:pt x="12192000" y="2602097"/>
                </a:lnTo>
                <a:lnTo>
                  <a:pt x="11858362" y="2747371"/>
                </a:lnTo>
                <a:cubicBezTo>
                  <a:pt x="10640880" y="3227716"/>
                  <a:pt x="8867829" y="3553239"/>
                  <a:pt x="6859519" y="3619648"/>
                </a:cubicBezTo>
                <a:lnTo>
                  <a:pt x="6096062" y="3632200"/>
                </a:lnTo>
                <a:lnTo>
                  <a:pt x="6095939" y="3632200"/>
                </a:lnTo>
                <a:lnTo>
                  <a:pt x="5332482" y="3619648"/>
                </a:lnTo>
                <a:cubicBezTo>
                  <a:pt x="3324171" y="3553239"/>
                  <a:pt x="1551120" y="3227716"/>
                  <a:pt x="333638" y="2747371"/>
                </a:cubicBezTo>
                <a:lnTo>
                  <a:pt x="0" y="2602097"/>
                </a:lnTo>
                <a:close/>
              </a:path>
            </a:pathLst>
          </a:custGeom>
          <a:noFill/>
          <a:ln w="28575">
            <a:solidFill>
              <a:srgbClr val="A13F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180000" tIns="180000" rIns="180000" bIns="180000" anchor="t">
            <a:noAutofit/>
          </a:bodyPr>
          <a:p>
            <a:endParaRPr lang="en-US" sz="2000" b="0" u="none" strike="noStrike">
              <a:solidFill>
                <a:srgbClr val="404040"/>
              </a:solidFill>
              <a:effectLst/>
              <a:uFillTx/>
              <a:latin typeface="微软雅黑"/>
            </a:endParaRPr>
          </a:p>
        </p:txBody>
      </p:sp>
      <p:sp>
        <p:nvSpPr>
          <p:cNvPr id="319" name="矩形 40"/>
          <p:cNvSpPr/>
          <p:nvPr/>
        </p:nvSpPr>
        <p:spPr>
          <a:xfrm>
            <a:off x="0" y="0"/>
            <a:ext cx="12191040" cy="162360"/>
          </a:xfrm>
          <a:prstGeom prst="rect">
            <a:avLst/>
          </a:prstGeom>
          <a:solidFill>
            <a:schemeClr val="accent1"/>
          </a:solidFill>
          <a:ln>
            <a:solidFill>
              <a:srgbClr val="006C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180000" tIns="81360" rIns="180000" bIns="81360" anchor="t">
            <a:normAutofit fontScale="25000" lnSpcReduction="19999"/>
          </a:bodyPr>
          <a:p>
            <a:endParaRPr lang="en-US" sz="2000" b="0" u="none" strike="noStrike">
              <a:solidFill>
                <a:srgbClr val="404040"/>
              </a:solidFill>
              <a:effectLst/>
              <a:uFillTx/>
              <a:latin typeface="微软雅黑"/>
            </a:endParaRPr>
          </a:p>
        </p:txBody>
      </p:sp>
      <p:pic>
        <p:nvPicPr>
          <p:cNvPr id="320" name="图片 41"/>
          <p:cNvPicPr/>
          <p:nvPr/>
        </p:nvPicPr>
        <p:blipFill>
          <a:blip r:embed="rId3"/>
          <a:stretch/>
        </p:blipFill>
        <p:spPr>
          <a:xfrm>
            <a:off x="5502240" y="3048120"/>
            <a:ext cx="1192320" cy="119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1" name="文本框 42"/>
          <p:cNvSpPr/>
          <p:nvPr/>
        </p:nvSpPr>
        <p:spPr>
          <a:xfrm>
            <a:off x="150840" y="6174000"/>
            <a:ext cx="2155320" cy="55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38960" rIns="180000" bIns="138960" anchor="t">
            <a:sp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00" b="1" u="none" spc="99" strike="noStrike">
                <a:solidFill>
                  <a:srgbClr val="A2A2A2"/>
                </a:solidFill>
                <a:effectLst/>
                <a:uFillTx/>
                <a:latin typeface="微软雅黑"/>
                <a:ea typeface="微软雅黑"/>
              </a:rPr>
              <a:t>BIT|SINCE1940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22" name="组合 30"/>
          <p:cNvGrpSpPr/>
          <p:nvPr/>
        </p:nvGrpSpPr>
        <p:grpSpPr>
          <a:xfrm>
            <a:off x="10272600" y="6396480"/>
            <a:ext cx="1628280" cy="197640"/>
            <a:chOff x="10272600" y="6396480"/>
            <a:chExt cx="1628280" cy="197640"/>
          </a:xfrm>
        </p:grpSpPr>
        <p:grpSp>
          <p:nvGrpSpPr>
            <p:cNvPr id="323" name="组合 31"/>
            <p:cNvGrpSpPr/>
            <p:nvPr/>
          </p:nvGrpSpPr>
          <p:grpSpPr>
            <a:xfrm>
              <a:off x="11216880" y="6399000"/>
              <a:ext cx="684000" cy="193320"/>
              <a:chOff x="11216880" y="6399000"/>
              <a:chExt cx="684000" cy="193320"/>
            </a:xfrm>
          </p:grpSpPr>
          <p:sp>
            <p:nvSpPr>
              <p:cNvPr id="324" name="Freeform 5"/>
              <p:cNvSpPr/>
              <p:nvPr/>
            </p:nvSpPr>
            <p:spPr>
              <a:xfrm>
                <a:off x="11595240" y="6411240"/>
                <a:ext cx="151920" cy="171720"/>
              </a:xfrm>
              <a:custGeom>
                <a:avLst/>
                <a:gdLst>
                  <a:gd name="textAreaLeft" fmla="*/ 0 w 151920"/>
                  <a:gd name="textAreaRight" fmla="*/ 153000 w 151920"/>
                  <a:gd name="textAreaTop" fmla="*/ 0 h 171720"/>
                  <a:gd name="textAreaBottom" fmla="*/ 172800 h 17172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75960" tIns="45000" rIns="7596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325" name="Freeform 6"/>
              <p:cNvSpPr/>
              <p:nvPr/>
            </p:nvSpPr>
            <p:spPr>
              <a:xfrm>
                <a:off x="11813760" y="6434280"/>
                <a:ext cx="87120" cy="131760"/>
              </a:xfrm>
              <a:custGeom>
                <a:avLst/>
                <a:gdLst>
                  <a:gd name="textAreaLeft" fmla="*/ 0 w 87120"/>
                  <a:gd name="textAreaRight" fmla="*/ 88200 w 87120"/>
                  <a:gd name="textAreaTop" fmla="*/ 0 h 131760"/>
                  <a:gd name="textAreaBottom" fmla="*/ 132840 h 13176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43560" tIns="45000" rIns="4356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326" name="组合 76"/>
              <p:cNvGrpSpPr/>
              <p:nvPr/>
            </p:nvGrpSpPr>
            <p:grpSpPr>
              <a:xfrm>
                <a:off x="11216880" y="6399000"/>
                <a:ext cx="155520" cy="193320"/>
                <a:chOff x="11216880" y="6399000"/>
                <a:chExt cx="155520" cy="193320"/>
              </a:xfrm>
            </p:grpSpPr>
            <p:sp>
              <p:nvSpPr>
                <p:cNvPr id="327" name="Freeform 7"/>
                <p:cNvSpPr/>
                <p:nvPr/>
              </p:nvSpPr>
              <p:spPr>
                <a:xfrm>
                  <a:off x="11216880" y="6399000"/>
                  <a:ext cx="155520" cy="126720"/>
                </a:xfrm>
                <a:custGeom>
                  <a:avLst/>
                  <a:gdLst>
                    <a:gd name="textAreaLeft" fmla="*/ 0 w 155520"/>
                    <a:gd name="textAreaRight" fmla="*/ 156600 w 155520"/>
                    <a:gd name="textAreaTop" fmla="*/ 0 h 126720"/>
                    <a:gd name="textAreaBottom" fmla="*/ 127800 h 1267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7760" tIns="45000" rIns="777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28" name="Freeform 8"/>
                <p:cNvSpPr/>
                <p:nvPr/>
              </p:nvSpPr>
              <p:spPr>
                <a:xfrm>
                  <a:off x="11250000" y="6476760"/>
                  <a:ext cx="96480" cy="115560"/>
                </a:xfrm>
                <a:custGeom>
                  <a:avLst/>
                  <a:gdLst>
                    <a:gd name="textAreaLeft" fmla="*/ 0 w 96480"/>
                    <a:gd name="textAreaRight" fmla="*/ 97560 w 96480"/>
                    <a:gd name="textAreaTop" fmla="*/ 0 h 115560"/>
                    <a:gd name="textAreaBottom" fmla="*/ 116640 h 11556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8240" tIns="45000" rIns="482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329" name="组合 77"/>
              <p:cNvGrpSpPr/>
              <p:nvPr/>
            </p:nvGrpSpPr>
            <p:grpSpPr>
              <a:xfrm>
                <a:off x="11435040" y="6451920"/>
                <a:ext cx="93960" cy="100800"/>
                <a:chOff x="11435040" y="6451920"/>
                <a:chExt cx="93960" cy="100800"/>
              </a:xfrm>
            </p:grpSpPr>
            <p:sp>
              <p:nvSpPr>
                <p:cNvPr id="330" name="Freeform 15"/>
                <p:cNvSpPr/>
                <p:nvPr/>
              </p:nvSpPr>
              <p:spPr>
                <a:xfrm>
                  <a:off x="11435040" y="6474600"/>
                  <a:ext cx="42840" cy="69480"/>
                </a:xfrm>
                <a:custGeom>
                  <a:avLst/>
                  <a:gdLst>
                    <a:gd name="textAreaLeft" fmla="*/ 0 w 42840"/>
                    <a:gd name="textAreaRight" fmla="*/ 43920 w 42840"/>
                    <a:gd name="textAreaTop" fmla="*/ 0 h 69480"/>
                    <a:gd name="textAreaBottom" fmla="*/ 70560 h 6948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1600" tIns="35280" rIns="21600" bIns="3528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31" name="Freeform 16"/>
                <p:cNvSpPr/>
                <p:nvPr/>
              </p:nvSpPr>
              <p:spPr>
                <a:xfrm>
                  <a:off x="11482200" y="6454440"/>
                  <a:ext cx="46800" cy="98280"/>
                </a:xfrm>
                <a:custGeom>
                  <a:avLst/>
                  <a:gdLst>
                    <a:gd name="textAreaLeft" fmla="*/ 0 w 46800"/>
                    <a:gd name="textAreaRight" fmla="*/ 47880 w 46800"/>
                    <a:gd name="textAreaTop" fmla="*/ 0 h 98280"/>
                    <a:gd name="textAreaBottom" fmla="*/ 99360 h 9828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3400" tIns="45000" rIns="234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32" name="Freeform 17"/>
                <p:cNvSpPr/>
                <p:nvPr/>
              </p:nvSpPr>
              <p:spPr>
                <a:xfrm>
                  <a:off x="11459880" y="6451920"/>
                  <a:ext cx="30240" cy="17280"/>
                </a:xfrm>
                <a:custGeom>
                  <a:avLst/>
                  <a:gdLst>
                    <a:gd name="textAreaLeft" fmla="*/ 0 w 30240"/>
                    <a:gd name="textAreaRight" fmla="*/ 31320 w 30240"/>
                    <a:gd name="textAreaTop" fmla="*/ 0 h 17280"/>
                    <a:gd name="textAreaBottom" fmla="*/ 18360 h 1728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5120" tIns="9000" rIns="15120" bIns="9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333" name="组合 32"/>
            <p:cNvGrpSpPr/>
            <p:nvPr/>
          </p:nvGrpSpPr>
          <p:grpSpPr>
            <a:xfrm>
              <a:off x="10272600" y="6396480"/>
              <a:ext cx="715320" cy="197640"/>
              <a:chOff x="10272600" y="6396480"/>
              <a:chExt cx="715320" cy="197640"/>
            </a:xfrm>
          </p:grpSpPr>
          <p:grpSp>
            <p:nvGrpSpPr>
              <p:cNvPr id="334" name="组合 33"/>
              <p:cNvGrpSpPr/>
              <p:nvPr/>
            </p:nvGrpSpPr>
            <p:grpSpPr>
              <a:xfrm>
                <a:off x="10653120" y="6428880"/>
                <a:ext cx="137520" cy="144720"/>
                <a:chOff x="10653120" y="6428880"/>
                <a:chExt cx="137520" cy="144720"/>
              </a:xfrm>
            </p:grpSpPr>
            <p:sp>
              <p:nvSpPr>
                <p:cNvPr id="335" name="Freeform 9"/>
                <p:cNvSpPr/>
                <p:nvPr/>
              </p:nvSpPr>
              <p:spPr>
                <a:xfrm>
                  <a:off x="10653120" y="6440040"/>
                  <a:ext cx="71280" cy="121680"/>
                </a:xfrm>
                <a:custGeom>
                  <a:avLst/>
                  <a:gdLst>
                    <a:gd name="textAreaLeft" fmla="*/ 0 w 71280"/>
                    <a:gd name="textAreaRight" fmla="*/ 72360 w 71280"/>
                    <a:gd name="textAreaTop" fmla="*/ 0 h 121680"/>
                    <a:gd name="textAreaBottom" fmla="*/ 122760 h 12168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5640" tIns="45000" rIns="356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36" name="Freeform 10"/>
                <p:cNvSpPr/>
                <p:nvPr/>
              </p:nvSpPr>
              <p:spPr>
                <a:xfrm>
                  <a:off x="10724040" y="6428880"/>
                  <a:ext cx="66600" cy="144720"/>
                </a:xfrm>
                <a:custGeom>
                  <a:avLst/>
                  <a:gdLst>
                    <a:gd name="textAreaLeft" fmla="*/ 0 w 66600"/>
                    <a:gd name="textAreaRight" fmla="*/ 67680 w 66600"/>
                    <a:gd name="textAreaTop" fmla="*/ 0 h 144720"/>
                    <a:gd name="textAreaBottom" fmla="*/ 145800 h 14472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3480" tIns="45000" rIns="3348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337" name="组合 34"/>
              <p:cNvGrpSpPr/>
              <p:nvPr/>
            </p:nvGrpSpPr>
            <p:grpSpPr>
              <a:xfrm>
                <a:off x="10272600" y="6396480"/>
                <a:ext cx="156240" cy="197640"/>
                <a:chOff x="10272600" y="6396480"/>
                <a:chExt cx="156240" cy="197640"/>
              </a:xfrm>
            </p:grpSpPr>
            <p:sp>
              <p:nvSpPr>
                <p:cNvPr id="338" name="Freeform 13"/>
                <p:cNvSpPr/>
                <p:nvPr/>
              </p:nvSpPr>
              <p:spPr>
                <a:xfrm>
                  <a:off x="10272600" y="6396480"/>
                  <a:ext cx="156240" cy="186480"/>
                </a:xfrm>
                <a:custGeom>
                  <a:avLst/>
                  <a:gdLst>
                    <a:gd name="textAreaLeft" fmla="*/ 0 w 156240"/>
                    <a:gd name="textAreaRight" fmla="*/ 157320 w 156240"/>
                    <a:gd name="textAreaTop" fmla="*/ 0 h 186480"/>
                    <a:gd name="textAreaBottom" fmla="*/ 187560 h 18648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78120" tIns="45000" rIns="781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39" name="Freeform 14"/>
                <p:cNvSpPr/>
                <p:nvPr/>
              </p:nvSpPr>
              <p:spPr>
                <a:xfrm>
                  <a:off x="10315800" y="6543000"/>
                  <a:ext cx="18360" cy="51120"/>
                </a:xfrm>
                <a:custGeom>
                  <a:avLst/>
                  <a:gdLst>
                    <a:gd name="textAreaLeft" fmla="*/ 0 w 18360"/>
                    <a:gd name="textAreaRight" fmla="*/ 19440 w 18360"/>
                    <a:gd name="textAreaTop" fmla="*/ 0 h 51120"/>
                    <a:gd name="textAreaBottom" fmla="*/ 52200 h 5112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360" tIns="25920" rIns="9360" bIns="2592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340" name="组合 35"/>
              <p:cNvGrpSpPr/>
              <p:nvPr/>
            </p:nvGrpSpPr>
            <p:grpSpPr>
              <a:xfrm>
                <a:off x="10485360" y="6453360"/>
                <a:ext cx="104400" cy="89640"/>
                <a:chOff x="10485360" y="6453360"/>
                <a:chExt cx="104400" cy="89640"/>
              </a:xfrm>
            </p:grpSpPr>
            <p:sp>
              <p:nvSpPr>
                <p:cNvPr id="341" name="Freeform 18"/>
                <p:cNvSpPr/>
                <p:nvPr/>
              </p:nvSpPr>
              <p:spPr>
                <a:xfrm>
                  <a:off x="10521000" y="6453360"/>
                  <a:ext cx="68760" cy="8964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9640"/>
                    <a:gd name="textAreaBottom" fmla="*/ 90720 h 8964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4560" tIns="45360" rIns="34560" bIns="4536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42" name="Freeform 19"/>
                <p:cNvSpPr/>
                <p:nvPr/>
              </p:nvSpPr>
              <p:spPr>
                <a:xfrm>
                  <a:off x="10485360" y="6476040"/>
                  <a:ext cx="34200" cy="66240"/>
                </a:xfrm>
                <a:custGeom>
                  <a:avLst/>
                  <a:gdLst>
                    <a:gd name="textAreaLeft" fmla="*/ 0 w 34200"/>
                    <a:gd name="textAreaRight" fmla="*/ 35280 w 34200"/>
                    <a:gd name="textAreaTop" fmla="*/ 0 h 66240"/>
                    <a:gd name="textAreaBottom" fmla="*/ 67320 h 6624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7280" tIns="33480" rIns="17280" bIns="3348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43" name="Freeform 20"/>
                <p:cNvSpPr/>
                <p:nvPr/>
              </p:nvSpPr>
              <p:spPr>
                <a:xfrm>
                  <a:off x="10506240" y="6454440"/>
                  <a:ext cx="31680" cy="19800"/>
                </a:xfrm>
                <a:custGeom>
                  <a:avLst/>
                  <a:gdLst>
                    <a:gd name="textAreaLeft" fmla="*/ 0 w 31680"/>
                    <a:gd name="textAreaRight" fmla="*/ 32760 w 31680"/>
                    <a:gd name="textAreaTop" fmla="*/ 0 h 19800"/>
                    <a:gd name="textAreaBottom" fmla="*/ 20880 h 1980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5840" tIns="10440" rIns="15840" bIns="1044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344" name="组合 37"/>
              <p:cNvGrpSpPr/>
              <p:nvPr/>
            </p:nvGrpSpPr>
            <p:grpSpPr>
              <a:xfrm>
                <a:off x="10868040" y="6436800"/>
                <a:ext cx="119880" cy="119520"/>
                <a:chOff x="10868040" y="6436800"/>
                <a:chExt cx="119880" cy="119520"/>
              </a:xfrm>
            </p:grpSpPr>
            <p:sp>
              <p:nvSpPr>
                <p:cNvPr id="345" name="Freeform 11"/>
                <p:cNvSpPr/>
                <p:nvPr/>
              </p:nvSpPr>
              <p:spPr>
                <a:xfrm>
                  <a:off x="10904400" y="6436800"/>
                  <a:ext cx="83520" cy="117360"/>
                </a:xfrm>
                <a:custGeom>
                  <a:avLst/>
                  <a:gdLst>
                    <a:gd name="textAreaLeft" fmla="*/ 0 w 83520"/>
                    <a:gd name="textAreaRight" fmla="*/ 84600 w 83520"/>
                    <a:gd name="textAreaTop" fmla="*/ 0 h 117360"/>
                    <a:gd name="textAreaBottom" fmla="*/ 118440 h 11736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1760" tIns="45000" rIns="4176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346" name="Freeform 12"/>
                <p:cNvSpPr/>
                <p:nvPr/>
              </p:nvSpPr>
              <p:spPr>
                <a:xfrm>
                  <a:off x="10868040" y="6443280"/>
                  <a:ext cx="44640" cy="11304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113040"/>
                    <a:gd name="textAreaBottom" fmla="*/ 114120 h 11304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2320" tIns="45000" rIns="223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  <p:sldLayoutId id="2147483670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图片 3"/>
          <p:cNvPicPr/>
          <p:nvPr/>
        </p:nvPicPr>
        <p:blipFill>
          <a:blip r:embed="rId2"/>
          <a:srcRect l="0" t="0" r="0" b="7393"/>
          <a:stretch/>
        </p:blipFill>
        <p:spPr>
          <a:xfrm>
            <a:off x="-324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8" name="矩形 4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05C30">
                  <a:alpha val="90000"/>
                </a:srgbClr>
              </a:gs>
              <a:gs pos="100000">
                <a:srgbClr val="005C30">
                  <a:alpha val="90000"/>
                </a:srgb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359" name="图片 10"/>
          <p:cNvPicPr/>
          <p:nvPr/>
        </p:nvPicPr>
        <p:blipFill>
          <a:blip r:embed="rId3"/>
          <a:stretch/>
        </p:blipFill>
        <p:spPr>
          <a:xfrm>
            <a:off x="3767400" y="1018440"/>
            <a:ext cx="4649760" cy="130068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2"/>
    <p:sldLayoutId id="2147483675" r:id="rId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2" name="图片 4"/>
          <p:cNvPicPr/>
          <p:nvPr/>
        </p:nvPicPr>
        <p:blipFill>
          <a:blip r:embed="rId2"/>
          <a:stretch/>
        </p:blipFill>
        <p:spPr>
          <a:xfrm>
            <a:off x="0" y="720"/>
            <a:ext cx="5021640" cy="685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3" name="矩形 白1"/>
          <p:cNvSpPr/>
          <p:nvPr/>
        </p:nvSpPr>
        <p:spPr>
          <a:xfrm rot="5400000">
            <a:off x="-916560" y="917280"/>
            <a:ext cx="6856920" cy="502164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50000">
                <a:srgbClr val="FFFFFF">
                  <a:alpha val="50000"/>
                </a:srgbClr>
              </a:gs>
              <a:gs pos="100000">
                <a:srgbClr val="FFFFFF">
                  <a:alpha val="0"/>
                </a:srgbClr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the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text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for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1pPr>
            <a:lvl2pPr lvl="1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2pPr>
            <a:lvl3pPr lvl="2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3pPr>
            <a:lvl4pPr lvl="3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4pPr>
            <a:lvl5pPr lvl="4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5pPr>
            <a:lvl6pPr lvl="5" algn="l">
              <a:lnSpc>
                <a:spcPct val="9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6pPr>
            <a:lvl7pPr lvl="6" algn="l">
              <a:lnSpc>
                <a:spcPct val="9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</a:defRPr>
            </a:lvl7pPr>
          </a:lstStyle>
          <a:p>
            <a:pPr indent="-324000" algn="l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marL="864000" lvl="1" indent="-324000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marL="1296000" lvl="2" indent="-288000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marL="1728000" lvl="3" indent="-216000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marL="2160000" lvl="4" indent="-216000" algn="l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2"/>
    <p:sldLayoutId id="2147483680" r:id="rId3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2"/>
    <p:sldLayoutId id="2147483683" r:id="rId3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椭圆 88"/>
          <p:cNvSpPr/>
          <p:nvPr/>
        </p:nvSpPr>
        <p:spPr>
          <a:xfrm>
            <a:off x="-3816720" y="-1541880"/>
            <a:ext cx="8696520" cy="9940680"/>
          </a:xfrm>
          <a:prstGeom prst="ellipse">
            <a:avLst/>
          </a:prstGeom>
          <a:solidFill>
            <a:schemeClr val="accent4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469" name="椭圆 87"/>
          <p:cNvSpPr/>
          <p:nvPr/>
        </p:nvSpPr>
        <p:spPr>
          <a:xfrm>
            <a:off x="-3999600" y="-1541880"/>
            <a:ext cx="8696520" cy="9940680"/>
          </a:xfrm>
          <a:prstGeom prst="ellipse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470" name="图片 86"/>
          <p:cNvSpPr/>
          <p:nvPr/>
        </p:nvSpPr>
        <p:spPr>
          <a:xfrm>
            <a:off x="-1260360" y="0"/>
            <a:ext cx="5918040" cy="6856920"/>
          </a:xfrm>
          <a:custGeom>
            <a:avLst/>
            <a:gdLst>
              <a:gd name="textAreaLeft" fmla="*/ 0 w 5918040"/>
              <a:gd name="textAreaRight" fmla="*/ 5919120 w 5918040"/>
              <a:gd name="textAreaTop" fmla="*/ 0 h 6856920"/>
              <a:gd name="textAreaBottom" fmla="*/ 6858000 h 6856920"/>
              <a:gd name="GluePoint1X" fmla="*/ 0 w 5919101"/>
              <a:gd name="GluePoint1Y" fmla="*/ 0 h 6858000"/>
              <a:gd name="GluePoint2X" fmla="*/ 4714485 w 5919101"/>
              <a:gd name="GluePoint2Y" fmla="*/ 0 h 6858000"/>
              <a:gd name="GluePoint3X" fmla="*/ 4786974 w 5919101"/>
              <a:gd name="GluePoint3Y" fmla="*/ 86723 h 6858000"/>
              <a:gd name="GluePoint4X" fmla="*/ 5919101 w 5919101"/>
              <a:gd name="GluePoint4Y" fmla="*/ 3429000 h 6858000"/>
              <a:gd name="GluePoint5X" fmla="*/ 4786974 w 5919101"/>
              <a:gd name="GluePoint5Y" fmla="*/ 6771277 h 6858000"/>
              <a:gd name="GluePoint6X" fmla="*/ 4714485 w 5919101"/>
              <a:gd name="GluePoint6Y" fmla="*/ 6858000 h 6858000"/>
              <a:gd name="GluePoint7X" fmla="*/ 0 w 5919101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5919101" h="6858000">
                <a:moveTo>
                  <a:pt x="0" y="0"/>
                </a:moveTo>
                <a:lnTo>
                  <a:pt x="4714485" y="0"/>
                </a:lnTo>
                <a:lnTo>
                  <a:pt x="4786974" y="86723"/>
                </a:lnTo>
                <a:cubicBezTo>
                  <a:pt x="5490384" y="969480"/>
                  <a:pt x="5919101" y="2142133"/>
                  <a:pt x="5919101" y="3429000"/>
                </a:cubicBezTo>
                <a:cubicBezTo>
                  <a:pt x="5919101" y="4715867"/>
                  <a:pt x="5490384" y="5888521"/>
                  <a:pt x="4786974" y="6771277"/>
                </a:cubicBezTo>
                <a:lnTo>
                  <a:pt x="4714485" y="6858000"/>
                </a:lnTo>
                <a:lnTo>
                  <a:pt x="0" y="685800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椭圆 85"/>
          <p:cNvSpPr/>
          <p:nvPr/>
        </p:nvSpPr>
        <p:spPr>
          <a:xfrm>
            <a:off x="-4038480" y="-1541880"/>
            <a:ext cx="8696520" cy="9940680"/>
          </a:xfrm>
          <a:prstGeom prst="ellipse">
            <a:avLst/>
          </a:prstGeom>
          <a:solidFill>
            <a:schemeClr val="accent1">
              <a:alpha val="88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472" name="图片 89"/>
          <p:cNvPicPr/>
          <p:nvPr/>
        </p:nvPicPr>
        <p:blipFill>
          <a:blip r:embed="rId3"/>
          <a:stretch/>
        </p:blipFill>
        <p:spPr>
          <a:xfrm>
            <a:off x="9837720" y="252000"/>
            <a:ext cx="1968120" cy="4320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4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3" name="图片 2"/>
          <p:cNvPicPr/>
          <p:nvPr/>
        </p:nvPicPr>
        <p:blipFill>
          <a:blip r:embed="rId2"/>
          <a:srcRect l="0" t="0" r="30554" b="46382"/>
          <a:stretch/>
        </p:blipFill>
        <p:spPr>
          <a:xfrm>
            <a:off x="9019080" y="4400640"/>
            <a:ext cx="3193560" cy="246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4" name="图片 7"/>
          <p:cNvPicPr/>
          <p:nvPr/>
        </p:nvPicPr>
        <p:blipFill>
          <a:blip r:embed="rId3"/>
          <a:srcRect l="0" t="-75" r="0" b="12511"/>
          <a:stretch/>
        </p:blipFill>
        <p:spPr>
          <a:xfrm>
            <a:off x="0" y="0"/>
            <a:ext cx="12191040" cy="439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" name="矩形 8"/>
          <p:cNvSpPr/>
          <p:nvPr/>
        </p:nvSpPr>
        <p:spPr>
          <a:xfrm>
            <a:off x="0" y="4398840"/>
            <a:ext cx="12191040" cy="19584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algn="t" blurRad="127080" dir="5400000" dist="63360" rotWithShape="0">
              <a:srgbClr val="000000">
                <a:alpha val="21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476" name="矩形 11"/>
          <p:cNvSpPr/>
          <p:nvPr/>
        </p:nvSpPr>
        <p:spPr>
          <a:xfrm>
            <a:off x="0" y="0"/>
            <a:ext cx="12191040" cy="439956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477" name="图片 12"/>
          <p:cNvPicPr/>
          <p:nvPr/>
        </p:nvPicPr>
        <p:blipFill>
          <a:blip r:embed="rId4"/>
          <a:stretch/>
        </p:blipFill>
        <p:spPr>
          <a:xfrm>
            <a:off x="9702000" y="142200"/>
            <a:ext cx="2241360" cy="626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8" name="图片 13"/>
          <p:cNvPicPr/>
          <p:nvPr/>
        </p:nvPicPr>
        <p:blipFill>
          <a:blip r:embed="rId5"/>
          <a:srcRect l="0" t="-75" r="0" b="12511"/>
          <a:stretch/>
        </p:blipFill>
        <p:spPr>
          <a:xfrm>
            <a:off x="0" y="0"/>
            <a:ext cx="12191040" cy="439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矩形 14"/>
          <p:cNvSpPr/>
          <p:nvPr/>
        </p:nvSpPr>
        <p:spPr>
          <a:xfrm>
            <a:off x="0" y="0"/>
            <a:ext cx="12191040" cy="439956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cxnSp>
        <p:nvCxnSpPr>
          <p:cNvPr id="480" name="直接连接符 15"/>
          <p:cNvCxnSpPr/>
          <p:nvPr/>
        </p:nvCxnSpPr>
        <p:spPr>
          <a:xfrm>
            <a:off x="-71640" y="4398480"/>
            <a:ext cx="12340440" cy="108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pic>
        <p:nvPicPr>
          <p:cNvPr id="481" name="图片 16"/>
          <p:cNvPicPr/>
          <p:nvPr/>
        </p:nvPicPr>
        <p:blipFill>
          <a:blip r:embed="rId6"/>
          <a:stretch/>
        </p:blipFill>
        <p:spPr>
          <a:xfrm>
            <a:off x="9702000" y="142200"/>
            <a:ext cx="2241360" cy="62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2" name="矩形: 圆角 162"/>
          <p:cNvSpPr/>
          <p:nvPr/>
        </p:nvSpPr>
        <p:spPr>
          <a:xfrm>
            <a:off x="1664640" y="3107880"/>
            <a:ext cx="8944200" cy="3013920"/>
          </a:xfrm>
          <a:prstGeom prst="roundRect">
            <a:avLst>
              <a:gd name="adj" fmla="val 3205"/>
            </a:avLst>
          </a:prstGeom>
          <a:solidFill>
            <a:srgbClr val="FFFFFF">
              <a:alpha val="80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矩形: 圆角 163"/>
          <p:cNvSpPr/>
          <p:nvPr/>
        </p:nvSpPr>
        <p:spPr>
          <a:xfrm>
            <a:off x="1464120" y="3223080"/>
            <a:ext cx="9345240" cy="2898720"/>
          </a:xfrm>
          <a:prstGeom prst="roundRect">
            <a:avLst>
              <a:gd name="adj" fmla="val 3205"/>
            </a:avLst>
          </a:prstGeom>
          <a:solidFill>
            <a:srgbClr val="FFFFFF">
              <a:alpha val="94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矩形: 圆角 164"/>
          <p:cNvSpPr/>
          <p:nvPr/>
        </p:nvSpPr>
        <p:spPr>
          <a:xfrm>
            <a:off x="1200240" y="3365280"/>
            <a:ext cx="9790560" cy="2756520"/>
          </a:xfrm>
          <a:prstGeom prst="roundRect">
            <a:avLst>
              <a:gd name="adj" fmla="val 3205"/>
            </a:avLst>
          </a:prstGeom>
          <a:gradFill rotWithShape="0">
            <a:gsLst>
              <a:gs pos="0">
                <a:srgbClr val="FFFFFF"/>
              </a:gs>
              <a:gs pos="100000">
                <a:srgbClr val="F8F8F8"/>
              </a:gs>
            </a:gsLst>
            <a:lin ang="5400000"/>
          </a:gradFill>
          <a:ln w="12700">
            <a:noFill/>
          </a:ln>
          <a:effectLst>
            <a:outerShdw algn="ctr" blurRad="317520" rotWithShape="0" sx="102000" sy="102000">
              <a:srgbClr val="BFBFBF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numCol="1" spcCol="0" horzOverflow="overflow" lIns="540000" tIns="72000" rIns="540000" bIns="72000" anchor="ctr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7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5" name="图片 2"/>
          <p:cNvPicPr/>
          <p:nvPr/>
        </p:nvPicPr>
        <p:blipFill>
          <a:blip r:embed="rId2"/>
          <a:srcRect l="29050" t="0" r="32924" b="0"/>
          <a:stretch/>
        </p:blipFill>
        <p:spPr>
          <a:xfrm>
            <a:off x="0" y="0"/>
            <a:ext cx="391356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6" name="矩形 12"/>
          <p:cNvSpPr/>
          <p:nvPr/>
        </p:nvSpPr>
        <p:spPr>
          <a:xfrm>
            <a:off x="0" y="0"/>
            <a:ext cx="3913560" cy="6856920"/>
          </a:xfrm>
          <a:prstGeom prst="rect">
            <a:avLst/>
          </a:prstGeom>
          <a:solidFill>
            <a:schemeClr val="accent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487" name="矩形 13"/>
          <p:cNvSpPr/>
          <p:nvPr/>
        </p:nvSpPr>
        <p:spPr>
          <a:xfrm>
            <a:off x="0" y="0"/>
            <a:ext cx="3913560" cy="6856920"/>
          </a:xfrm>
          <a:prstGeom prst="rect">
            <a:avLst/>
          </a:prstGeom>
          <a:gradFill rotWithShape="0">
            <a:gsLst>
              <a:gs pos="25000">
                <a:srgbClr val="006C39">
                  <a:alpha val="0"/>
                </a:srgbClr>
              </a:gs>
              <a:gs pos="100000">
                <a:srgbClr val="006C39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cxnSp>
        <p:nvCxnSpPr>
          <p:cNvPr id="488" name="直接连接符 15"/>
          <p:cNvCxnSpPr/>
          <p:nvPr/>
        </p:nvCxnSpPr>
        <p:spPr>
          <a:xfrm>
            <a:off x="3960360" y="0"/>
            <a:ext cx="1080" cy="6859080"/>
          </a:xfrm>
          <a:prstGeom prst="straightConnector1">
            <a:avLst/>
          </a:prstGeom>
          <a:ln w="38100">
            <a:solidFill>
              <a:srgbClr val="006C39"/>
            </a:solidFill>
            <a:round/>
          </a:ln>
        </p:spPr>
      </p:cxnSp>
      <p:grpSp>
        <p:nvGrpSpPr>
          <p:cNvPr id="489" name="组合 20"/>
          <p:cNvGrpSpPr/>
          <p:nvPr/>
        </p:nvGrpSpPr>
        <p:grpSpPr>
          <a:xfrm>
            <a:off x="3961440" y="2796840"/>
            <a:ext cx="122760" cy="1264680"/>
            <a:chOff x="3961440" y="2796840"/>
            <a:chExt cx="122760" cy="1264680"/>
          </a:xfrm>
        </p:grpSpPr>
        <p:sp>
          <p:nvSpPr>
            <p:cNvPr id="490" name="等腰三角形 21"/>
            <p:cNvSpPr/>
            <p:nvPr/>
          </p:nvSpPr>
          <p:spPr>
            <a:xfrm rot="5400000">
              <a:off x="3952800" y="3377880"/>
              <a:ext cx="141120" cy="12168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solidFill>
                <a:srgbClr val="A13F0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70560" tIns="16560" rIns="70560" bIns="16560" anchor="ctr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cxnSp>
          <p:nvCxnSpPr>
            <p:cNvPr id="491" name="直接连接符 22"/>
            <p:cNvCxnSpPr/>
            <p:nvPr/>
          </p:nvCxnSpPr>
          <p:spPr>
            <a:xfrm>
              <a:off x="3961440" y="2796840"/>
              <a:ext cx="1080" cy="1265040"/>
            </a:xfrm>
            <a:prstGeom prst="straightConnector1">
              <a:avLst/>
            </a:prstGeom>
            <a:ln w="38100">
              <a:solidFill>
                <a:srgbClr val="A13F0B"/>
              </a:solidFill>
              <a:round/>
            </a:ln>
          </p:spPr>
        </p:cxnSp>
      </p:grpSp>
      <p:cxnSp>
        <p:nvCxnSpPr>
          <p:cNvPr id="492" name="直接连接符 41"/>
          <p:cNvCxnSpPr/>
          <p:nvPr/>
        </p:nvCxnSpPr>
        <p:spPr>
          <a:xfrm>
            <a:off x="1053360" y="2793240"/>
            <a:ext cx="1728000" cy="108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sp>
        <p:nvSpPr>
          <p:cNvPr id="493" name="矩形 42"/>
          <p:cNvSpPr/>
          <p:nvPr/>
        </p:nvSpPr>
        <p:spPr>
          <a:xfrm>
            <a:off x="846720" y="2752560"/>
            <a:ext cx="2135160" cy="92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5400" b="0" u="none" spc="601" strike="noStrike">
                <a:solidFill>
                  <a:srgbClr val="FFFFFF"/>
                </a:solidFill>
                <a:effectLst/>
                <a:uFillTx/>
                <a:latin typeface="微软雅黑"/>
                <a:ea typeface="微软雅黑"/>
              </a:rPr>
              <a:t>目</a:t>
            </a:r>
            <a:r>
              <a:rPr lang="zh-CN" sz="5400" b="0" u="none" spc="601" strike="noStrike">
                <a:solidFill>
                  <a:srgbClr val="FFFFFF"/>
                </a:solidFill>
                <a:effectLst/>
                <a:uFillTx/>
                <a:latin typeface="微软雅黑"/>
                <a:ea typeface="微软雅黑"/>
              </a:rPr>
              <a:t>录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矩形 43"/>
          <p:cNvSpPr/>
          <p:nvPr/>
        </p:nvSpPr>
        <p:spPr>
          <a:xfrm>
            <a:off x="963720" y="3596040"/>
            <a:ext cx="1905480" cy="46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Century Gothic"/>
                <a:ea typeface="微软雅黑"/>
              </a:rPr>
              <a:t>CONTENTS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95" name="直接连接符 44"/>
          <p:cNvCxnSpPr/>
          <p:nvPr/>
        </p:nvCxnSpPr>
        <p:spPr>
          <a:xfrm>
            <a:off x="1053360" y="4060800"/>
            <a:ext cx="1728000" cy="108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pic>
        <p:nvPicPr>
          <p:cNvPr id="496" name="图片 1"/>
          <p:cNvPicPr/>
          <p:nvPr/>
        </p:nvPicPr>
        <p:blipFill>
          <a:blip r:embed="rId3"/>
          <a:stretch/>
        </p:blipFill>
        <p:spPr>
          <a:xfrm>
            <a:off x="1064880" y="2218680"/>
            <a:ext cx="1714680" cy="479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7" name="图片 5"/>
          <p:cNvPicPr/>
          <p:nvPr/>
        </p:nvPicPr>
        <p:blipFill>
          <a:blip r:embed="rId4"/>
          <a:srcRect l="0" t="0" r="15911" b="16280"/>
          <a:stretch/>
        </p:blipFill>
        <p:spPr>
          <a:xfrm>
            <a:off x="7257960" y="1942200"/>
            <a:ext cx="4948560" cy="49327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5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25000">
              <a:srgbClr val="006C39">
                <a:alpha val="0"/>
              </a:srgbClr>
            </a:gs>
            <a:gs pos="100000">
              <a:srgbClr val="006C39"/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矩形 7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07E42"/>
              </a:gs>
              <a:gs pos="100000">
                <a:srgbClr val="006C39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499" name="图片 2"/>
          <p:cNvPicPr/>
          <p:nvPr/>
        </p:nvPicPr>
        <p:blipFill>
          <a:blip r:embed="rId2"/>
          <a:stretch/>
        </p:blipFill>
        <p:spPr>
          <a:xfrm>
            <a:off x="6943680" y="493200"/>
            <a:ext cx="5249880" cy="525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0" name="矩形 9"/>
          <p:cNvSpPr/>
          <p:nvPr/>
        </p:nvSpPr>
        <p:spPr>
          <a:xfrm>
            <a:off x="6943680" y="0"/>
            <a:ext cx="5247360" cy="6856920"/>
          </a:xfrm>
          <a:prstGeom prst="rect">
            <a:avLst/>
          </a:prstGeom>
          <a:gradFill rotWithShape="0">
            <a:gsLst>
              <a:gs pos="0">
                <a:srgbClr val="006C39">
                  <a:alpha val="0"/>
                </a:srgbClr>
              </a:gs>
              <a:gs pos="100000">
                <a:srgbClr val="006C39">
                  <a:alpha val="72000"/>
                </a:srgb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501" name="矩形 119"/>
          <p:cNvSpPr/>
          <p:nvPr/>
        </p:nvSpPr>
        <p:spPr>
          <a:xfrm>
            <a:off x="660240" y="6054480"/>
            <a:ext cx="2013480" cy="1429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502" name="矩形 1"/>
          <p:cNvSpPr/>
          <p:nvPr/>
        </p:nvSpPr>
        <p:spPr>
          <a:xfrm>
            <a:off x="0" y="6167160"/>
            <a:ext cx="12191040" cy="6897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380880" rotWithShape="0" sx="102000" sy="10200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503" name="图片 142"/>
          <p:cNvPicPr/>
          <p:nvPr/>
        </p:nvPicPr>
        <p:blipFill>
          <a:blip r:embed="rId3"/>
          <a:stretch/>
        </p:blipFill>
        <p:spPr>
          <a:xfrm>
            <a:off x="10203840" y="6386400"/>
            <a:ext cx="1256400" cy="2754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504" name="组合 84"/>
          <p:cNvGrpSpPr/>
          <p:nvPr/>
        </p:nvGrpSpPr>
        <p:grpSpPr>
          <a:xfrm>
            <a:off x="694080" y="6394680"/>
            <a:ext cx="1930680" cy="234360"/>
            <a:chOff x="694080" y="6394680"/>
            <a:chExt cx="1930680" cy="234360"/>
          </a:xfrm>
        </p:grpSpPr>
        <p:grpSp>
          <p:nvGrpSpPr>
            <p:cNvPr id="505" name="组合 85"/>
            <p:cNvGrpSpPr/>
            <p:nvPr/>
          </p:nvGrpSpPr>
          <p:grpSpPr>
            <a:xfrm>
              <a:off x="1813320" y="6397560"/>
              <a:ext cx="811440" cy="229320"/>
              <a:chOff x="1813320" y="6397560"/>
              <a:chExt cx="811440" cy="229320"/>
            </a:xfrm>
          </p:grpSpPr>
          <p:sp>
            <p:nvSpPr>
              <p:cNvPr id="506" name="Freeform 5"/>
              <p:cNvSpPr/>
              <p:nvPr/>
            </p:nvSpPr>
            <p:spPr>
              <a:xfrm>
                <a:off x="2262240" y="6411960"/>
                <a:ext cx="180360" cy="203760"/>
              </a:xfrm>
              <a:custGeom>
                <a:avLst/>
                <a:gdLst>
                  <a:gd name="textAreaLeft" fmla="*/ 0 w 180360"/>
                  <a:gd name="textAreaRight" fmla="*/ 181440 w 180360"/>
                  <a:gd name="textAreaTop" fmla="*/ 0 h 203760"/>
                  <a:gd name="textAreaBottom" fmla="*/ 204840 h 203760"/>
                  <a:gd name="GluePoint1X" fmla="*/ 41 w 125"/>
                  <a:gd name="GluePoint1Y" fmla="*/ 16 h 142"/>
                  <a:gd name="GluePoint2X" fmla="*/ 49 w 125"/>
                  <a:gd name="GluePoint2Y" fmla="*/ 3 h 142"/>
                  <a:gd name="GluePoint3X" fmla="*/ 62 w 125"/>
                  <a:gd name="GluePoint3Y" fmla="*/ 20 h 142"/>
                  <a:gd name="GluePoint4X" fmla="*/ 64 w 125"/>
                  <a:gd name="GluePoint4Y" fmla="*/ 33 h 142"/>
                  <a:gd name="GluePoint5X" fmla="*/ 50 w 125"/>
                  <a:gd name="GluePoint5Y" fmla="*/ 34 h 142"/>
                  <a:gd name="GluePoint6X" fmla="*/ 58 w 125"/>
                  <a:gd name="GluePoint6Y" fmla="*/ 58 h 142"/>
                  <a:gd name="GluePoint7X" fmla="*/ 75 w 125"/>
                  <a:gd name="GluePoint7Y" fmla="*/ 59 h 142"/>
                  <a:gd name="GluePoint8X" fmla="*/ 71 w 125"/>
                  <a:gd name="GluePoint8Y" fmla="*/ 50 h 142"/>
                  <a:gd name="GluePoint9X" fmla="*/ 81 w 125"/>
                  <a:gd name="GluePoint9Y" fmla="*/ 47 h 142"/>
                  <a:gd name="GluePoint10X" fmla="*/ 65 w 125"/>
                  <a:gd name="GluePoint10Y" fmla="*/ 42 h 142"/>
                  <a:gd name="GluePoint11X" fmla="*/ 63 w 125"/>
                  <a:gd name="GluePoint11Y" fmla="*/ 37 h 142"/>
                  <a:gd name="GluePoint12X" fmla="*/ 85 w 125"/>
                  <a:gd name="GluePoint12Y" fmla="*/ 27 h 142"/>
                  <a:gd name="GluePoint13X" fmla="*/ 93 w 125"/>
                  <a:gd name="GluePoint13Y" fmla="*/ 2 h 142"/>
                  <a:gd name="GluePoint14X" fmla="*/ 99 w 125"/>
                  <a:gd name="GluePoint14Y" fmla="*/ 5 h 142"/>
                  <a:gd name="GluePoint15X" fmla="*/ 111 w 125"/>
                  <a:gd name="GluePoint15Y" fmla="*/ 30 h 142"/>
                  <a:gd name="GluePoint16X" fmla="*/ 102 w 125"/>
                  <a:gd name="GluePoint16Y" fmla="*/ 34 h 142"/>
                  <a:gd name="GluePoint17X" fmla="*/ 95 w 125"/>
                  <a:gd name="GluePoint17Y" fmla="*/ 59 h 142"/>
                  <a:gd name="GluePoint18X" fmla="*/ 123 w 125"/>
                  <a:gd name="GluePoint18Y" fmla="*/ 61 h 142"/>
                  <a:gd name="GluePoint19X" fmla="*/ 110 w 125"/>
                  <a:gd name="GluePoint19Y" fmla="*/ 71 h 142"/>
                  <a:gd name="GluePoint20X" fmla="*/ 104 w 125"/>
                  <a:gd name="GluePoint20Y" fmla="*/ 82 h 142"/>
                  <a:gd name="GluePoint21X" fmla="*/ 112 w 125"/>
                  <a:gd name="GluePoint21Y" fmla="*/ 134 h 142"/>
                  <a:gd name="GluePoint22X" fmla="*/ 102 w 125"/>
                  <a:gd name="GluePoint22Y" fmla="*/ 140 h 142"/>
                  <a:gd name="GluePoint23X" fmla="*/ 89 w 125"/>
                  <a:gd name="GluePoint23Y" fmla="*/ 123 h 142"/>
                  <a:gd name="GluePoint24X" fmla="*/ 101 w 125"/>
                  <a:gd name="GluePoint24Y" fmla="*/ 128 h 142"/>
                  <a:gd name="GluePoint25X" fmla="*/ 101 w 125"/>
                  <a:gd name="GluePoint25Y" fmla="*/ 92 h 142"/>
                  <a:gd name="GluePoint26X" fmla="*/ 97 w 125"/>
                  <a:gd name="GluePoint26Y" fmla="*/ 99 h 142"/>
                  <a:gd name="GluePoint27X" fmla="*/ 90 w 125"/>
                  <a:gd name="GluePoint27Y" fmla="*/ 103 h 142"/>
                  <a:gd name="GluePoint28X" fmla="*/ 86 w 125"/>
                  <a:gd name="GluePoint28Y" fmla="*/ 110 h 142"/>
                  <a:gd name="GluePoint29X" fmla="*/ 81 w 125"/>
                  <a:gd name="GluePoint29Y" fmla="*/ 120 h 142"/>
                  <a:gd name="GluePoint30X" fmla="*/ 88 w 125"/>
                  <a:gd name="GluePoint30Y" fmla="*/ 71 h 142"/>
                  <a:gd name="GluePoint31X" fmla="*/ 60 w 125"/>
                  <a:gd name="GluePoint31Y" fmla="*/ 87 h 142"/>
                  <a:gd name="GluePoint32X" fmla="*/ 53 w 125"/>
                  <a:gd name="GluePoint32Y" fmla="*/ 89 h 142"/>
                  <a:gd name="GluePoint33X" fmla="*/ 51 w 125"/>
                  <a:gd name="GluePoint33Y" fmla="*/ 128 h 142"/>
                  <a:gd name="GluePoint34X" fmla="*/ 43 w 125"/>
                  <a:gd name="GluePoint34Y" fmla="*/ 134 h 142"/>
                  <a:gd name="GluePoint35X" fmla="*/ 39 w 125"/>
                  <a:gd name="GluePoint35Y" fmla="*/ 107 h 142"/>
                  <a:gd name="GluePoint36X" fmla="*/ 33 w 125"/>
                  <a:gd name="GluePoint36Y" fmla="*/ 114 h 142"/>
                  <a:gd name="GluePoint37X" fmla="*/ 17 w 125"/>
                  <a:gd name="GluePoint37Y" fmla="*/ 108 h 142"/>
                  <a:gd name="GluePoint38X" fmla="*/ 5 w 125"/>
                  <a:gd name="GluePoint38Y" fmla="*/ 81 h 142"/>
                  <a:gd name="GluePoint39X" fmla="*/ 34 w 125"/>
                  <a:gd name="GluePoint39Y" fmla="*/ 56 h 142"/>
                  <a:gd name="GluePoint40X" fmla="*/ 38 w 125"/>
                  <a:gd name="GluePoint40Y" fmla="*/ 33 h 142"/>
                  <a:gd name="GluePoint41X" fmla="*/ 22 w 125"/>
                  <a:gd name="GluePoint41Y" fmla="*/ 55 h 142"/>
                  <a:gd name="GluePoint42X" fmla="*/ 14 w 125"/>
                  <a:gd name="GluePoint42Y" fmla="*/ 55 h 142"/>
                  <a:gd name="GluePoint43X" fmla="*/ 11 w 125"/>
                  <a:gd name="GluePoint43Y" fmla="*/ 36 h 142"/>
                  <a:gd name="GluePoint44X" fmla="*/ 32 w 125"/>
                  <a:gd name="GluePoint44Y" fmla="*/ 22 h 142"/>
                  <a:gd name="GluePoint45X" fmla="*/ 28 w 125"/>
                  <a:gd name="GluePoint45Y" fmla="*/ 33 h 14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</a:cxnLst>
                <a:rect l="textAreaLeft" t="textAreaTop" r="textAreaRight" b="textAreaBottom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sp>
            <p:nvSpPr>
              <p:cNvPr id="507" name="Freeform 6"/>
              <p:cNvSpPr/>
              <p:nvPr/>
            </p:nvSpPr>
            <p:spPr>
              <a:xfrm>
                <a:off x="2521440" y="6441120"/>
                <a:ext cx="103320" cy="156240"/>
              </a:xfrm>
              <a:custGeom>
                <a:avLst/>
                <a:gdLst>
                  <a:gd name="textAreaLeft" fmla="*/ 0 w 103320"/>
                  <a:gd name="textAreaRight" fmla="*/ 104400 w 103320"/>
                  <a:gd name="textAreaTop" fmla="*/ 0 h 156240"/>
                  <a:gd name="textAreaBottom" fmla="*/ 157320 h 156240"/>
                  <a:gd name="GluePoint1X" fmla="*/ 33 w 72"/>
                  <a:gd name="GluePoint1Y" fmla="*/ 76 h 109"/>
                  <a:gd name="GluePoint2X" fmla="*/ 44 w 72"/>
                  <a:gd name="GluePoint2Y" fmla="*/ 73 h 109"/>
                  <a:gd name="GluePoint3X" fmla="*/ 59 w 72"/>
                  <a:gd name="GluePoint3Y" fmla="*/ 71 h 109"/>
                  <a:gd name="GluePoint4X" fmla="*/ 69 w 72"/>
                  <a:gd name="GluePoint4Y" fmla="*/ 92 h 109"/>
                  <a:gd name="GluePoint5X" fmla="*/ 66 w 72"/>
                  <a:gd name="GluePoint5Y" fmla="*/ 94 h 109"/>
                  <a:gd name="GluePoint6X" fmla="*/ 49 w 72"/>
                  <a:gd name="GluePoint6Y" fmla="*/ 96 h 109"/>
                  <a:gd name="GluePoint7X" fmla="*/ 28 w 72"/>
                  <a:gd name="GluePoint7Y" fmla="*/ 106 h 109"/>
                  <a:gd name="GluePoint8X" fmla="*/ 16 w 72"/>
                  <a:gd name="GluePoint8Y" fmla="*/ 106 h 109"/>
                  <a:gd name="GluePoint9X" fmla="*/ 1 w 72"/>
                  <a:gd name="GluePoint9Y" fmla="*/ 80 h 109"/>
                  <a:gd name="GluePoint10X" fmla="*/ 2 w 72"/>
                  <a:gd name="GluePoint10Y" fmla="*/ 74 h 109"/>
                  <a:gd name="GluePoint11X" fmla="*/ 23 w 72"/>
                  <a:gd name="GluePoint11Y" fmla="*/ 31 h 109"/>
                  <a:gd name="GluePoint12X" fmla="*/ 22 w 72"/>
                  <a:gd name="GluePoint12Y" fmla="*/ 26 h 109"/>
                  <a:gd name="GluePoint13X" fmla="*/ 12 w 72"/>
                  <a:gd name="GluePoint13Y" fmla="*/ 16 h 109"/>
                  <a:gd name="GluePoint14X" fmla="*/ 15 w 72"/>
                  <a:gd name="GluePoint14Y" fmla="*/ 10 h 109"/>
                  <a:gd name="GluePoint15X" fmla="*/ 32 w 72"/>
                  <a:gd name="GluePoint15Y" fmla="*/ 5 h 109"/>
                  <a:gd name="GluePoint16X" fmla="*/ 60 w 72"/>
                  <a:gd name="GluePoint16Y" fmla="*/ 18 h 109"/>
                  <a:gd name="GluePoint17X" fmla="*/ 59 w 72"/>
                  <a:gd name="GluePoint17Y" fmla="*/ 26 h 109"/>
                  <a:gd name="GluePoint18X" fmla="*/ 52 w 72"/>
                  <a:gd name="GluePoint18Y" fmla="*/ 36 h 109"/>
                  <a:gd name="GluePoint19X" fmla="*/ 34 w 72"/>
                  <a:gd name="GluePoint19Y" fmla="*/ 72 h 109"/>
                  <a:gd name="GluePoint20X" fmla="*/ 33 w 72"/>
                  <a:gd name="GluePoint20Y" fmla="*/ 76 h 10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51840" tIns="45000" rIns="5184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Century Gothic"/>
                </a:endParaRPr>
              </a:p>
            </p:txBody>
          </p:sp>
          <p:grpSp>
            <p:nvGrpSpPr>
              <p:cNvPr id="508" name="组合 102"/>
              <p:cNvGrpSpPr/>
              <p:nvPr/>
            </p:nvGrpSpPr>
            <p:grpSpPr>
              <a:xfrm>
                <a:off x="1813320" y="6397560"/>
                <a:ext cx="184680" cy="229320"/>
                <a:chOff x="1813320" y="6397560"/>
                <a:chExt cx="184680" cy="229320"/>
              </a:xfrm>
            </p:grpSpPr>
            <p:sp>
              <p:nvSpPr>
                <p:cNvPr id="509" name="Freeform 7"/>
                <p:cNvSpPr/>
                <p:nvPr/>
              </p:nvSpPr>
              <p:spPr>
                <a:xfrm>
                  <a:off x="1813320" y="6397560"/>
                  <a:ext cx="184680" cy="150120"/>
                </a:xfrm>
                <a:custGeom>
                  <a:avLst/>
                  <a:gdLst>
                    <a:gd name="textAreaLeft" fmla="*/ 0 w 184680"/>
                    <a:gd name="textAreaRight" fmla="*/ 185760 w 184680"/>
                    <a:gd name="textAreaTop" fmla="*/ 0 h 150120"/>
                    <a:gd name="textAreaBottom" fmla="*/ 151200 h 150120"/>
                    <a:gd name="GluePoint1X" fmla="*/ 101 w 128"/>
                    <a:gd name="GluePoint1Y" fmla="*/ 58 h 105"/>
                    <a:gd name="GluePoint2X" fmla="*/ 74 w 128"/>
                    <a:gd name="GluePoint2Y" fmla="*/ 56 h 105"/>
                    <a:gd name="GluePoint3X" fmla="*/ 68 w 128"/>
                    <a:gd name="GluePoint3Y" fmla="*/ 57 h 105"/>
                    <a:gd name="GluePoint4X" fmla="*/ 51 w 128"/>
                    <a:gd name="GluePoint4Y" fmla="*/ 59 h 105"/>
                    <a:gd name="GluePoint5X" fmla="*/ 36 w 128"/>
                    <a:gd name="GluePoint5Y" fmla="*/ 65 h 105"/>
                    <a:gd name="GluePoint6X" fmla="*/ 28 w 128"/>
                    <a:gd name="GluePoint6Y" fmla="*/ 73 h 105"/>
                    <a:gd name="GluePoint7X" fmla="*/ 16 w 128"/>
                    <a:gd name="GluePoint7Y" fmla="*/ 102 h 105"/>
                    <a:gd name="GluePoint8X" fmla="*/ 13 w 128"/>
                    <a:gd name="GluePoint8Y" fmla="*/ 104 h 105"/>
                    <a:gd name="GluePoint9X" fmla="*/ 1 w 128"/>
                    <a:gd name="GluePoint9Y" fmla="*/ 98 h 105"/>
                    <a:gd name="GluePoint10X" fmla="*/ 0 w 128"/>
                    <a:gd name="GluePoint10Y" fmla="*/ 93 h 105"/>
                    <a:gd name="GluePoint11X" fmla="*/ 15 w 128"/>
                    <a:gd name="GluePoint11Y" fmla="*/ 60 h 105"/>
                    <a:gd name="GluePoint12X" fmla="*/ 16 w 128"/>
                    <a:gd name="GluePoint12Y" fmla="*/ 58 h 105"/>
                    <a:gd name="GluePoint13X" fmla="*/ 20 w 128"/>
                    <a:gd name="GluePoint13Y" fmla="*/ 52 h 105"/>
                    <a:gd name="GluePoint14X" fmla="*/ 32 w 128"/>
                    <a:gd name="GluePoint14Y" fmla="*/ 54 h 105"/>
                    <a:gd name="GluePoint15X" fmla="*/ 39 w 128"/>
                    <a:gd name="GluePoint15Y" fmla="*/ 55 h 105"/>
                    <a:gd name="GluePoint16X" fmla="*/ 72 w 128"/>
                    <a:gd name="GluePoint16Y" fmla="*/ 21 h 105"/>
                    <a:gd name="GluePoint17X" fmla="*/ 74 w 128"/>
                    <a:gd name="GluePoint17Y" fmla="*/ 16 h 105"/>
                    <a:gd name="GluePoint18X" fmla="*/ 74 w 128"/>
                    <a:gd name="GluePoint18Y" fmla="*/ 11 h 105"/>
                    <a:gd name="GluePoint19X" fmla="*/ 71 w 128"/>
                    <a:gd name="GluePoint19Y" fmla="*/ 11 h 105"/>
                    <a:gd name="GluePoint20X" fmla="*/ 68 w 128"/>
                    <a:gd name="GluePoint20Y" fmla="*/ 15 h 105"/>
                    <a:gd name="GluePoint21X" fmla="*/ 68 w 128"/>
                    <a:gd name="GluePoint21Y" fmla="*/ 21 h 105"/>
                    <a:gd name="GluePoint22X" fmla="*/ 59 w 128"/>
                    <a:gd name="GluePoint22Y" fmla="*/ 29 h 105"/>
                    <a:gd name="GluePoint23X" fmla="*/ 53 w 128"/>
                    <a:gd name="GluePoint23Y" fmla="*/ 27 h 105"/>
                    <a:gd name="GluePoint24X" fmla="*/ 47 w 128"/>
                    <a:gd name="GluePoint24Y" fmla="*/ 24 h 105"/>
                    <a:gd name="GluePoint25X" fmla="*/ 47 w 128"/>
                    <a:gd name="GluePoint25Y" fmla="*/ 32 h 105"/>
                    <a:gd name="GluePoint26X" fmla="*/ 47 w 128"/>
                    <a:gd name="GluePoint26Y" fmla="*/ 34 h 105"/>
                    <a:gd name="GluePoint27X" fmla="*/ 43 w 128"/>
                    <a:gd name="GluePoint27Y" fmla="*/ 45 h 105"/>
                    <a:gd name="GluePoint28X" fmla="*/ 31 w 128"/>
                    <a:gd name="GluePoint28Y" fmla="*/ 39 h 105"/>
                    <a:gd name="GluePoint29X" fmla="*/ 29 w 128"/>
                    <a:gd name="GluePoint29Y" fmla="*/ 23 h 105"/>
                    <a:gd name="GluePoint30X" fmla="*/ 33 w 128"/>
                    <a:gd name="GluePoint30Y" fmla="*/ 14 h 105"/>
                    <a:gd name="GluePoint31X" fmla="*/ 36 w 128"/>
                    <a:gd name="GluePoint31Y" fmla="*/ 9 h 105"/>
                    <a:gd name="GluePoint32X" fmla="*/ 42 w 128"/>
                    <a:gd name="GluePoint32Y" fmla="*/ 13 h 105"/>
                    <a:gd name="GluePoint33X" fmla="*/ 44 w 128"/>
                    <a:gd name="GluePoint33Y" fmla="*/ 16 h 105"/>
                    <a:gd name="GluePoint34X" fmla="*/ 57 w 128"/>
                    <a:gd name="GluePoint34Y" fmla="*/ 14 h 105"/>
                    <a:gd name="GluePoint35X" fmla="*/ 62 w 128"/>
                    <a:gd name="GluePoint35Y" fmla="*/ 11 h 105"/>
                    <a:gd name="GluePoint36X" fmla="*/ 84 w 128"/>
                    <a:gd name="GluePoint36Y" fmla="*/ 0 h 105"/>
                    <a:gd name="GluePoint37X" fmla="*/ 96 w 128"/>
                    <a:gd name="GluePoint37Y" fmla="*/ 7 h 105"/>
                    <a:gd name="GluePoint38X" fmla="*/ 96 w 128"/>
                    <a:gd name="GluePoint38Y" fmla="*/ 20 h 105"/>
                    <a:gd name="GluePoint39X" fmla="*/ 83 w 128"/>
                    <a:gd name="GluePoint39Y" fmla="*/ 43 h 105"/>
                    <a:gd name="GluePoint40X" fmla="*/ 94 w 128"/>
                    <a:gd name="GluePoint40Y" fmla="*/ 44 h 105"/>
                    <a:gd name="GluePoint41X" fmla="*/ 122 w 128"/>
                    <a:gd name="GluePoint41Y" fmla="*/ 59 h 105"/>
                    <a:gd name="GluePoint42X" fmla="*/ 120 w 128"/>
                    <a:gd name="GluePoint42Y" fmla="*/ 73 h 105"/>
                    <a:gd name="GluePoint43X" fmla="*/ 98 w 128"/>
                    <a:gd name="GluePoint43Y" fmla="*/ 73 h 105"/>
                    <a:gd name="GluePoint44X" fmla="*/ 97 w 128"/>
                    <a:gd name="GluePoint44Y" fmla="*/ 66 h 105"/>
                    <a:gd name="GluePoint45X" fmla="*/ 101 w 128"/>
                    <a:gd name="GluePoint45Y" fmla="*/ 58 h 10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</a:cxnLst>
                  <a:rect l="textAreaLeft" t="textAreaTop" r="textAreaRight" b="textAreaBottom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510" name="Freeform 8"/>
                <p:cNvSpPr/>
                <p:nvPr/>
              </p:nvSpPr>
              <p:spPr>
                <a:xfrm>
                  <a:off x="1852560" y="6489360"/>
                  <a:ext cx="114840" cy="137520"/>
                </a:xfrm>
                <a:custGeom>
                  <a:avLst/>
                  <a:gdLst>
                    <a:gd name="textAreaLeft" fmla="*/ 0 w 114840"/>
                    <a:gd name="textAreaRight" fmla="*/ 115920 w 114840"/>
                    <a:gd name="textAreaTop" fmla="*/ 0 h 137520"/>
                    <a:gd name="textAreaBottom" fmla="*/ 138600 h 137520"/>
                    <a:gd name="GluePoint1X" fmla="*/ 46 w 80"/>
                    <a:gd name="GluePoint1Y" fmla="*/ 29 h 96"/>
                    <a:gd name="GluePoint2X" fmla="*/ 65 w 80"/>
                    <a:gd name="GluePoint2Y" fmla="*/ 29 h 96"/>
                    <a:gd name="GluePoint3X" fmla="*/ 79 w 80"/>
                    <a:gd name="GluePoint3Y" fmla="*/ 41 h 96"/>
                    <a:gd name="GluePoint4X" fmla="*/ 74 w 80"/>
                    <a:gd name="GluePoint4Y" fmla="*/ 43 h 96"/>
                    <a:gd name="GluePoint5X" fmla="*/ 60 w 80"/>
                    <a:gd name="GluePoint5Y" fmla="*/ 43 h 96"/>
                    <a:gd name="GluePoint6X" fmla="*/ 52 w 80"/>
                    <a:gd name="GluePoint6Y" fmla="*/ 50 h 96"/>
                    <a:gd name="GluePoint7X" fmla="*/ 49 w 80"/>
                    <a:gd name="GluePoint7Y" fmla="*/ 87 h 96"/>
                    <a:gd name="GluePoint8X" fmla="*/ 37 w 80"/>
                    <a:gd name="GluePoint8Y" fmla="*/ 95 h 96"/>
                    <a:gd name="GluePoint9X" fmla="*/ 21 w 80"/>
                    <a:gd name="GluePoint9Y" fmla="*/ 68 h 96"/>
                    <a:gd name="GluePoint10X" fmla="*/ 22 w 80"/>
                    <a:gd name="GluePoint10Y" fmla="*/ 62 h 96"/>
                    <a:gd name="GluePoint11X" fmla="*/ 30 w 80"/>
                    <a:gd name="GluePoint11Y" fmla="*/ 72 h 96"/>
                    <a:gd name="GluePoint12X" fmla="*/ 40 w 80"/>
                    <a:gd name="GluePoint12Y" fmla="*/ 70 h 96"/>
                    <a:gd name="GluePoint13X" fmla="*/ 43 w 80"/>
                    <a:gd name="GluePoint13Y" fmla="*/ 46 h 96"/>
                    <a:gd name="GluePoint14X" fmla="*/ 24 w 80"/>
                    <a:gd name="GluePoint14Y" fmla="*/ 52 h 96"/>
                    <a:gd name="GluePoint15X" fmla="*/ 19 w 80"/>
                    <a:gd name="GluePoint15Y" fmla="*/ 54 h 96"/>
                    <a:gd name="GluePoint16X" fmla="*/ 6 w 80"/>
                    <a:gd name="GluePoint16Y" fmla="*/ 54 h 96"/>
                    <a:gd name="GluePoint17X" fmla="*/ 2 w 80"/>
                    <a:gd name="GluePoint17Y" fmla="*/ 40 h 96"/>
                    <a:gd name="GluePoint18X" fmla="*/ 6 w 80"/>
                    <a:gd name="GluePoint18Y" fmla="*/ 37 h 96"/>
                    <a:gd name="GluePoint19X" fmla="*/ 28 w 80"/>
                    <a:gd name="GluePoint19Y" fmla="*/ 33 h 96"/>
                    <a:gd name="GluePoint20X" fmla="*/ 33 w 80"/>
                    <a:gd name="GluePoint20Y" fmla="*/ 32 h 96"/>
                    <a:gd name="GluePoint21X" fmla="*/ 36 w 80"/>
                    <a:gd name="GluePoint21Y" fmla="*/ 22 h 96"/>
                    <a:gd name="GluePoint22X" fmla="*/ 46 w 80"/>
                    <a:gd name="GluePoint22Y" fmla="*/ 12 h 96"/>
                    <a:gd name="GluePoint23X" fmla="*/ 45 w 80"/>
                    <a:gd name="GluePoint23Y" fmla="*/ 10 h 96"/>
                    <a:gd name="GluePoint24X" fmla="*/ 26 w 80"/>
                    <a:gd name="GluePoint24Y" fmla="*/ 17 h 96"/>
                    <a:gd name="GluePoint25X" fmla="*/ 15 w 80"/>
                    <a:gd name="GluePoint25Y" fmla="*/ 24 h 96"/>
                    <a:gd name="GluePoint26X" fmla="*/ 5 w 80"/>
                    <a:gd name="GluePoint26Y" fmla="*/ 22 h 96"/>
                    <a:gd name="GluePoint27X" fmla="*/ 1 w 80"/>
                    <a:gd name="GluePoint27Y" fmla="*/ 17 h 96"/>
                    <a:gd name="GluePoint28X" fmla="*/ 36 w 80"/>
                    <a:gd name="GluePoint28Y" fmla="*/ 2 h 96"/>
                    <a:gd name="GluePoint29X" fmla="*/ 55 w 80"/>
                    <a:gd name="GluePoint29Y" fmla="*/ 0 h 96"/>
                    <a:gd name="GluePoint30X" fmla="*/ 61 w 80"/>
                    <a:gd name="GluePoint30Y" fmla="*/ 6 h 96"/>
                    <a:gd name="GluePoint31X" fmla="*/ 59 w 80"/>
                    <a:gd name="GluePoint31Y" fmla="*/ 13 h 96"/>
                    <a:gd name="GluePoint32X" fmla="*/ 46 w 80"/>
                    <a:gd name="GluePoint32Y" fmla="*/ 29 h 96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57600" tIns="45000" rIns="576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511" name="组合 103"/>
              <p:cNvGrpSpPr/>
              <p:nvPr/>
            </p:nvGrpSpPr>
            <p:grpSpPr>
              <a:xfrm>
                <a:off x="2072160" y="6460560"/>
                <a:ext cx="111240" cy="119520"/>
                <a:chOff x="2072160" y="6460560"/>
                <a:chExt cx="111240" cy="119520"/>
              </a:xfrm>
            </p:grpSpPr>
            <p:sp>
              <p:nvSpPr>
                <p:cNvPr id="512" name="Freeform 15"/>
                <p:cNvSpPr/>
                <p:nvPr/>
              </p:nvSpPr>
              <p:spPr>
                <a:xfrm>
                  <a:off x="2072160" y="6487200"/>
                  <a:ext cx="50760" cy="82440"/>
                </a:xfrm>
                <a:custGeom>
                  <a:avLst/>
                  <a:gdLst>
                    <a:gd name="textAreaLeft" fmla="*/ 0 w 50760"/>
                    <a:gd name="textAreaRight" fmla="*/ 51840 w 50760"/>
                    <a:gd name="textAreaTop" fmla="*/ 0 h 82440"/>
                    <a:gd name="textAreaBottom" fmla="*/ 83520 h 82440"/>
                    <a:gd name="GluePoint1X" fmla="*/ 16 w 39"/>
                    <a:gd name="GluePoint1Y" fmla="*/ 29 h 58"/>
                    <a:gd name="GluePoint2X" fmla="*/ 27 w 39"/>
                    <a:gd name="GluePoint2Y" fmla="*/ 7 h 58"/>
                    <a:gd name="GluePoint3X" fmla="*/ 31 w 39"/>
                    <a:gd name="GluePoint3Y" fmla="*/ 1 h 58"/>
                    <a:gd name="GluePoint4X" fmla="*/ 34 w 39"/>
                    <a:gd name="GluePoint4Y" fmla="*/ 6 h 58"/>
                    <a:gd name="GluePoint5X" fmla="*/ 35 w 39"/>
                    <a:gd name="GluePoint5Y" fmla="*/ 26 h 58"/>
                    <a:gd name="GluePoint6X" fmla="*/ 20 w 39"/>
                    <a:gd name="GluePoint6Y" fmla="*/ 52 h 58"/>
                    <a:gd name="GluePoint7X" fmla="*/ 9 w 39"/>
                    <a:gd name="GluePoint7Y" fmla="*/ 57 h 58"/>
                    <a:gd name="GluePoint8X" fmla="*/ 1 w 39"/>
                    <a:gd name="GluePoint8Y" fmla="*/ 43 h 58"/>
                    <a:gd name="GluePoint9X" fmla="*/ 4 w 39"/>
                    <a:gd name="GluePoint9Y" fmla="*/ 6 h 58"/>
                    <a:gd name="GluePoint10X" fmla="*/ 8 w 39"/>
                    <a:gd name="GluePoint10Y" fmla="*/ 0 h 58"/>
                    <a:gd name="GluePoint11X" fmla="*/ 15 w 39"/>
                    <a:gd name="GluePoint11Y" fmla="*/ 6 h 58"/>
                    <a:gd name="GluePoint12X" fmla="*/ 14 w 39"/>
                    <a:gd name="GluePoint12Y" fmla="*/ 20 h 58"/>
                    <a:gd name="GluePoint13X" fmla="*/ 14 w 39"/>
                    <a:gd name="GluePoint13Y" fmla="*/ 28 h 58"/>
                    <a:gd name="GluePoint14X" fmla="*/ 16 w 39"/>
                    <a:gd name="GluePoint14Y" fmla="*/ 29 h 5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5560" tIns="41760" rIns="25560" bIns="4176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513" name="Freeform 16"/>
                <p:cNvSpPr/>
                <p:nvPr/>
              </p:nvSpPr>
              <p:spPr>
                <a:xfrm>
                  <a:off x="2127960" y="6463440"/>
                  <a:ext cx="55440" cy="116640"/>
                </a:xfrm>
                <a:custGeom>
                  <a:avLst/>
                  <a:gdLst>
                    <a:gd name="textAreaLeft" fmla="*/ 0 w 55440"/>
                    <a:gd name="textAreaRight" fmla="*/ 56520 w 55440"/>
                    <a:gd name="textAreaTop" fmla="*/ 0 h 116640"/>
                    <a:gd name="textAreaBottom" fmla="*/ 117720 h 116640"/>
                    <a:gd name="GluePoint1X" fmla="*/ 9 w 47"/>
                    <a:gd name="GluePoint1Y" fmla="*/ 73 h 88"/>
                    <a:gd name="GluePoint2X" fmla="*/ 3 w 47"/>
                    <a:gd name="GluePoint2Y" fmla="*/ 67 h 88"/>
                    <a:gd name="GluePoint3X" fmla="*/ 3 w 47"/>
                    <a:gd name="GluePoint3Y" fmla="*/ 57 h 88"/>
                    <a:gd name="GluePoint4X" fmla="*/ 20 w 47"/>
                    <a:gd name="GluePoint4Y" fmla="*/ 38 h 88"/>
                    <a:gd name="GluePoint5X" fmla="*/ 33 w 47"/>
                    <a:gd name="GluePoint5Y" fmla="*/ 20 h 88"/>
                    <a:gd name="GluePoint6X" fmla="*/ 33 w 47"/>
                    <a:gd name="GluePoint6Y" fmla="*/ 4 h 88"/>
                    <a:gd name="GluePoint7X" fmla="*/ 32 w 47"/>
                    <a:gd name="GluePoint7Y" fmla="*/ 1 h 88"/>
                    <a:gd name="GluePoint8X" fmla="*/ 33 w 47"/>
                    <a:gd name="GluePoint8Y" fmla="*/ 0 h 88"/>
                    <a:gd name="GluePoint9X" fmla="*/ 41 w 47"/>
                    <a:gd name="GluePoint9Y" fmla="*/ 6 h 88"/>
                    <a:gd name="GluePoint10X" fmla="*/ 43 w 47"/>
                    <a:gd name="GluePoint10Y" fmla="*/ 26 h 88"/>
                    <a:gd name="GluePoint11X" fmla="*/ 29 w 47"/>
                    <a:gd name="GluePoint11Y" fmla="*/ 48 h 88"/>
                    <a:gd name="GluePoint12X" fmla="*/ 30 w 47"/>
                    <a:gd name="GluePoint12Y" fmla="*/ 52 h 88"/>
                    <a:gd name="GluePoint13X" fmla="*/ 40 w 47"/>
                    <a:gd name="GluePoint13Y" fmla="*/ 73 h 88"/>
                    <a:gd name="GluePoint14X" fmla="*/ 41 w 47"/>
                    <a:gd name="GluePoint14Y" fmla="*/ 84 h 88"/>
                    <a:gd name="GluePoint15X" fmla="*/ 37 w 47"/>
                    <a:gd name="GluePoint15Y" fmla="*/ 86 h 88"/>
                    <a:gd name="GluePoint16X" fmla="*/ 31 w 47"/>
                    <a:gd name="GluePoint16Y" fmla="*/ 75 h 88"/>
                    <a:gd name="GluePoint17X" fmla="*/ 28 w 47"/>
                    <a:gd name="GluePoint17Y" fmla="*/ 60 h 88"/>
                    <a:gd name="GluePoint18X" fmla="*/ 22 w 47"/>
                    <a:gd name="GluePoint18Y" fmla="*/ 59 h 88"/>
                    <a:gd name="GluePoint19X" fmla="*/ 9 w 47"/>
                    <a:gd name="GluePoint19Y" fmla="*/ 73 h 8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</a:cxnLst>
                  <a:rect l="textAreaLeft" t="textAreaTop" r="textAreaRight" b="textAreaBottom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7720" tIns="45000" rIns="2772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514" name="Freeform 17"/>
                <p:cNvSpPr/>
                <p:nvPr/>
              </p:nvSpPr>
              <p:spPr>
                <a:xfrm>
                  <a:off x="2101680" y="6460560"/>
                  <a:ext cx="36000" cy="20520"/>
                </a:xfrm>
                <a:custGeom>
                  <a:avLst/>
                  <a:gdLst>
                    <a:gd name="textAreaLeft" fmla="*/ 0 w 36000"/>
                    <a:gd name="textAreaRight" fmla="*/ 37080 w 36000"/>
                    <a:gd name="textAreaTop" fmla="*/ 0 h 20520"/>
                    <a:gd name="textAreaBottom" fmla="*/ 21600 h 20520"/>
                    <a:gd name="GluePoint1X" fmla="*/ 0 w 26"/>
                    <a:gd name="GluePoint1Y" fmla="*/ 0 h 19"/>
                    <a:gd name="GluePoint2X" fmla="*/ 20 w 26"/>
                    <a:gd name="GluePoint2Y" fmla="*/ 1 h 19"/>
                    <a:gd name="GluePoint3X" fmla="*/ 23 w 26"/>
                    <a:gd name="GluePoint3Y" fmla="*/ 12 h 19"/>
                    <a:gd name="GluePoint4X" fmla="*/ 12 w 26"/>
                    <a:gd name="GluePoint4Y" fmla="*/ 18 h 19"/>
                    <a:gd name="GluePoint5X" fmla="*/ 3 w 26"/>
                    <a:gd name="GluePoint5Y" fmla="*/ 11 h 19"/>
                    <a:gd name="GluePoint6X" fmla="*/ 0 w 26"/>
                    <a:gd name="GluePoint6Y" fmla="*/ 0 h 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8000" tIns="10800" rIns="18000" bIns="108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  <p:grpSp>
          <p:nvGrpSpPr>
            <p:cNvPr id="515" name="组合 86"/>
            <p:cNvGrpSpPr/>
            <p:nvPr/>
          </p:nvGrpSpPr>
          <p:grpSpPr>
            <a:xfrm>
              <a:off x="694080" y="6394680"/>
              <a:ext cx="848520" cy="234360"/>
              <a:chOff x="694080" y="6394680"/>
              <a:chExt cx="848520" cy="234360"/>
            </a:xfrm>
          </p:grpSpPr>
          <p:grpSp>
            <p:nvGrpSpPr>
              <p:cNvPr id="516" name="组合 87"/>
              <p:cNvGrpSpPr/>
              <p:nvPr/>
            </p:nvGrpSpPr>
            <p:grpSpPr>
              <a:xfrm>
                <a:off x="1145160" y="6433200"/>
                <a:ext cx="163440" cy="171720"/>
                <a:chOff x="1145160" y="6433200"/>
                <a:chExt cx="163440" cy="171720"/>
              </a:xfrm>
            </p:grpSpPr>
            <p:sp>
              <p:nvSpPr>
                <p:cNvPr id="517" name="Freeform 9"/>
                <p:cNvSpPr/>
                <p:nvPr/>
              </p:nvSpPr>
              <p:spPr>
                <a:xfrm>
                  <a:off x="1145160" y="6446160"/>
                  <a:ext cx="84600" cy="144360"/>
                </a:xfrm>
                <a:custGeom>
                  <a:avLst/>
                  <a:gdLst>
                    <a:gd name="textAreaLeft" fmla="*/ 0 w 84600"/>
                    <a:gd name="textAreaRight" fmla="*/ 85680 w 84600"/>
                    <a:gd name="textAreaTop" fmla="*/ 0 h 144360"/>
                    <a:gd name="textAreaBottom" fmla="*/ 145440 h 144360"/>
                    <a:gd name="GluePoint1X" fmla="*/ 39 w 59"/>
                    <a:gd name="GluePoint1Y" fmla="*/ 78 h 101"/>
                    <a:gd name="GluePoint2X" fmla="*/ 17 w 59"/>
                    <a:gd name="GluePoint2Y" fmla="*/ 94 h 101"/>
                    <a:gd name="GluePoint3X" fmla="*/ 8 w 59"/>
                    <a:gd name="GluePoint3Y" fmla="*/ 94 h 101"/>
                    <a:gd name="GluePoint4X" fmla="*/ 0 w 59"/>
                    <a:gd name="GluePoint4Y" fmla="*/ 79 h 101"/>
                    <a:gd name="GluePoint5X" fmla="*/ 17 w 59"/>
                    <a:gd name="GluePoint5Y" fmla="*/ 73 h 101"/>
                    <a:gd name="GluePoint6X" fmla="*/ 10 w 59"/>
                    <a:gd name="GluePoint6Y" fmla="*/ 68 h 101"/>
                    <a:gd name="GluePoint7X" fmla="*/ 8 w 59"/>
                    <a:gd name="GluePoint7Y" fmla="*/ 60 h 101"/>
                    <a:gd name="GluePoint8X" fmla="*/ 18 w 59"/>
                    <a:gd name="GluePoint8Y" fmla="*/ 23 h 101"/>
                    <a:gd name="GluePoint9X" fmla="*/ 26 w 59"/>
                    <a:gd name="GluePoint9Y" fmla="*/ 17 h 101"/>
                    <a:gd name="GluePoint10X" fmla="*/ 36 w 59"/>
                    <a:gd name="GluePoint10Y" fmla="*/ 26 h 101"/>
                    <a:gd name="GluePoint11X" fmla="*/ 36 w 59"/>
                    <a:gd name="GluePoint11Y" fmla="*/ 27 h 101"/>
                    <a:gd name="GluePoint12X" fmla="*/ 43 w 59"/>
                    <a:gd name="GluePoint12Y" fmla="*/ 40 h 101"/>
                    <a:gd name="GluePoint13X" fmla="*/ 42 w 59"/>
                    <a:gd name="GluePoint13Y" fmla="*/ 12 h 101"/>
                    <a:gd name="GluePoint14X" fmla="*/ 21 w 59"/>
                    <a:gd name="GluePoint14Y" fmla="*/ 5 h 101"/>
                    <a:gd name="GluePoint15X" fmla="*/ 44 w 59"/>
                    <a:gd name="GluePoint15Y" fmla="*/ 1 h 101"/>
                    <a:gd name="GluePoint16X" fmla="*/ 57 w 59"/>
                    <a:gd name="GluePoint16Y" fmla="*/ 17 h 101"/>
                    <a:gd name="GluePoint17X" fmla="*/ 56 w 59"/>
                    <a:gd name="GluePoint17Y" fmla="*/ 48 h 101"/>
                    <a:gd name="GluePoint18X" fmla="*/ 57 w 59"/>
                    <a:gd name="GluePoint18Y" fmla="*/ 55 h 101"/>
                    <a:gd name="GluePoint19X" fmla="*/ 55 w 59"/>
                    <a:gd name="GluePoint19Y" fmla="*/ 64 h 101"/>
                    <a:gd name="GluePoint20X" fmla="*/ 54 w 59"/>
                    <a:gd name="GluePoint20Y" fmla="*/ 71 h 101"/>
                    <a:gd name="GluePoint21X" fmla="*/ 52 w 59"/>
                    <a:gd name="GluePoint21Y" fmla="*/ 95 h 101"/>
                    <a:gd name="GluePoint22X" fmla="*/ 49 w 59"/>
                    <a:gd name="GluePoint22Y" fmla="*/ 101 h 101"/>
                    <a:gd name="GluePoint23X" fmla="*/ 43 w 59"/>
                    <a:gd name="GluePoint23Y" fmla="*/ 98 h 101"/>
                    <a:gd name="GluePoint24X" fmla="*/ 38 w 59"/>
                    <a:gd name="GluePoint24Y" fmla="*/ 86 h 101"/>
                    <a:gd name="GluePoint25X" fmla="*/ 39 w 59"/>
                    <a:gd name="GluePoint25Y" fmla="*/ 78 h 101"/>
                    <a:gd name="GluePoint26X" fmla="*/ 42 w 59"/>
                    <a:gd name="GluePoint26Y" fmla="*/ 47 h 101"/>
                    <a:gd name="GluePoint27X" fmla="*/ 32 w 59"/>
                    <a:gd name="GluePoint27Y" fmla="*/ 44 h 101"/>
                    <a:gd name="GluePoint28X" fmla="*/ 29 w 59"/>
                    <a:gd name="GluePoint28Y" fmla="*/ 64 h 101"/>
                    <a:gd name="GluePoint29X" fmla="*/ 42 w 59"/>
                    <a:gd name="GluePoint29Y" fmla="*/ 47 h 10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</a:cxnLst>
                  <a:rect l="textAreaLeft" t="textAreaTop" r="textAreaRight" b="textAreaBottom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2480" tIns="45000" rIns="4248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518" name="Freeform 10"/>
                <p:cNvSpPr/>
                <p:nvPr/>
              </p:nvSpPr>
              <p:spPr>
                <a:xfrm>
                  <a:off x="1229400" y="6433200"/>
                  <a:ext cx="79200" cy="171720"/>
                </a:xfrm>
                <a:custGeom>
                  <a:avLst/>
                  <a:gdLst>
                    <a:gd name="textAreaLeft" fmla="*/ 0 w 79200"/>
                    <a:gd name="textAreaRight" fmla="*/ 80280 w 79200"/>
                    <a:gd name="textAreaTop" fmla="*/ 0 h 171720"/>
                    <a:gd name="textAreaBottom" fmla="*/ 172800 h 171720"/>
                    <a:gd name="GluePoint1X" fmla="*/ 11 w 55"/>
                    <a:gd name="GluePoint1Y" fmla="*/ 89 h 120"/>
                    <a:gd name="GluePoint2X" fmla="*/ 10 w 55"/>
                    <a:gd name="GluePoint2Y" fmla="*/ 100 h 120"/>
                    <a:gd name="GluePoint3X" fmla="*/ 6 w 55"/>
                    <a:gd name="GluePoint3Y" fmla="*/ 104 h 120"/>
                    <a:gd name="GluePoint4X" fmla="*/ 1 w 55"/>
                    <a:gd name="GluePoint4Y" fmla="*/ 99 h 120"/>
                    <a:gd name="GluePoint5X" fmla="*/ 3 w 55"/>
                    <a:gd name="GluePoint5Y" fmla="*/ 84 h 120"/>
                    <a:gd name="GluePoint6X" fmla="*/ 14 w 55"/>
                    <a:gd name="GluePoint6Y" fmla="*/ 37 h 120"/>
                    <a:gd name="GluePoint7X" fmla="*/ 22 w 55"/>
                    <a:gd name="GluePoint7Y" fmla="*/ 11 h 120"/>
                    <a:gd name="GluePoint8X" fmla="*/ 26 w 55"/>
                    <a:gd name="GluePoint8Y" fmla="*/ 19 h 120"/>
                    <a:gd name="GluePoint9X" fmla="*/ 20 w 55"/>
                    <a:gd name="GluePoint9Y" fmla="*/ 40 h 120"/>
                    <a:gd name="GluePoint10X" fmla="*/ 27 w 55"/>
                    <a:gd name="GluePoint10Y" fmla="*/ 35 h 120"/>
                    <a:gd name="GluePoint11X" fmla="*/ 35 w 55"/>
                    <a:gd name="GluePoint11Y" fmla="*/ 30 h 120"/>
                    <a:gd name="GluePoint12X" fmla="*/ 33 w 55"/>
                    <a:gd name="GluePoint12Y" fmla="*/ 9 h 120"/>
                    <a:gd name="GluePoint13X" fmla="*/ 28 w 55"/>
                    <a:gd name="GluePoint13Y" fmla="*/ 8 h 120"/>
                    <a:gd name="GluePoint14X" fmla="*/ 19 w 55"/>
                    <a:gd name="GluePoint14Y" fmla="*/ 12 h 120"/>
                    <a:gd name="GluePoint15X" fmla="*/ 12 w 55"/>
                    <a:gd name="GluePoint15Y" fmla="*/ 15 h 120"/>
                    <a:gd name="GluePoint16X" fmla="*/ 9 w 55"/>
                    <a:gd name="GluePoint16Y" fmla="*/ 11 h 120"/>
                    <a:gd name="GluePoint17X" fmla="*/ 11 w 55"/>
                    <a:gd name="GluePoint17Y" fmla="*/ 8 h 120"/>
                    <a:gd name="GluePoint18X" fmla="*/ 31 w 55"/>
                    <a:gd name="GluePoint18Y" fmla="*/ 0 h 120"/>
                    <a:gd name="GluePoint19X" fmla="*/ 45 w 55"/>
                    <a:gd name="GluePoint19Y" fmla="*/ 15 h 120"/>
                    <a:gd name="GluePoint20X" fmla="*/ 44 w 55"/>
                    <a:gd name="GluePoint20Y" fmla="*/ 46 h 120"/>
                    <a:gd name="GluePoint21X" fmla="*/ 48 w 55"/>
                    <a:gd name="GluePoint21Y" fmla="*/ 54 h 120"/>
                    <a:gd name="GluePoint22X" fmla="*/ 48 w 55"/>
                    <a:gd name="GluePoint22Y" fmla="*/ 71 h 120"/>
                    <a:gd name="GluePoint23X" fmla="*/ 44 w 55"/>
                    <a:gd name="GluePoint23Y" fmla="*/ 77 h 120"/>
                    <a:gd name="GluePoint24X" fmla="*/ 44 w 55"/>
                    <a:gd name="GluePoint24Y" fmla="*/ 110 h 120"/>
                    <a:gd name="GluePoint25X" fmla="*/ 44 w 55"/>
                    <a:gd name="GluePoint25Y" fmla="*/ 114 h 120"/>
                    <a:gd name="GluePoint26X" fmla="*/ 41 w 55"/>
                    <a:gd name="GluePoint26Y" fmla="*/ 120 h 120"/>
                    <a:gd name="GluePoint27X" fmla="*/ 32 w 55"/>
                    <a:gd name="GluePoint27Y" fmla="*/ 118 h 120"/>
                    <a:gd name="GluePoint28X" fmla="*/ 13 w 55"/>
                    <a:gd name="GluePoint28Y" fmla="*/ 91 h 120"/>
                    <a:gd name="GluePoint29X" fmla="*/ 12 w 55"/>
                    <a:gd name="GluePoint29Y" fmla="*/ 89 h 120"/>
                    <a:gd name="GluePoint30X" fmla="*/ 11 w 55"/>
                    <a:gd name="GluePoint30Y" fmla="*/ 89 h 120"/>
                    <a:gd name="GluePoint31X" fmla="*/ 24 w 55"/>
                    <a:gd name="GluePoint31Y" fmla="*/ 76 h 120"/>
                    <a:gd name="GluePoint32X" fmla="*/ 23 w 55"/>
                    <a:gd name="GluePoint32Y" fmla="*/ 74 h 120"/>
                    <a:gd name="GluePoint33X" fmla="*/ 27 w 55"/>
                    <a:gd name="GluePoint33Y" fmla="*/ 71 h 120"/>
                    <a:gd name="GluePoint34X" fmla="*/ 33 w 55"/>
                    <a:gd name="GluePoint34Y" fmla="*/ 67 h 120"/>
                    <a:gd name="GluePoint35X" fmla="*/ 32 w 55"/>
                    <a:gd name="GluePoint35Y" fmla="*/ 63 h 120"/>
                    <a:gd name="GluePoint36X" fmla="*/ 22 w 55"/>
                    <a:gd name="GluePoint36Y" fmla="*/ 52 h 120"/>
                    <a:gd name="GluePoint37X" fmla="*/ 18 w 55"/>
                    <a:gd name="GluePoint37Y" fmla="*/ 89 h 120"/>
                    <a:gd name="GluePoint38X" fmla="*/ 33 w 55"/>
                    <a:gd name="GluePoint38Y" fmla="*/ 107 h 120"/>
                    <a:gd name="GluePoint39X" fmla="*/ 35 w 55"/>
                    <a:gd name="GluePoint39Y" fmla="*/ 77 h 120"/>
                    <a:gd name="GluePoint40X" fmla="*/ 31 w 55"/>
                    <a:gd name="GluePoint40Y" fmla="*/ 75 h 120"/>
                    <a:gd name="GluePoint41X" fmla="*/ 24 w 55"/>
                    <a:gd name="GluePoint41Y" fmla="*/ 76 h 12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</a:cxnLst>
                  <a:rect l="textAreaLeft" t="textAreaTop" r="textAreaRight" b="textAreaBottom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39600" tIns="45000" rIns="396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519" name="组合 88"/>
              <p:cNvGrpSpPr/>
              <p:nvPr/>
            </p:nvGrpSpPr>
            <p:grpSpPr>
              <a:xfrm>
                <a:off x="694080" y="6394680"/>
                <a:ext cx="185400" cy="234360"/>
                <a:chOff x="694080" y="6394680"/>
                <a:chExt cx="185400" cy="234360"/>
              </a:xfrm>
            </p:grpSpPr>
            <p:sp>
              <p:nvSpPr>
                <p:cNvPr id="520" name="Freeform 13"/>
                <p:cNvSpPr/>
                <p:nvPr/>
              </p:nvSpPr>
              <p:spPr>
                <a:xfrm>
                  <a:off x="694080" y="6394680"/>
                  <a:ext cx="185400" cy="221400"/>
                </a:xfrm>
                <a:custGeom>
                  <a:avLst/>
                  <a:gdLst>
                    <a:gd name="textAreaLeft" fmla="*/ 0 w 185400"/>
                    <a:gd name="textAreaRight" fmla="*/ 186480 w 185400"/>
                    <a:gd name="textAreaTop" fmla="*/ 0 h 221400"/>
                    <a:gd name="textAreaBottom" fmla="*/ 222480 h 221400"/>
                    <a:gd name="GluePoint1X" fmla="*/ 54 w 128"/>
                    <a:gd name="GluePoint1Y" fmla="*/ 76 h 154"/>
                    <a:gd name="GluePoint2X" fmla="*/ 66 w 128"/>
                    <a:gd name="GluePoint2Y" fmla="*/ 53 h 154"/>
                    <a:gd name="GluePoint3X" fmla="*/ 49 w 128"/>
                    <a:gd name="GluePoint3Y" fmla="*/ 47 h 154"/>
                    <a:gd name="GluePoint4X" fmla="*/ 64 w 128"/>
                    <a:gd name="GluePoint4Y" fmla="*/ 44 h 154"/>
                    <a:gd name="GluePoint5X" fmla="*/ 83 w 128"/>
                    <a:gd name="GluePoint5Y" fmla="*/ 6 h 154"/>
                    <a:gd name="GluePoint6X" fmla="*/ 91 w 128"/>
                    <a:gd name="GluePoint6Y" fmla="*/ 11 h 154"/>
                    <a:gd name="GluePoint7X" fmla="*/ 96 w 128"/>
                    <a:gd name="GluePoint7Y" fmla="*/ 36 h 154"/>
                    <a:gd name="GluePoint8X" fmla="*/ 106 w 128"/>
                    <a:gd name="GluePoint8Y" fmla="*/ 41 h 154"/>
                    <a:gd name="GluePoint9X" fmla="*/ 82 w 128"/>
                    <a:gd name="GluePoint9Y" fmla="*/ 50 h 154"/>
                    <a:gd name="GluePoint10X" fmla="*/ 71 w 128"/>
                    <a:gd name="GluePoint10Y" fmla="*/ 65 h 154"/>
                    <a:gd name="GluePoint11X" fmla="*/ 110 w 128"/>
                    <a:gd name="GluePoint11Y" fmla="*/ 74 h 154"/>
                    <a:gd name="GluePoint12X" fmla="*/ 101 w 128"/>
                    <a:gd name="GluePoint12Y" fmla="*/ 87 h 154"/>
                    <a:gd name="GluePoint13X" fmla="*/ 111 w 128"/>
                    <a:gd name="GluePoint13Y" fmla="*/ 98 h 154"/>
                    <a:gd name="GluePoint14X" fmla="*/ 92 w 128"/>
                    <a:gd name="GluePoint14Y" fmla="*/ 104 h 154"/>
                    <a:gd name="GluePoint15X" fmla="*/ 86 w 128"/>
                    <a:gd name="GluePoint15Y" fmla="*/ 116 h 154"/>
                    <a:gd name="GluePoint16X" fmla="*/ 124 w 128"/>
                    <a:gd name="GluePoint16Y" fmla="*/ 112 h 154"/>
                    <a:gd name="GluePoint17X" fmla="*/ 120 w 128"/>
                    <a:gd name="GluePoint17Y" fmla="*/ 122 h 154"/>
                    <a:gd name="GluePoint18X" fmla="*/ 111 w 128"/>
                    <a:gd name="GluePoint18Y" fmla="*/ 144 h 154"/>
                    <a:gd name="GluePoint19X" fmla="*/ 105 w 128"/>
                    <a:gd name="GluePoint19Y" fmla="*/ 153 h 154"/>
                    <a:gd name="GluePoint20X" fmla="*/ 55 w 128"/>
                    <a:gd name="GluePoint20Y" fmla="*/ 129 h 154"/>
                    <a:gd name="GluePoint21X" fmla="*/ 53 w 128"/>
                    <a:gd name="GluePoint21Y" fmla="*/ 121 h 154"/>
                    <a:gd name="GluePoint22X" fmla="*/ 61 w 128"/>
                    <a:gd name="GluePoint22Y" fmla="*/ 125 h 154"/>
                    <a:gd name="GluePoint23X" fmla="*/ 94 w 128"/>
                    <a:gd name="GluePoint23Y" fmla="*/ 140 h 154"/>
                    <a:gd name="GluePoint24X" fmla="*/ 85 w 128"/>
                    <a:gd name="GluePoint24Y" fmla="*/ 127 h 154"/>
                    <a:gd name="GluePoint25X" fmla="*/ 71 w 128"/>
                    <a:gd name="GluePoint25Y" fmla="*/ 108 h 154"/>
                    <a:gd name="GluePoint26X" fmla="*/ 52 w 128"/>
                    <a:gd name="GluePoint26Y" fmla="*/ 113 h 154"/>
                    <a:gd name="GluePoint27X" fmla="*/ 38 w 128"/>
                    <a:gd name="GluePoint27Y" fmla="*/ 97 h 154"/>
                    <a:gd name="GluePoint28X" fmla="*/ 51 w 128"/>
                    <a:gd name="GluePoint28Y" fmla="*/ 97 h 154"/>
                    <a:gd name="GluePoint29X" fmla="*/ 34 w 128"/>
                    <a:gd name="GluePoint29Y" fmla="*/ 93 h 154"/>
                    <a:gd name="GluePoint30X" fmla="*/ 35 w 128"/>
                    <a:gd name="GluePoint30Y" fmla="*/ 105 h 154"/>
                    <a:gd name="GluePoint31X" fmla="*/ 26 w 128"/>
                    <a:gd name="GluePoint31Y" fmla="*/ 154 h 154"/>
                    <a:gd name="GluePoint32X" fmla="*/ 20 w 128"/>
                    <a:gd name="GluePoint32Y" fmla="*/ 118 h 154"/>
                    <a:gd name="GluePoint33X" fmla="*/ 0 w 128"/>
                    <a:gd name="GluePoint33Y" fmla="*/ 103 h 154"/>
                    <a:gd name="GluePoint34X" fmla="*/ 19 w 128"/>
                    <a:gd name="GluePoint34Y" fmla="*/ 72 h 154"/>
                    <a:gd name="GluePoint35X" fmla="*/ 25 w 128"/>
                    <a:gd name="GluePoint35Y" fmla="*/ 51 h 154"/>
                    <a:gd name="GluePoint36X" fmla="*/ 39 w 128"/>
                    <a:gd name="GluePoint36Y" fmla="*/ 14 h 154"/>
                    <a:gd name="GluePoint37X" fmla="*/ 51 w 128"/>
                    <a:gd name="GluePoint37Y" fmla="*/ 24 h 154"/>
                    <a:gd name="GluePoint38X" fmla="*/ 39 w 128"/>
                    <a:gd name="GluePoint38Y" fmla="*/ 44 h 154"/>
                    <a:gd name="GluePoint39X" fmla="*/ 48 w 128"/>
                    <a:gd name="GluePoint39Y" fmla="*/ 73 h 154"/>
                    <a:gd name="GluePoint40X" fmla="*/ 81 w 128"/>
                    <a:gd name="GluePoint40Y" fmla="*/ 90 h 154"/>
                    <a:gd name="GluePoint41X" fmla="*/ 92 w 128"/>
                    <a:gd name="GluePoint41Y" fmla="*/ 71 h 154"/>
                    <a:gd name="GluePoint42X" fmla="*/ 81 w 128"/>
                    <a:gd name="GluePoint42Y" fmla="*/ 80 h 154"/>
                    <a:gd name="GluePoint43X" fmla="*/ 76 w 128"/>
                    <a:gd name="GluePoint43Y" fmla="*/ 73 h 154"/>
                    <a:gd name="GluePoint44X" fmla="*/ 67 w 128"/>
                    <a:gd name="GluePoint44Y" fmla="*/ 79 h 154"/>
                    <a:gd name="GluePoint45X" fmla="*/ 76 w 128"/>
                    <a:gd name="GluePoint45Y" fmla="*/ 73 h 154"/>
                    <a:gd name="GluePoint46X" fmla="*/ 56 w 128"/>
                    <a:gd name="GluePoint46Y" fmla="*/ 88 h 154"/>
                    <a:gd name="GluePoint47X" fmla="*/ 63 w 128"/>
                    <a:gd name="GluePoint47Y" fmla="*/ 81 h 15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</a:cxnLst>
                  <a:rect l="textAreaLeft" t="textAreaTop" r="textAreaRight" b="textAreaBottom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521" name="Freeform 14"/>
                <p:cNvSpPr/>
                <p:nvPr/>
              </p:nvSpPr>
              <p:spPr>
                <a:xfrm>
                  <a:off x="745200" y="6568200"/>
                  <a:ext cx="21960" cy="60840"/>
                </a:xfrm>
                <a:custGeom>
                  <a:avLst/>
                  <a:gdLst>
                    <a:gd name="textAreaLeft" fmla="*/ 0 w 21960"/>
                    <a:gd name="textAreaRight" fmla="*/ 23040 w 21960"/>
                    <a:gd name="textAreaTop" fmla="*/ 0 h 60840"/>
                    <a:gd name="textAreaBottom" fmla="*/ 61920 h 60840"/>
                    <a:gd name="GluePoint1X" fmla="*/ 9 w 16"/>
                    <a:gd name="GluePoint1Y" fmla="*/ 0 h 43"/>
                    <a:gd name="GluePoint2X" fmla="*/ 15 w 16"/>
                    <a:gd name="GluePoint2Y" fmla="*/ 11 h 43"/>
                    <a:gd name="GluePoint3X" fmla="*/ 9 w 16"/>
                    <a:gd name="GluePoint3Y" fmla="*/ 43 h 43"/>
                    <a:gd name="GluePoint4X" fmla="*/ 2 w 16"/>
                    <a:gd name="GluePoint4Y" fmla="*/ 39 h 43"/>
                    <a:gd name="GluePoint5X" fmla="*/ 0 w 16"/>
                    <a:gd name="GluePoint5Y" fmla="*/ 35 h 43"/>
                    <a:gd name="GluePoint6X" fmla="*/ 9 w 16"/>
                    <a:gd name="GluePoint6Y" fmla="*/ 0 h 4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</a:cxnLst>
                  <a:rect l="textAreaLeft" t="textAreaTop" r="textAreaRight" b="textAreaBottom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1160" tIns="30960" rIns="11160" bIns="3096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522" name="组合 89"/>
              <p:cNvGrpSpPr/>
              <p:nvPr/>
            </p:nvGrpSpPr>
            <p:grpSpPr>
              <a:xfrm>
                <a:off x="946440" y="6462000"/>
                <a:ext cx="123840" cy="106560"/>
                <a:chOff x="946440" y="6462000"/>
                <a:chExt cx="123840" cy="106560"/>
              </a:xfrm>
            </p:grpSpPr>
            <p:sp>
              <p:nvSpPr>
                <p:cNvPr id="523" name="Freeform 18"/>
                <p:cNvSpPr/>
                <p:nvPr/>
              </p:nvSpPr>
              <p:spPr>
                <a:xfrm>
                  <a:off x="988560" y="6462000"/>
                  <a:ext cx="81720" cy="106560"/>
                </a:xfrm>
                <a:custGeom>
                  <a:avLst/>
                  <a:gdLst>
                    <a:gd name="textAreaLeft" fmla="*/ 0 w 81720"/>
                    <a:gd name="textAreaRight" fmla="*/ 82800 w 81720"/>
                    <a:gd name="textAreaTop" fmla="*/ 0 h 106560"/>
                    <a:gd name="textAreaBottom" fmla="*/ 107640 h 106560"/>
                    <a:gd name="GluePoint1X" fmla="*/ 49 w 57"/>
                    <a:gd name="GluePoint1Y" fmla="*/ 74 h 75"/>
                    <a:gd name="GluePoint2X" fmla="*/ 40 w 57"/>
                    <a:gd name="GluePoint2Y" fmla="*/ 67 h 75"/>
                    <a:gd name="GluePoint3X" fmla="*/ 33 w 57"/>
                    <a:gd name="GluePoint3Y" fmla="*/ 48 h 75"/>
                    <a:gd name="GluePoint4X" fmla="*/ 27 w 57"/>
                    <a:gd name="GluePoint4Y" fmla="*/ 46 h 75"/>
                    <a:gd name="GluePoint5X" fmla="*/ 11 w 57"/>
                    <a:gd name="GluePoint5Y" fmla="*/ 60 h 75"/>
                    <a:gd name="GluePoint6X" fmla="*/ 5 w 57"/>
                    <a:gd name="GluePoint6Y" fmla="*/ 60 h 75"/>
                    <a:gd name="GluePoint7X" fmla="*/ 6 w 57"/>
                    <a:gd name="GluePoint7Y" fmla="*/ 46 h 75"/>
                    <a:gd name="GluePoint8X" fmla="*/ 27 w 57"/>
                    <a:gd name="GluePoint8Y" fmla="*/ 26 h 75"/>
                    <a:gd name="GluePoint9X" fmla="*/ 40 w 57"/>
                    <a:gd name="GluePoint9Y" fmla="*/ 10 h 75"/>
                    <a:gd name="GluePoint10X" fmla="*/ 41 w 57"/>
                    <a:gd name="GluePoint10Y" fmla="*/ 6 h 75"/>
                    <a:gd name="GluePoint11X" fmla="*/ 45 w 57"/>
                    <a:gd name="GluePoint11Y" fmla="*/ 0 h 75"/>
                    <a:gd name="GluePoint12X" fmla="*/ 53 w 57"/>
                    <a:gd name="GluePoint12Y" fmla="*/ 3 h 75"/>
                    <a:gd name="GluePoint13X" fmla="*/ 53 w 57"/>
                    <a:gd name="GluePoint13Y" fmla="*/ 20 h 75"/>
                    <a:gd name="GluePoint14X" fmla="*/ 37 w 57"/>
                    <a:gd name="GluePoint14Y" fmla="*/ 38 h 75"/>
                    <a:gd name="GluePoint15X" fmla="*/ 49 w 57"/>
                    <a:gd name="GluePoint15Y" fmla="*/ 74 h 7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</a:cxnLst>
                  <a:rect l="textAreaLeft" t="textAreaTop" r="textAreaRight" b="textAreaBottom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1040" tIns="45000" rIns="410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524" name="Freeform 19"/>
                <p:cNvSpPr/>
                <p:nvPr/>
              </p:nvSpPr>
              <p:spPr>
                <a:xfrm>
                  <a:off x="946440" y="6489000"/>
                  <a:ext cx="41040" cy="78480"/>
                </a:xfrm>
                <a:custGeom>
                  <a:avLst/>
                  <a:gdLst>
                    <a:gd name="textAreaLeft" fmla="*/ 0 w 41040"/>
                    <a:gd name="textAreaRight" fmla="*/ 42120 w 41040"/>
                    <a:gd name="textAreaTop" fmla="*/ 0 h 78480"/>
                    <a:gd name="textAreaBottom" fmla="*/ 79560 h 78480"/>
                    <a:gd name="GluePoint1X" fmla="*/ 12 w 29"/>
                    <a:gd name="GluePoint1Y" fmla="*/ 30 h 55"/>
                    <a:gd name="GluePoint2X" fmla="*/ 20 w 29"/>
                    <a:gd name="GluePoint2Y" fmla="*/ 7 h 55"/>
                    <a:gd name="GluePoint3X" fmla="*/ 25 w 29"/>
                    <a:gd name="GluePoint3Y" fmla="*/ 1 h 55"/>
                    <a:gd name="GluePoint4X" fmla="*/ 26 w 29"/>
                    <a:gd name="GluePoint4Y" fmla="*/ 9 h 55"/>
                    <a:gd name="GluePoint5X" fmla="*/ 16 w 29"/>
                    <a:gd name="GluePoint5Y" fmla="*/ 39 h 55"/>
                    <a:gd name="GluePoint6X" fmla="*/ 13 w 29"/>
                    <a:gd name="GluePoint6Y" fmla="*/ 52 h 55"/>
                    <a:gd name="GluePoint7X" fmla="*/ 7 w 29"/>
                    <a:gd name="GluePoint7Y" fmla="*/ 54 h 55"/>
                    <a:gd name="GluePoint8X" fmla="*/ 2 w 29"/>
                    <a:gd name="GluePoint8Y" fmla="*/ 41 h 55"/>
                    <a:gd name="GluePoint9X" fmla="*/ 3 w 29"/>
                    <a:gd name="GluePoint9Y" fmla="*/ 32 h 55"/>
                    <a:gd name="GluePoint10X" fmla="*/ 2 w 29"/>
                    <a:gd name="GluePoint10Y" fmla="*/ 6 h 55"/>
                    <a:gd name="GluePoint11X" fmla="*/ 6 w 29"/>
                    <a:gd name="GluePoint11Y" fmla="*/ 5 h 55"/>
                    <a:gd name="GluePoint12X" fmla="*/ 10 w 29"/>
                    <a:gd name="GluePoint12Y" fmla="*/ 14 h 55"/>
                    <a:gd name="GluePoint13X" fmla="*/ 11 w 29"/>
                    <a:gd name="GluePoint13Y" fmla="*/ 30 h 55"/>
                    <a:gd name="GluePoint14X" fmla="*/ 12 w 29"/>
                    <a:gd name="GluePoint14Y" fmla="*/ 30 h 5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</a:cxnLst>
                  <a:rect l="textAreaLeft" t="textAreaTop" r="textAreaRight" b="textAreaBottom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0520" tIns="39600" rIns="20520" bIns="396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525" name="Freeform 20"/>
                <p:cNvSpPr/>
                <p:nvPr/>
              </p:nvSpPr>
              <p:spPr>
                <a:xfrm>
                  <a:off x="971280" y="6463080"/>
                  <a:ext cx="37800" cy="23760"/>
                </a:xfrm>
                <a:custGeom>
                  <a:avLst/>
                  <a:gdLst>
                    <a:gd name="textAreaLeft" fmla="*/ 0 w 37800"/>
                    <a:gd name="textAreaRight" fmla="*/ 38880 w 37800"/>
                    <a:gd name="textAreaTop" fmla="*/ 0 h 23760"/>
                    <a:gd name="textAreaBottom" fmla="*/ 24840 h 23760"/>
                    <a:gd name="GluePoint1X" fmla="*/ 27 w 27"/>
                    <a:gd name="GluePoint1Y" fmla="*/ 1 h 17"/>
                    <a:gd name="GluePoint2X" fmla="*/ 16 w 27"/>
                    <a:gd name="GluePoint2Y" fmla="*/ 14 h 17"/>
                    <a:gd name="GluePoint3X" fmla="*/ 5 w 27"/>
                    <a:gd name="GluePoint3Y" fmla="*/ 13 h 17"/>
                    <a:gd name="GluePoint4X" fmla="*/ 0 w 27"/>
                    <a:gd name="GluePoint4Y" fmla="*/ 4 h 17"/>
                    <a:gd name="GluePoint5X" fmla="*/ 9 w 27"/>
                    <a:gd name="GluePoint5Y" fmla="*/ 2 h 17"/>
                    <a:gd name="GluePoint6X" fmla="*/ 27 w 27"/>
                    <a:gd name="GluePoint6Y" fmla="*/ 0 h 17"/>
                    <a:gd name="GluePoint7X" fmla="*/ 27 w 27"/>
                    <a:gd name="GluePoint7Y" fmla="*/ 1 h 17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</a:cxnLst>
                  <a:rect l="textAreaLeft" t="textAreaTop" r="textAreaRight" b="textAreaBottom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19080" tIns="12240" rIns="19080" bIns="1224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  <p:grpSp>
            <p:nvGrpSpPr>
              <p:cNvPr id="526" name="组合 90"/>
              <p:cNvGrpSpPr/>
              <p:nvPr/>
            </p:nvGrpSpPr>
            <p:grpSpPr>
              <a:xfrm>
                <a:off x="1400040" y="6442560"/>
                <a:ext cx="142560" cy="141840"/>
                <a:chOff x="1400040" y="6442560"/>
                <a:chExt cx="142560" cy="141840"/>
              </a:xfrm>
            </p:grpSpPr>
            <p:sp>
              <p:nvSpPr>
                <p:cNvPr id="527" name="Freeform 11"/>
                <p:cNvSpPr/>
                <p:nvPr/>
              </p:nvSpPr>
              <p:spPr>
                <a:xfrm>
                  <a:off x="1443240" y="6442560"/>
                  <a:ext cx="99360" cy="139320"/>
                </a:xfrm>
                <a:custGeom>
                  <a:avLst/>
                  <a:gdLst>
                    <a:gd name="textAreaLeft" fmla="*/ 0 w 99360"/>
                    <a:gd name="textAreaRight" fmla="*/ 100440 w 99360"/>
                    <a:gd name="textAreaTop" fmla="*/ 0 h 139320"/>
                    <a:gd name="textAreaBottom" fmla="*/ 140400 h 139320"/>
                    <a:gd name="GluePoint1X" fmla="*/ 29 w 72"/>
                    <a:gd name="GluePoint1Y" fmla="*/ 49 h 102"/>
                    <a:gd name="GluePoint2X" fmla="*/ 15 w 72"/>
                    <a:gd name="GluePoint2Y" fmla="*/ 43 h 102"/>
                    <a:gd name="GluePoint3X" fmla="*/ 10 w 72"/>
                    <a:gd name="GluePoint3Y" fmla="*/ 21 h 102"/>
                    <a:gd name="GluePoint4X" fmla="*/ 13 w 72"/>
                    <a:gd name="GluePoint4Y" fmla="*/ 15 h 102"/>
                    <a:gd name="GluePoint5X" fmla="*/ 19 w 72"/>
                    <a:gd name="GluePoint5Y" fmla="*/ 18 h 102"/>
                    <a:gd name="GluePoint6X" fmla="*/ 20 w 72"/>
                    <a:gd name="GluePoint6Y" fmla="*/ 26 h 102"/>
                    <a:gd name="GluePoint7X" fmla="*/ 35 w 72"/>
                    <a:gd name="GluePoint7Y" fmla="*/ 22 h 102"/>
                    <a:gd name="GluePoint8X" fmla="*/ 40 w 72"/>
                    <a:gd name="GluePoint8Y" fmla="*/ 16 h 102"/>
                    <a:gd name="GluePoint9X" fmla="*/ 43 w 72"/>
                    <a:gd name="GluePoint9Y" fmla="*/ 14 h 102"/>
                    <a:gd name="GluePoint10X" fmla="*/ 44 w 72"/>
                    <a:gd name="GluePoint10Y" fmla="*/ 19 h 102"/>
                    <a:gd name="GluePoint11X" fmla="*/ 43 w 72"/>
                    <a:gd name="GluePoint11Y" fmla="*/ 28 h 102"/>
                    <a:gd name="GluePoint12X" fmla="*/ 36 w 72"/>
                    <a:gd name="GluePoint12Y" fmla="*/ 40 h 102"/>
                    <a:gd name="GluePoint13X" fmla="*/ 37 w 72"/>
                    <a:gd name="GluePoint13Y" fmla="*/ 42 h 102"/>
                    <a:gd name="GluePoint14X" fmla="*/ 44 w 72"/>
                    <a:gd name="GluePoint14Y" fmla="*/ 38 h 102"/>
                    <a:gd name="GluePoint15X" fmla="*/ 56 w 72"/>
                    <a:gd name="GluePoint15Y" fmla="*/ 20 h 102"/>
                    <a:gd name="GluePoint16X" fmla="*/ 49 w 72"/>
                    <a:gd name="GluePoint16Y" fmla="*/ 9 h 102"/>
                    <a:gd name="GluePoint17X" fmla="*/ 28 w 72"/>
                    <a:gd name="GluePoint17Y" fmla="*/ 14 h 102"/>
                    <a:gd name="GluePoint18X" fmla="*/ 20 w 72"/>
                    <a:gd name="GluePoint18Y" fmla="*/ 13 h 102"/>
                    <a:gd name="GluePoint19X" fmla="*/ 22 w 72"/>
                    <a:gd name="GluePoint19Y" fmla="*/ 6 h 102"/>
                    <a:gd name="GluePoint20X" fmla="*/ 50 w 72"/>
                    <a:gd name="GluePoint20Y" fmla="*/ 1 h 102"/>
                    <a:gd name="GluePoint21X" fmla="*/ 68 w 72"/>
                    <a:gd name="GluePoint21Y" fmla="*/ 12 h 102"/>
                    <a:gd name="GluePoint22X" fmla="*/ 67 w 72"/>
                    <a:gd name="GluePoint22Y" fmla="*/ 24 h 102"/>
                    <a:gd name="GluePoint23X" fmla="*/ 49 w 72"/>
                    <a:gd name="GluePoint23Y" fmla="*/ 48 h 102"/>
                    <a:gd name="GluePoint24X" fmla="*/ 42 w 72"/>
                    <a:gd name="GluePoint24Y" fmla="*/ 49 h 102"/>
                    <a:gd name="GluePoint25X" fmla="*/ 37 w 72"/>
                    <a:gd name="GluePoint25Y" fmla="*/ 47 h 102"/>
                    <a:gd name="GluePoint26X" fmla="*/ 35 w 72"/>
                    <a:gd name="GluePoint26Y" fmla="*/ 52 h 102"/>
                    <a:gd name="GluePoint27X" fmla="*/ 41 w 72"/>
                    <a:gd name="GluePoint27Y" fmla="*/ 58 h 102"/>
                    <a:gd name="GluePoint28X" fmla="*/ 48 w 72"/>
                    <a:gd name="GluePoint28Y" fmla="*/ 57 h 102"/>
                    <a:gd name="GluePoint29X" fmla="*/ 53 w 72"/>
                    <a:gd name="GluePoint29Y" fmla="*/ 59 h 102"/>
                    <a:gd name="GluePoint30X" fmla="*/ 53 w 72"/>
                    <a:gd name="GluePoint30Y" fmla="*/ 66 h 102"/>
                    <a:gd name="GluePoint31X" fmla="*/ 48 w 72"/>
                    <a:gd name="GluePoint31Y" fmla="*/ 70 h 102"/>
                    <a:gd name="GluePoint32X" fmla="*/ 37 w 72"/>
                    <a:gd name="GluePoint32Y" fmla="*/ 81 h 102"/>
                    <a:gd name="GluePoint33X" fmla="*/ 45 w 72"/>
                    <a:gd name="GluePoint33Y" fmla="*/ 81 h 102"/>
                    <a:gd name="GluePoint34X" fmla="*/ 57 w 72"/>
                    <a:gd name="GluePoint34Y" fmla="*/ 89 h 102"/>
                    <a:gd name="GluePoint35X" fmla="*/ 51 w 72"/>
                    <a:gd name="GluePoint35Y" fmla="*/ 98 h 102"/>
                    <a:gd name="GluePoint36X" fmla="*/ 26 w 72"/>
                    <a:gd name="GluePoint36Y" fmla="*/ 101 h 102"/>
                    <a:gd name="GluePoint37X" fmla="*/ 17 w 72"/>
                    <a:gd name="GluePoint37Y" fmla="*/ 96 h 102"/>
                    <a:gd name="GluePoint38X" fmla="*/ 15 w 72"/>
                    <a:gd name="GluePoint38Y" fmla="*/ 94 h 102"/>
                    <a:gd name="GluePoint39X" fmla="*/ 19 w 72"/>
                    <a:gd name="GluePoint39Y" fmla="*/ 77 h 102"/>
                    <a:gd name="GluePoint40X" fmla="*/ 27 w 72"/>
                    <a:gd name="GluePoint40Y" fmla="*/ 70 h 102"/>
                    <a:gd name="GluePoint41X" fmla="*/ 27 w 72"/>
                    <a:gd name="GluePoint41Y" fmla="*/ 69 h 102"/>
                    <a:gd name="GluePoint42X" fmla="*/ 21 w 72"/>
                    <a:gd name="GluePoint42Y" fmla="*/ 71 h 102"/>
                    <a:gd name="GluePoint43X" fmla="*/ 9 w 72"/>
                    <a:gd name="GluePoint43Y" fmla="*/ 76 h 102"/>
                    <a:gd name="GluePoint44X" fmla="*/ 3 w 72"/>
                    <a:gd name="GluePoint44Y" fmla="*/ 75 h 102"/>
                    <a:gd name="GluePoint45X" fmla="*/ 4 w 72"/>
                    <a:gd name="GluePoint45Y" fmla="*/ 69 h 102"/>
                    <a:gd name="GluePoint46X" fmla="*/ 26 w 72"/>
                    <a:gd name="GluePoint46Y" fmla="*/ 60 h 102"/>
                    <a:gd name="GluePoint47X" fmla="*/ 28 w 72"/>
                    <a:gd name="GluePoint47Y" fmla="*/ 57 h 102"/>
                    <a:gd name="GluePoint48X" fmla="*/ 29 w 72"/>
                    <a:gd name="GluePoint48Y" fmla="*/ 49 h 102"/>
                    <a:gd name="GluePoint49X" fmla="*/ 34 w 72"/>
                    <a:gd name="GluePoint49Y" fmla="*/ 29 h 102"/>
                    <a:gd name="GluePoint50X" fmla="*/ 33 w 72"/>
                    <a:gd name="GluePoint50Y" fmla="*/ 28 h 102"/>
                    <a:gd name="GluePoint51X" fmla="*/ 26 w 72"/>
                    <a:gd name="GluePoint51Y" fmla="*/ 32 h 102"/>
                    <a:gd name="GluePoint52X" fmla="*/ 23 w 72"/>
                    <a:gd name="GluePoint52Y" fmla="*/ 36 h 102"/>
                    <a:gd name="GluePoint53X" fmla="*/ 26 w 72"/>
                    <a:gd name="GluePoint53Y" fmla="*/ 42 h 102"/>
                    <a:gd name="GluePoint54X" fmla="*/ 31 w 72"/>
                    <a:gd name="GluePoint54Y" fmla="*/ 40 h 102"/>
                    <a:gd name="GluePoint55X" fmla="*/ 34 w 72"/>
                    <a:gd name="GluePoint55Y" fmla="*/ 29 h 10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  <a:cxn ang="0">
                      <a:pos x="GluePoint33X" y="GluePoint33Y"/>
                    </a:cxn>
                    <a:cxn ang="0">
                      <a:pos x="GluePoint34X" y="GluePoint34Y"/>
                    </a:cxn>
                    <a:cxn ang="0">
                      <a:pos x="GluePoint35X" y="GluePoint35Y"/>
                    </a:cxn>
                    <a:cxn ang="0">
                      <a:pos x="GluePoint36X" y="GluePoint36Y"/>
                    </a:cxn>
                    <a:cxn ang="0">
                      <a:pos x="GluePoint37X" y="GluePoint37Y"/>
                    </a:cxn>
                    <a:cxn ang="0">
                      <a:pos x="GluePoint38X" y="GluePoint38Y"/>
                    </a:cxn>
                    <a:cxn ang="0">
                      <a:pos x="GluePoint39X" y="GluePoint39Y"/>
                    </a:cxn>
                    <a:cxn ang="0">
                      <a:pos x="GluePoint40X" y="GluePoint40Y"/>
                    </a:cxn>
                    <a:cxn ang="0">
                      <a:pos x="GluePoint41X" y="GluePoint41Y"/>
                    </a:cxn>
                    <a:cxn ang="0">
                      <a:pos x="GluePoint42X" y="GluePoint42Y"/>
                    </a:cxn>
                    <a:cxn ang="0">
                      <a:pos x="GluePoint43X" y="GluePoint43Y"/>
                    </a:cxn>
                    <a:cxn ang="0">
                      <a:pos x="GluePoint44X" y="GluePoint44Y"/>
                    </a:cxn>
                    <a:cxn ang="0">
                      <a:pos x="GluePoint45X" y="GluePoint45Y"/>
                    </a:cxn>
                    <a:cxn ang="0">
                      <a:pos x="GluePoint46X" y="GluePoint46Y"/>
                    </a:cxn>
                    <a:cxn ang="0">
                      <a:pos x="GluePoint47X" y="GluePoint47Y"/>
                    </a:cxn>
                    <a:cxn ang="0">
                      <a:pos x="GluePoint48X" y="GluePoint48Y"/>
                    </a:cxn>
                    <a:cxn ang="0">
                      <a:pos x="GluePoint49X" y="GluePoint49Y"/>
                    </a:cxn>
                    <a:cxn ang="0">
                      <a:pos x="GluePoint50X" y="GluePoint50Y"/>
                    </a:cxn>
                    <a:cxn ang="0">
                      <a:pos x="GluePoint51X" y="GluePoint51Y"/>
                    </a:cxn>
                    <a:cxn ang="0">
                      <a:pos x="GluePoint52X" y="GluePoint52Y"/>
                    </a:cxn>
                    <a:cxn ang="0">
                      <a:pos x="GluePoint53X" y="GluePoint53Y"/>
                    </a:cxn>
                    <a:cxn ang="0">
                      <a:pos x="GluePoint54X" y="GluePoint54Y"/>
                    </a:cxn>
                    <a:cxn ang="0">
                      <a:pos x="GluePoint55X" y="GluePoint55Y"/>
                    </a:cxn>
                  </a:cxnLst>
                  <a:rect l="textAreaLeft" t="textAreaTop" r="textAreaRight" b="textAreaBottom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49680" tIns="45000" rIns="4968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  <p:sp>
              <p:nvSpPr>
                <p:cNvPr id="528" name="Freeform 12"/>
                <p:cNvSpPr/>
                <p:nvPr/>
              </p:nvSpPr>
              <p:spPr>
                <a:xfrm>
                  <a:off x="1400040" y="6450120"/>
                  <a:ext cx="52920" cy="134280"/>
                </a:xfrm>
                <a:custGeom>
                  <a:avLst/>
                  <a:gdLst>
                    <a:gd name="textAreaLeft" fmla="*/ 0 w 52920"/>
                    <a:gd name="textAreaRight" fmla="*/ 54000 w 52920"/>
                    <a:gd name="textAreaTop" fmla="*/ 0 h 134280"/>
                    <a:gd name="textAreaBottom" fmla="*/ 135360 h 134280"/>
                    <a:gd name="GluePoint1X" fmla="*/ 30 w 39"/>
                    <a:gd name="GluePoint1Y" fmla="*/ 44 h 98"/>
                    <a:gd name="GluePoint2X" fmla="*/ 36 w 39"/>
                    <a:gd name="GluePoint2Y" fmla="*/ 34 h 98"/>
                    <a:gd name="GluePoint3X" fmla="*/ 37 w 39"/>
                    <a:gd name="GluePoint3Y" fmla="*/ 51 h 98"/>
                    <a:gd name="GluePoint4X" fmla="*/ 25 w 39"/>
                    <a:gd name="GluePoint4Y" fmla="*/ 82 h 98"/>
                    <a:gd name="GluePoint5X" fmla="*/ 21 w 39"/>
                    <a:gd name="GluePoint5Y" fmla="*/ 98 h 98"/>
                    <a:gd name="GluePoint6X" fmla="*/ 13 w 39"/>
                    <a:gd name="GluePoint6Y" fmla="*/ 96 h 98"/>
                    <a:gd name="GluePoint7X" fmla="*/ 5 w 39"/>
                    <a:gd name="GluePoint7Y" fmla="*/ 83 h 98"/>
                    <a:gd name="GluePoint8X" fmla="*/ 11 w 39"/>
                    <a:gd name="GluePoint8Y" fmla="*/ 62 h 98"/>
                    <a:gd name="GluePoint9X" fmla="*/ 9 w 39"/>
                    <a:gd name="GluePoint9Y" fmla="*/ 43 h 98"/>
                    <a:gd name="GluePoint10X" fmla="*/ 12 w 39"/>
                    <a:gd name="GluePoint10Y" fmla="*/ 38 h 98"/>
                    <a:gd name="GluePoint11X" fmla="*/ 18 w 39"/>
                    <a:gd name="GluePoint11Y" fmla="*/ 33 h 98"/>
                    <a:gd name="GluePoint12X" fmla="*/ 23 w 39"/>
                    <a:gd name="GluePoint12Y" fmla="*/ 12 h 98"/>
                    <a:gd name="GluePoint13X" fmla="*/ 11 w 39"/>
                    <a:gd name="GluePoint13Y" fmla="*/ 16 h 98"/>
                    <a:gd name="GluePoint14X" fmla="*/ 2 w 39"/>
                    <a:gd name="GluePoint14Y" fmla="*/ 16 h 98"/>
                    <a:gd name="GluePoint15X" fmla="*/ 0 w 39"/>
                    <a:gd name="GluePoint15Y" fmla="*/ 12 h 98"/>
                    <a:gd name="GluePoint16X" fmla="*/ 3 w 39"/>
                    <a:gd name="GluePoint16Y" fmla="*/ 10 h 98"/>
                    <a:gd name="GluePoint17X" fmla="*/ 16 w 39"/>
                    <a:gd name="GluePoint17Y" fmla="*/ 7 h 98"/>
                    <a:gd name="GluePoint18X" fmla="*/ 26 w 39"/>
                    <a:gd name="GluePoint18Y" fmla="*/ 2 h 98"/>
                    <a:gd name="GluePoint19X" fmla="*/ 32 w 39"/>
                    <a:gd name="GluePoint19Y" fmla="*/ 1 h 98"/>
                    <a:gd name="GluePoint20X" fmla="*/ 35 w 39"/>
                    <a:gd name="GluePoint20Y" fmla="*/ 9 h 98"/>
                    <a:gd name="GluePoint21X" fmla="*/ 34 w 39"/>
                    <a:gd name="GluePoint21Y" fmla="*/ 11 h 98"/>
                    <a:gd name="GluePoint22X" fmla="*/ 27 w 39"/>
                    <a:gd name="GluePoint22Y" fmla="*/ 38 h 98"/>
                    <a:gd name="GluePoint23X" fmla="*/ 28 w 39"/>
                    <a:gd name="GluePoint23Y" fmla="*/ 44 h 98"/>
                    <a:gd name="GluePoint24X" fmla="*/ 30 w 39"/>
                    <a:gd name="GluePoint24Y" fmla="*/ 44 h 98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26640" tIns="45000" rIns="2664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Century Gothic"/>
                  </a:endParaRPr>
                </a:p>
              </p:txBody>
            </p:sp>
          </p:grp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4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2"/>
    <p:sldLayoutId id="2147483694" r:id="rId3"/>
    <p:sldLayoutId id="2147483695" r:id="rId4"/>
    <p:sldLayoutId id="2147483696" r:id="rId5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矩形 7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07E42"/>
              </a:gs>
              <a:gs pos="100000">
                <a:srgbClr val="006C39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pic>
        <p:nvPicPr>
          <p:cNvPr id="555" name="图片 10"/>
          <p:cNvPicPr/>
          <p:nvPr/>
        </p:nvPicPr>
        <p:blipFill>
          <a:blip r:embed="rId2"/>
          <a:stretch/>
        </p:blipFill>
        <p:spPr>
          <a:xfrm>
            <a:off x="6943680" y="1087560"/>
            <a:ext cx="5249880" cy="525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6" name="矩形 11"/>
          <p:cNvSpPr/>
          <p:nvPr/>
        </p:nvSpPr>
        <p:spPr>
          <a:xfrm>
            <a:off x="6870960" y="0"/>
            <a:ext cx="5320080" cy="6856920"/>
          </a:xfrm>
          <a:prstGeom prst="rect">
            <a:avLst/>
          </a:prstGeom>
          <a:gradFill rotWithShape="0">
            <a:gsLst>
              <a:gs pos="0">
                <a:srgbClr val="006C39">
                  <a:alpha val="0"/>
                </a:srgbClr>
              </a:gs>
              <a:gs pos="100000">
                <a:srgbClr val="006C39">
                  <a:alpha val="72000"/>
                </a:srgb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557" name="矩形 42"/>
          <p:cNvSpPr/>
          <p:nvPr/>
        </p:nvSpPr>
        <p:spPr>
          <a:xfrm>
            <a:off x="6873840" y="3188520"/>
            <a:ext cx="5317200" cy="1204200"/>
          </a:xfrm>
          <a:prstGeom prst="rect">
            <a:avLst/>
          </a:prstGeom>
          <a:solidFill>
            <a:srgbClr val="FFFFFF"/>
          </a:solidFill>
          <a:ln w="76200">
            <a:noFill/>
          </a:ln>
          <a:effectLst>
            <a:outerShdw algn="ctr" blurRad="558720" rotWithShape="0" sx="102000" sy="102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矩形 43"/>
          <p:cNvSpPr/>
          <p:nvPr/>
        </p:nvSpPr>
        <p:spPr>
          <a:xfrm>
            <a:off x="6873840" y="3188520"/>
            <a:ext cx="548280" cy="1204200"/>
          </a:xfrm>
          <a:prstGeom prst="rect">
            <a:avLst/>
          </a:prstGeom>
          <a:solidFill>
            <a:schemeClr val="accent4"/>
          </a:solidFill>
          <a:ln w="762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9" name="图片 45"/>
          <p:cNvPicPr/>
          <p:nvPr/>
        </p:nvPicPr>
        <p:blipFill>
          <a:blip r:embed="rId3"/>
          <a:stretch/>
        </p:blipFill>
        <p:spPr>
          <a:xfrm>
            <a:off x="9485280" y="203040"/>
            <a:ext cx="2509200" cy="701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560" name="Group 6"/>
          <p:cNvGrpSpPr/>
          <p:nvPr/>
        </p:nvGrpSpPr>
        <p:grpSpPr>
          <a:xfrm>
            <a:off x="779040" y="687960"/>
            <a:ext cx="3298680" cy="5424120"/>
            <a:chOff x="779040" y="687960"/>
            <a:chExt cx="3298680" cy="5424120"/>
          </a:xfrm>
        </p:grpSpPr>
        <p:sp>
          <p:nvSpPr>
            <p:cNvPr id="561" name="矩形 3"/>
            <p:cNvSpPr/>
            <p:nvPr/>
          </p:nvSpPr>
          <p:spPr>
            <a:xfrm>
              <a:off x="779040" y="68796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62" name="矩形 4"/>
            <p:cNvSpPr/>
            <p:nvPr/>
          </p:nvSpPr>
          <p:spPr>
            <a:xfrm>
              <a:off x="1362240" y="68796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63" name="矩形 5"/>
            <p:cNvSpPr/>
            <p:nvPr/>
          </p:nvSpPr>
          <p:spPr>
            <a:xfrm>
              <a:off x="1945440" y="68796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64" name="矩形 6"/>
            <p:cNvSpPr/>
            <p:nvPr/>
          </p:nvSpPr>
          <p:spPr>
            <a:xfrm>
              <a:off x="2528640" y="68796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65" name="矩形 7"/>
            <p:cNvSpPr/>
            <p:nvPr/>
          </p:nvSpPr>
          <p:spPr>
            <a:xfrm>
              <a:off x="3111840" y="68796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66" name="矩形 8"/>
            <p:cNvSpPr/>
            <p:nvPr/>
          </p:nvSpPr>
          <p:spPr>
            <a:xfrm>
              <a:off x="3695040" y="68796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67" name="矩形 59"/>
            <p:cNvSpPr/>
            <p:nvPr/>
          </p:nvSpPr>
          <p:spPr>
            <a:xfrm>
              <a:off x="779040" y="122940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68" name="矩形 60"/>
            <p:cNvSpPr/>
            <p:nvPr/>
          </p:nvSpPr>
          <p:spPr>
            <a:xfrm>
              <a:off x="1362240" y="122940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69" name="矩形 61"/>
            <p:cNvSpPr/>
            <p:nvPr/>
          </p:nvSpPr>
          <p:spPr>
            <a:xfrm>
              <a:off x="1945440" y="122940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70" name="矩形 62"/>
            <p:cNvSpPr/>
            <p:nvPr/>
          </p:nvSpPr>
          <p:spPr>
            <a:xfrm>
              <a:off x="2528640" y="122940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71" name="矩形 63"/>
            <p:cNvSpPr/>
            <p:nvPr/>
          </p:nvSpPr>
          <p:spPr>
            <a:xfrm>
              <a:off x="3111840" y="122940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72" name="矩形 64"/>
            <p:cNvSpPr/>
            <p:nvPr/>
          </p:nvSpPr>
          <p:spPr>
            <a:xfrm>
              <a:off x="3695040" y="122940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73" name="矩形 66"/>
            <p:cNvSpPr/>
            <p:nvPr/>
          </p:nvSpPr>
          <p:spPr>
            <a:xfrm>
              <a:off x="779040" y="1791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74" name="矩形 67"/>
            <p:cNvSpPr/>
            <p:nvPr/>
          </p:nvSpPr>
          <p:spPr>
            <a:xfrm>
              <a:off x="1362240" y="1791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75" name="矩形 68"/>
            <p:cNvSpPr/>
            <p:nvPr/>
          </p:nvSpPr>
          <p:spPr>
            <a:xfrm>
              <a:off x="1945440" y="1791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76" name="矩形 69"/>
            <p:cNvSpPr/>
            <p:nvPr/>
          </p:nvSpPr>
          <p:spPr>
            <a:xfrm>
              <a:off x="2528640" y="1791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77" name="矩形 70"/>
            <p:cNvSpPr/>
            <p:nvPr/>
          </p:nvSpPr>
          <p:spPr>
            <a:xfrm>
              <a:off x="3111840" y="1791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78" name="矩形 71"/>
            <p:cNvSpPr/>
            <p:nvPr/>
          </p:nvSpPr>
          <p:spPr>
            <a:xfrm>
              <a:off x="3695040" y="1791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79" name="矩形 73"/>
            <p:cNvSpPr/>
            <p:nvPr/>
          </p:nvSpPr>
          <p:spPr>
            <a:xfrm>
              <a:off x="779040" y="235440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80" name="矩形 74"/>
            <p:cNvSpPr/>
            <p:nvPr/>
          </p:nvSpPr>
          <p:spPr>
            <a:xfrm>
              <a:off x="1362240" y="235440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81" name="矩形 75"/>
            <p:cNvSpPr/>
            <p:nvPr/>
          </p:nvSpPr>
          <p:spPr>
            <a:xfrm>
              <a:off x="1945440" y="235440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82" name="矩形 76"/>
            <p:cNvSpPr/>
            <p:nvPr/>
          </p:nvSpPr>
          <p:spPr>
            <a:xfrm>
              <a:off x="2528640" y="235440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83" name="矩形 77"/>
            <p:cNvSpPr/>
            <p:nvPr/>
          </p:nvSpPr>
          <p:spPr>
            <a:xfrm>
              <a:off x="3111840" y="235440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84" name="矩形 78"/>
            <p:cNvSpPr/>
            <p:nvPr/>
          </p:nvSpPr>
          <p:spPr>
            <a:xfrm>
              <a:off x="3695040" y="235440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85" name="矩形 80"/>
            <p:cNvSpPr/>
            <p:nvPr/>
          </p:nvSpPr>
          <p:spPr>
            <a:xfrm>
              <a:off x="779040" y="2916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86" name="矩形 81"/>
            <p:cNvSpPr/>
            <p:nvPr/>
          </p:nvSpPr>
          <p:spPr>
            <a:xfrm>
              <a:off x="1362240" y="2916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87" name="矩形 82"/>
            <p:cNvSpPr/>
            <p:nvPr/>
          </p:nvSpPr>
          <p:spPr>
            <a:xfrm>
              <a:off x="1945440" y="2916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88" name="矩形 83"/>
            <p:cNvSpPr/>
            <p:nvPr/>
          </p:nvSpPr>
          <p:spPr>
            <a:xfrm>
              <a:off x="2528640" y="2916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89" name="矩形 84"/>
            <p:cNvSpPr/>
            <p:nvPr/>
          </p:nvSpPr>
          <p:spPr>
            <a:xfrm>
              <a:off x="3111840" y="2916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90" name="矩形 85"/>
            <p:cNvSpPr/>
            <p:nvPr/>
          </p:nvSpPr>
          <p:spPr>
            <a:xfrm>
              <a:off x="3695040" y="2916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91" name="矩形 87"/>
            <p:cNvSpPr/>
            <p:nvPr/>
          </p:nvSpPr>
          <p:spPr>
            <a:xfrm>
              <a:off x="779040" y="3479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92" name="矩形 88"/>
            <p:cNvSpPr/>
            <p:nvPr/>
          </p:nvSpPr>
          <p:spPr>
            <a:xfrm>
              <a:off x="1362240" y="3479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93" name="矩形 89"/>
            <p:cNvSpPr/>
            <p:nvPr/>
          </p:nvSpPr>
          <p:spPr>
            <a:xfrm>
              <a:off x="1945440" y="3479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94" name="矩形 90"/>
            <p:cNvSpPr/>
            <p:nvPr/>
          </p:nvSpPr>
          <p:spPr>
            <a:xfrm>
              <a:off x="2528640" y="3479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95" name="矩形 91"/>
            <p:cNvSpPr/>
            <p:nvPr/>
          </p:nvSpPr>
          <p:spPr>
            <a:xfrm>
              <a:off x="3111840" y="3479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96" name="矩形 92"/>
            <p:cNvSpPr/>
            <p:nvPr/>
          </p:nvSpPr>
          <p:spPr>
            <a:xfrm>
              <a:off x="3695040" y="3479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97" name="矩形 94"/>
            <p:cNvSpPr/>
            <p:nvPr/>
          </p:nvSpPr>
          <p:spPr>
            <a:xfrm>
              <a:off x="779040" y="4041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98" name="矩形 95"/>
            <p:cNvSpPr/>
            <p:nvPr/>
          </p:nvSpPr>
          <p:spPr>
            <a:xfrm>
              <a:off x="1362240" y="4041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599" name="矩形 96"/>
            <p:cNvSpPr/>
            <p:nvPr/>
          </p:nvSpPr>
          <p:spPr>
            <a:xfrm>
              <a:off x="1945440" y="4041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00" name="矩形 97"/>
            <p:cNvSpPr/>
            <p:nvPr/>
          </p:nvSpPr>
          <p:spPr>
            <a:xfrm>
              <a:off x="2528640" y="4041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01" name="矩形 98"/>
            <p:cNvSpPr/>
            <p:nvPr/>
          </p:nvSpPr>
          <p:spPr>
            <a:xfrm>
              <a:off x="3111840" y="4041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02" name="矩形 99"/>
            <p:cNvSpPr/>
            <p:nvPr/>
          </p:nvSpPr>
          <p:spPr>
            <a:xfrm>
              <a:off x="3695040" y="404172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03" name="矩形 101"/>
            <p:cNvSpPr/>
            <p:nvPr/>
          </p:nvSpPr>
          <p:spPr>
            <a:xfrm>
              <a:off x="779040" y="4604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04" name="矩形 102"/>
            <p:cNvSpPr/>
            <p:nvPr/>
          </p:nvSpPr>
          <p:spPr>
            <a:xfrm>
              <a:off x="1362240" y="4604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05" name="矩形 103"/>
            <p:cNvSpPr/>
            <p:nvPr/>
          </p:nvSpPr>
          <p:spPr>
            <a:xfrm>
              <a:off x="1945440" y="4604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06" name="矩形 104"/>
            <p:cNvSpPr/>
            <p:nvPr/>
          </p:nvSpPr>
          <p:spPr>
            <a:xfrm>
              <a:off x="2528640" y="4604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07" name="矩形 105"/>
            <p:cNvSpPr/>
            <p:nvPr/>
          </p:nvSpPr>
          <p:spPr>
            <a:xfrm>
              <a:off x="3111840" y="4604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08" name="矩形 106"/>
            <p:cNvSpPr/>
            <p:nvPr/>
          </p:nvSpPr>
          <p:spPr>
            <a:xfrm>
              <a:off x="3695040" y="4604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09" name="矩形 108"/>
            <p:cNvSpPr/>
            <p:nvPr/>
          </p:nvSpPr>
          <p:spPr>
            <a:xfrm>
              <a:off x="779040" y="516636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10" name="矩形 109"/>
            <p:cNvSpPr/>
            <p:nvPr/>
          </p:nvSpPr>
          <p:spPr>
            <a:xfrm>
              <a:off x="1362240" y="516636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11" name="矩形 110"/>
            <p:cNvSpPr/>
            <p:nvPr/>
          </p:nvSpPr>
          <p:spPr>
            <a:xfrm>
              <a:off x="1945440" y="516636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12" name="矩形 111"/>
            <p:cNvSpPr/>
            <p:nvPr/>
          </p:nvSpPr>
          <p:spPr>
            <a:xfrm>
              <a:off x="2528640" y="516636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13" name="矩形 112"/>
            <p:cNvSpPr/>
            <p:nvPr/>
          </p:nvSpPr>
          <p:spPr>
            <a:xfrm>
              <a:off x="3111840" y="516636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14" name="矩形 113"/>
            <p:cNvSpPr/>
            <p:nvPr/>
          </p:nvSpPr>
          <p:spPr>
            <a:xfrm>
              <a:off x="3695040" y="516636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15" name="矩形 115"/>
            <p:cNvSpPr/>
            <p:nvPr/>
          </p:nvSpPr>
          <p:spPr>
            <a:xfrm>
              <a:off x="779040" y="5729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16" name="矩形 116"/>
            <p:cNvSpPr/>
            <p:nvPr/>
          </p:nvSpPr>
          <p:spPr>
            <a:xfrm>
              <a:off x="1362240" y="5729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17" name="矩形 117"/>
            <p:cNvSpPr/>
            <p:nvPr/>
          </p:nvSpPr>
          <p:spPr>
            <a:xfrm>
              <a:off x="1945440" y="5729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18" name="矩形 118"/>
            <p:cNvSpPr/>
            <p:nvPr/>
          </p:nvSpPr>
          <p:spPr>
            <a:xfrm>
              <a:off x="2528640" y="5729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19" name="矩形 119"/>
            <p:cNvSpPr/>
            <p:nvPr/>
          </p:nvSpPr>
          <p:spPr>
            <a:xfrm>
              <a:off x="3111840" y="5729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620" name="矩形 120"/>
            <p:cNvSpPr/>
            <p:nvPr/>
          </p:nvSpPr>
          <p:spPr>
            <a:xfrm>
              <a:off x="3695040" y="5729040"/>
              <a:ext cx="382680" cy="383040"/>
            </a:xfrm>
            <a:prstGeom prst="rect">
              <a:avLst/>
            </a:prstGeom>
            <a:solidFill>
              <a:schemeClr val="lt1">
                <a:alpha val="2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微软雅黑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4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0" r:id="rId2"/>
    <p:sldLayoutId id="2147483701" r:id="rId3"/>
    <p:sldLayoutId id="2147483702" r:id="rId4"/>
    <p:sldLayoutId id="2147483703" r:id="rId5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  <p:sldLayoutId id="2147483715" r:id="rId12"/>
    <p:sldLayoutId id="2147483716" r:id="rId13"/>
    <p:sldLayoutId id="2147483717" r:id="rId14"/>
    <p:sldLayoutId id="2147483718" r:id="rId15"/>
    <p:sldLayoutId id="2147483719" r:id="rId16"/>
    <p:sldLayoutId id="2147483720" r:id="rId17"/>
    <p:sldLayoutId id="2147483721" r:id="rId18"/>
    <p:sldLayoutId id="2147483722" r:id="rId19"/>
    <p:sldLayoutId id="2147483723" r:id="rId20"/>
    <p:sldLayoutId id="2147483724" r:id="rId21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slideLayout" Target="../slideLayouts/slideLayout5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slideLayout" Target="../slideLayouts/slideLayout55.xml"/><Relationship Id="rId5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slideLayout" Target="../slideLayouts/slideLayout55.xml"/><Relationship Id="rId7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5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/>
          </p:cNvSpPr>
          <p:nvPr>
            <p:ph hasCustomPrompt="1"/>
          </p:nvPr>
        </p:nvSpPr>
        <p:spPr>
          <a:xfrm>
            <a:off x="3549240" y="4270320"/>
            <a:ext cx="7286040" cy="1577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t">
            <a:normAutofit/>
          </a:bodyPr>
          <a:p>
            <a:pPr indent="0" algn="l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于浩杨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1100" name="PlaceHolder 2"/>
          <p:cNvSpPr>
            <a:spLocks noGrp="1"/>
          </p:cNvSpPr>
          <p:nvPr>
            <p:ph hasCustomPrompt="1"/>
          </p:nvPr>
        </p:nvSpPr>
        <p:spPr>
          <a:xfrm>
            <a:off x="3549240" y="1484280"/>
            <a:ext cx="7286040" cy="2385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t">
            <a:normAutofit fontScale="62500" lnSpcReduction="19999"/>
          </a:bodyPr>
          <a:p>
            <a:pPr indent="0" algn="l" defTabSz="91440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60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DeepCAD</a:t>
            </a:r>
            <a:r>
              <a:rPr lang="zh-CN" sz="60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宋体"/>
              </a:rPr>
              <a:t>：基于</a:t>
            </a:r>
            <a:r>
              <a:rPr lang="en-US" sz="60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CAD</a:t>
            </a:r>
            <a:r>
              <a:rPr lang="zh-CN" sz="60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命令序列生成的</a:t>
            </a:r>
            <a:r>
              <a:rPr lang="en-US" sz="60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Transformer</a:t>
            </a:r>
            <a:r>
              <a:rPr lang="zh-CN" sz="60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模型的</a:t>
            </a:r>
            <a:endParaRPr lang="en-US" sz="60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indent="0" algn="l" defTabSz="914400">
              <a:lnSpc>
                <a:spcPct val="150000"/>
              </a:lnSpc>
              <a:buNone/>
              <a:tabLst>
                <a:tab pos="0" algn="l"/>
              </a:tabLst>
            </a:pPr>
            <a:r>
              <a:rPr lang="zh-CN" sz="60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复现与重建质量评价</a:t>
            </a:r>
            <a:endParaRPr lang="en-US" sz="60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cxnSp>
        <p:nvCxnSpPr>
          <p:cNvPr id="1101" name="直接连接符 20"/>
          <p:cNvCxnSpPr/>
          <p:nvPr/>
        </p:nvCxnSpPr>
        <p:spPr>
          <a:xfrm>
            <a:off x="3548880" y="4010760"/>
            <a:ext cx="7288200" cy="1080"/>
          </a:xfrm>
          <a:prstGeom prst="straightConnector1">
            <a:avLst/>
          </a:prstGeom>
          <a:ln w="28575">
            <a:solidFill>
              <a:srgbClr val="A2A2A2"/>
            </a:solidFill>
            <a:round/>
          </a:ln>
        </p:spPr>
      </p:cxnSp>
    </p:spTree>
  </p:cSld>
  <p:transition spd="med">
    <p:pull dir="r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摘要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1103" name="内容占位符 1"/>
          <p:cNvSpPr/>
          <p:nvPr/>
        </p:nvSpPr>
        <p:spPr>
          <a:xfrm>
            <a:off x="1539720" y="1700280"/>
            <a:ext cx="9099000" cy="36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7500" lnSpcReduction="19999"/>
          </a:bodyPr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黑体"/>
                <a:ea typeface="黑体"/>
              </a:rPr>
              <a:t>      本工作复现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黑体"/>
                <a:ea typeface="黑体"/>
              </a:rPr>
              <a:t>DeepCAD——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黑体"/>
                <a:ea typeface="黑体"/>
              </a:rPr>
              <a:t>一个把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黑体"/>
                <a:ea typeface="黑体"/>
              </a:rPr>
              <a:t>CAD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黑体"/>
                <a:ea typeface="黑体"/>
              </a:rPr>
              <a:t>建模过程表示为命令序列的生成网络，并在自选测试样本上评价其重建质量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。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 方法分三步：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M1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解析官方建模记录、统计命令与序列长度；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M2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加载预训练权重，对固定样本做「读取→推理→几何生成」；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M3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从步骤准确性、几何构建成功率、几何偏差三方面建立指标并分组分析。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   在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1000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个测试样本上：命令准确率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98.51%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，参数准确率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95.12%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，几何构建成功率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97.3%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，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ChamferDistance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中位数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0.757e-3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。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黑体"/>
                <a:ea typeface="黑体"/>
              </a:rPr>
              <a:t>       主要发现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：参数被量化到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256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级后精度有限，长序列上误差累积，容易出现环不闭合。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4" name="半闭框 11"/>
          <p:cNvSpPr/>
          <p:nvPr/>
        </p:nvSpPr>
        <p:spPr>
          <a:xfrm>
            <a:off x="1059120" y="1459800"/>
            <a:ext cx="479520" cy="479520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微软雅黑"/>
            </a:endParaRPr>
          </a:p>
        </p:txBody>
      </p:sp>
      <p:sp>
        <p:nvSpPr>
          <p:cNvPr id="1105" name="半闭框 12"/>
          <p:cNvSpPr/>
          <p:nvPr/>
        </p:nvSpPr>
        <p:spPr>
          <a:xfrm flipH="1" flipV="1">
            <a:off x="10639080" y="5185080"/>
            <a:ext cx="479520" cy="479520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微软雅黑"/>
            </a:endParaRPr>
          </a:p>
        </p:txBody>
      </p:sp>
    </p:spTree>
  </p:cSld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矩形 34"/>
          <p:cNvSpPr/>
          <p:nvPr/>
        </p:nvSpPr>
        <p:spPr>
          <a:xfrm>
            <a:off x="3262680" y="112320"/>
            <a:ext cx="951480" cy="14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8800" b="0" u="none" strike="noStrike">
              <a:solidFill>
                <a:schemeClr val="dk1">
                  <a:lumMod val="65000"/>
                  <a:lumOff val="35000"/>
                </a:schemeClr>
              </a:solidFill>
              <a:effectLst/>
              <a:uFillTx/>
              <a:latin typeface="微软雅黑"/>
            </a:endParaRPr>
          </a:p>
        </p:txBody>
      </p:sp>
      <p:sp>
        <p:nvSpPr>
          <p:cNvPr id="1107" name="文本框 67"/>
          <p:cNvSpPr/>
          <p:nvPr/>
        </p:nvSpPr>
        <p:spPr>
          <a:xfrm>
            <a:off x="5335560" y="844560"/>
            <a:ext cx="860760" cy="52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000" tIns="90000" rIns="45000" bIns="90000" anchor="t" vert="eaVert">
            <a:noAutofit/>
          </a:bodyPr>
          <a:p>
            <a:pPr algn="ctr" defTabSz="914400">
              <a:lnSpc>
                <a:spcPct val="100000"/>
              </a:lnSpc>
            </a:pPr>
            <a:r>
              <a:rPr lang="zh-CN" sz="4400" b="1" u="none" spc="201" strike="noStrike">
                <a:solidFill>
                  <a:schemeClr val="dk2"/>
                </a:solidFill>
                <a:effectLst/>
                <a:uFillTx/>
                <a:latin typeface="Consolas"/>
                <a:ea typeface="Consolas"/>
              </a:rPr>
              <a:t>目</a:t>
            </a:r>
            <a:r>
              <a:rPr lang="zh-CN" sz="4400" b="1" u="none" spc="201" strike="noStrike">
                <a:solidFill>
                  <a:schemeClr val="dk2"/>
                </a:solidFill>
                <a:effectLst/>
                <a:uFillTx/>
                <a:latin typeface="Consolas"/>
                <a:ea typeface="Consolas"/>
              </a:rPr>
              <a:t>录</a:t>
            </a:r>
            <a:r>
              <a:rPr lang="en-US" sz="4400" b="1" u="none" spc="201" strike="noStrike">
                <a:solidFill>
                  <a:schemeClr val="dk2"/>
                </a:solidFill>
                <a:effectLst/>
                <a:uFillTx/>
                <a:latin typeface="Consolas"/>
                <a:ea typeface="Consolas"/>
              </a:rPr>
              <a:t>|</a:t>
            </a:r>
            <a:r>
              <a:rPr lang="en-US" sz="4400" b="1" u="none" spc="201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C</a:t>
            </a:r>
            <a:r>
              <a:rPr lang="en-US" sz="4400" b="1" u="none" spc="201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O</a:t>
            </a:r>
            <a:r>
              <a:rPr lang="en-US" sz="4400" b="1" u="none" spc="201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N</a:t>
            </a:r>
            <a:r>
              <a:rPr lang="en-US" sz="4400" b="1" u="none" spc="201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T</a:t>
            </a:r>
            <a:r>
              <a:rPr lang="en-US" sz="4400" b="1" u="none" spc="201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E</a:t>
            </a:r>
            <a:r>
              <a:rPr lang="en-US" sz="4400" b="1" u="none" spc="201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N</a:t>
            </a:r>
            <a:r>
              <a:rPr lang="en-US" sz="4400" b="1" u="none" spc="201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T</a:t>
            </a:r>
            <a:r>
              <a:rPr lang="en-US" sz="4400" b="1" u="none" spc="201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08" name="组合 1"/>
          <p:cNvGrpSpPr/>
          <p:nvPr/>
        </p:nvGrpSpPr>
        <p:grpSpPr>
          <a:xfrm>
            <a:off x="7192800" y="1070640"/>
            <a:ext cx="3391560" cy="4764960"/>
            <a:chOff x="7192800" y="1070640"/>
            <a:chExt cx="3391560" cy="4764960"/>
          </a:xfrm>
        </p:grpSpPr>
        <p:grpSp>
          <p:nvGrpSpPr>
            <p:cNvPr id="1109" name="组合 2"/>
            <p:cNvGrpSpPr/>
            <p:nvPr/>
          </p:nvGrpSpPr>
          <p:grpSpPr>
            <a:xfrm>
              <a:off x="7192800" y="1070640"/>
              <a:ext cx="3391560" cy="619560"/>
              <a:chOff x="7192800" y="1070640"/>
              <a:chExt cx="3391560" cy="619560"/>
            </a:xfrm>
          </p:grpSpPr>
          <p:sp>
            <p:nvSpPr>
              <p:cNvPr id="1110" name="文本框 4"/>
              <p:cNvSpPr/>
              <p:nvPr/>
            </p:nvSpPr>
            <p:spPr>
              <a:xfrm>
                <a:off x="7887240" y="1119240"/>
                <a:ext cx="2697120" cy="5220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tIns="45000" rIns="90000" bIns="45000" anchor="t">
                <a:spAutoFit/>
              </a:bodyPr>
              <a:p>
                <a:pPr defTabSz="914400">
                  <a:lnSpc>
                    <a:spcPct val="100000"/>
                  </a:lnSpc>
                </a:pPr>
                <a:r>
                  <a:rPr lang="zh-CN" sz="2800" b="1" u="none" strike="noStrike">
                    <a:solidFill>
                      <a:schemeClr val="dk1"/>
                    </a:solidFill>
                    <a:effectLst/>
                    <a:uFillTx/>
                    <a:latin typeface="Consolas"/>
                    <a:ea typeface="Consolas"/>
                  </a:rPr>
                  <a:t>问题分析与假设</a:t>
                </a:r>
                <a:endParaRPr lang="en-US" sz="2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1" name="椭圆 32"/>
              <p:cNvSpPr/>
              <p:nvPr/>
            </p:nvSpPr>
            <p:spPr>
              <a:xfrm>
                <a:off x="7192800" y="1070640"/>
                <a:ext cx="619560" cy="6195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r>
                  <a:rPr lang="en-US" sz="3200" b="1" u="none" strike="noStrike">
                    <a:solidFill>
                      <a:schemeClr val="lt1"/>
                    </a:solidFill>
                    <a:effectLst/>
                    <a:uFillTx/>
                    <a:latin typeface="Consolas"/>
                    <a:ea typeface="Consolas"/>
                  </a:rPr>
                  <a:t>1</a:t>
                </a:r>
                <a:endParaRPr lang="en-US" sz="32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112" name="组合 70"/>
            <p:cNvGrpSpPr/>
            <p:nvPr/>
          </p:nvGrpSpPr>
          <p:grpSpPr>
            <a:xfrm>
              <a:off x="7192800" y="2107440"/>
              <a:ext cx="3391560" cy="619560"/>
              <a:chOff x="7192800" y="2107440"/>
              <a:chExt cx="3391560" cy="619560"/>
            </a:xfrm>
          </p:grpSpPr>
          <p:sp>
            <p:nvSpPr>
              <p:cNvPr id="1113" name="文本框 71"/>
              <p:cNvSpPr/>
              <p:nvPr/>
            </p:nvSpPr>
            <p:spPr>
              <a:xfrm>
                <a:off x="7887240" y="2156040"/>
                <a:ext cx="2697120" cy="5220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tIns="45000" rIns="90000" bIns="45000" anchor="t">
                <a:spAutoFit/>
              </a:bodyPr>
              <a:p>
                <a:pPr defTabSz="914400">
                  <a:lnSpc>
                    <a:spcPct val="100000"/>
                  </a:lnSpc>
                </a:pPr>
                <a:r>
                  <a:rPr lang="zh-CN" sz="2800" b="1" u="none" strike="noStrike">
                    <a:solidFill>
                      <a:schemeClr val="dk1"/>
                    </a:solidFill>
                    <a:effectLst/>
                    <a:uFillTx/>
                    <a:latin typeface="Consolas"/>
                    <a:ea typeface="Consolas"/>
                  </a:rPr>
                  <a:t>方法与数学表达</a:t>
                </a:r>
                <a:endParaRPr lang="en-US" sz="2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4" name="椭圆 72"/>
              <p:cNvSpPr/>
              <p:nvPr/>
            </p:nvSpPr>
            <p:spPr>
              <a:xfrm>
                <a:off x="7192800" y="2107440"/>
                <a:ext cx="619560" cy="6195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r>
                  <a:rPr lang="en-US" sz="3200" b="1" u="none" strike="noStrike">
                    <a:solidFill>
                      <a:schemeClr val="lt1"/>
                    </a:solidFill>
                    <a:effectLst/>
                    <a:uFillTx/>
                    <a:latin typeface="Consolas"/>
                    <a:ea typeface="Consolas"/>
                  </a:rPr>
                  <a:t>2</a:t>
                </a:r>
                <a:endParaRPr lang="en-US" sz="32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115" name="组合 74"/>
            <p:cNvGrpSpPr/>
            <p:nvPr/>
          </p:nvGrpSpPr>
          <p:grpSpPr>
            <a:xfrm>
              <a:off x="7192800" y="3143520"/>
              <a:ext cx="3391560" cy="619560"/>
              <a:chOff x="7192800" y="3143520"/>
              <a:chExt cx="3391560" cy="619560"/>
            </a:xfrm>
          </p:grpSpPr>
          <p:sp>
            <p:nvSpPr>
              <p:cNvPr id="1116" name="文本框 75"/>
              <p:cNvSpPr/>
              <p:nvPr/>
            </p:nvSpPr>
            <p:spPr>
              <a:xfrm>
                <a:off x="7887240" y="3192480"/>
                <a:ext cx="2697120" cy="5220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tIns="45000" rIns="90000" bIns="45000" anchor="t">
                <a:spAutoFit/>
              </a:bodyPr>
              <a:p>
                <a:pPr defTabSz="914400">
                  <a:lnSpc>
                    <a:spcPct val="100000"/>
                  </a:lnSpc>
                </a:pPr>
                <a:r>
                  <a:rPr lang="zh-CN" sz="2800" b="1" u="none" strike="noStrike">
                    <a:solidFill>
                      <a:schemeClr val="dk1"/>
                    </a:solidFill>
                    <a:effectLst/>
                    <a:uFillTx/>
                    <a:latin typeface="Consolas"/>
                    <a:ea typeface="Consolas"/>
                  </a:rPr>
                  <a:t>实现与验证</a:t>
                </a:r>
                <a:endParaRPr lang="en-US" sz="2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7" name="椭圆 76"/>
              <p:cNvSpPr/>
              <p:nvPr/>
            </p:nvSpPr>
            <p:spPr>
              <a:xfrm>
                <a:off x="7192800" y="3143520"/>
                <a:ext cx="619560" cy="6195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r>
                  <a:rPr lang="en-US" sz="3200" b="1" u="none" strike="noStrike">
                    <a:solidFill>
                      <a:schemeClr val="lt1"/>
                    </a:solidFill>
                    <a:effectLst/>
                    <a:uFillTx/>
                    <a:latin typeface="Consolas"/>
                    <a:ea typeface="Consolas"/>
                  </a:rPr>
                  <a:t>3</a:t>
                </a:r>
                <a:endParaRPr lang="en-US" sz="32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118" name="组合 78"/>
            <p:cNvGrpSpPr/>
            <p:nvPr/>
          </p:nvGrpSpPr>
          <p:grpSpPr>
            <a:xfrm>
              <a:off x="7192800" y="4179600"/>
              <a:ext cx="2673360" cy="619560"/>
              <a:chOff x="7192800" y="4179600"/>
              <a:chExt cx="2673360" cy="619560"/>
            </a:xfrm>
          </p:grpSpPr>
          <p:sp>
            <p:nvSpPr>
              <p:cNvPr id="1119" name="文本框 79"/>
              <p:cNvSpPr/>
              <p:nvPr/>
            </p:nvSpPr>
            <p:spPr>
              <a:xfrm>
                <a:off x="7887240" y="4228560"/>
                <a:ext cx="1978920" cy="5220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tIns="45000" rIns="90000" bIns="45000" anchor="t">
                <a:spAutoFit/>
              </a:bodyPr>
              <a:p>
                <a:pPr defTabSz="914400">
                  <a:lnSpc>
                    <a:spcPct val="100000"/>
                  </a:lnSpc>
                </a:pPr>
                <a:r>
                  <a:rPr lang="zh-CN" sz="2800" b="1" u="none" strike="noStrike">
                    <a:solidFill>
                      <a:schemeClr val="dk1"/>
                    </a:solidFill>
                    <a:effectLst/>
                    <a:uFillTx/>
                    <a:latin typeface="Consolas"/>
                    <a:ea typeface="Consolas"/>
                  </a:rPr>
                  <a:t>结果与讨论</a:t>
                </a:r>
                <a:endParaRPr lang="en-US" sz="2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0" name="椭圆 80"/>
              <p:cNvSpPr/>
              <p:nvPr/>
            </p:nvSpPr>
            <p:spPr>
              <a:xfrm>
                <a:off x="7192800" y="4179600"/>
                <a:ext cx="619560" cy="6195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r>
                  <a:rPr lang="en-US" sz="3200" b="1" u="none" strike="noStrike">
                    <a:solidFill>
                      <a:schemeClr val="lt1"/>
                    </a:solidFill>
                    <a:effectLst/>
                    <a:uFillTx/>
                    <a:latin typeface="Consolas"/>
                    <a:ea typeface="Consolas"/>
                  </a:rPr>
                  <a:t>4</a:t>
                </a:r>
                <a:endParaRPr lang="en-US" sz="32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121" name="组合 16"/>
            <p:cNvGrpSpPr/>
            <p:nvPr/>
          </p:nvGrpSpPr>
          <p:grpSpPr>
            <a:xfrm>
              <a:off x="7192800" y="5216040"/>
              <a:ext cx="2673360" cy="619560"/>
              <a:chOff x="7192800" y="5216040"/>
              <a:chExt cx="2673360" cy="619560"/>
            </a:xfrm>
          </p:grpSpPr>
          <p:sp>
            <p:nvSpPr>
              <p:cNvPr id="1122" name="文本框 17"/>
              <p:cNvSpPr/>
              <p:nvPr/>
            </p:nvSpPr>
            <p:spPr>
              <a:xfrm>
                <a:off x="7887240" y="5264640"/>
                <a:ext cx="1978920" cy="5220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tIns="45000" rIns="90000" bIns="45000" anchor="t">
                <a:spAutoFit/>
              </a:bodyPr>
              <a:p>
                <a:pPr defTabSz="914400">
                  <a:lnSpc>
                    <a:spcPct val="100000"/>
                  </a:lnSpc>
                </a:pPr>
                <a:r>
                  <a:rPr lang="zh-CN" sz="2800" b="1" u="none" strike="noStrike">
                    <a:solidFill>
                      <a:schemeClr val="dk1"/>
                    </a:solidFill>
                    <a:effectLst/>
                    <a:uFillTx/>
                    <a:latin typeface="Consolas"/>
                    <a:ea typeface="Consolas"/>
                  </a:rPr>
                  <a:t>结论与</a:t>
                </a:r>
                <a:r>
                  <a:rPr lang="zh-CN" sz="2800" b="1" u="none" strike="noStrike">
                    <a:solidFill>
                      <a:schemeClr val="dk1"/>
                    </a:solidFill>
                    <a:effectLst/>
                    <a:uFillTx/>
                    <a:latin typeface="Consolas"/>
                    <a:ea typeface="Consolas"/>
                  </a:rPr>
                  <a:t>附录</a:t>
                </a:r>
                <a:endParaRPr lang="en-US" sz="2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3" name="椭圆 18"/>
              <p:cNvSpPr/>
              <p:nvPr/>
            </p:nvSpPr>
            <p:spPr>
              <a:xfrm>
                <a:off x="7192800" y="5216040"/>
                <a:ext cx="619560" cy="6195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r>
                  <a:rPr lang="en-US" sz="3200" b="1" u="none" strike="noStrike">
                    <a:solidFill>
                      <a:schemeClr val="lt1"/>
                    </a:solidFill>
                    <a:effectLst/>
                    <a:uFillTx/>
                    <a:latin typeface="Consolas"/>
                    <a:ea typeface="Consolas"/>
                  </a:rPr>
                  <a:t>5</a:t>
                </a:r>
                <a:endParaRPr lang="en-US" sz="32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4" name="组合 2"/>
          <p:cNvGrpSpPr/>
          <p:nvPr/>
        </p:nvGrpSpPr>
        <p:grpSpPr>
          <a:xfrm>
            <a:off x="5891760" y="3000240"/>
            <a:ext cx="4377240" cy="856440"/>
            <a:chOff x="5891760" y="3000240"/>
            <a:chExt cx="4377240" cy="856440"/>
          </a:xfrm>
        </p:grpSpPr>
        <p:sp>
          <p:nvSpPr>
            <p:cNvPr id="1125" name="文本框 18"/>
            <p:cNvSpPr/>
            <p:nvPr/>
          </p:nvSpPr>
          <p:spPr>
            <a:xfrm>
              <a:off x="6853680" y="3105720"/>
              <a:ext cx="3415320" cy="64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zh-CN" sz="3600" b="1" u="none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问题分析与假设</a:t>
              </a:r>
              <a:endPara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6" name="椭圆 19"/>
            <p:cNvSpPr/>
            <p:nvPr/>
          </p:nvSpPr>
          <p:spPr>
            <a:xfrm>
              <a:off x="5891760" y="3000240"/>
              <a:ext cx="856440" cy="8564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lang="en-US" sz="4000" b="1" u="none" strike="noStrike">
                  <a:solidFill>
                    <a:schemeClr val="lt1"/>
                  </a:solidFill>
                  <a:effectLst/>
                  <a:uFillTx/>
                  <a:latin typeface="Consolas"/>
                  <a:ea typeface="Consolas"/>
                </a:rPr>
                <a:t>1</a:t>
              </a:r>
              <a:endPara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文本框 3"/>
          <p:cNvSpPr/>
          <p:nvPr/>
        </p:nvSpPr>
        <p:spPr>
          <a:xfrm>
            <a:off x="776520" y="1673640"/>
            <a:ext cx="10497240" cy="272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343080" indent="-343080" defTabSz="914400">
              <a:lnSpc>
                <a:spcPct val="130000"/>
              </a:lnSpc>
              <a:spcBef>
                <a:spcPts val="601"/>
              </a:spcBef>
              <a:spcAft>
                <a:spcPts val="601"/>
              </a:spcAft>
              <a:buClr>
                <a:srgbClr val="006C39"/>
              </a:buClr>
              <a:buFont typeface="Wingdings" charset="2"/>
              <a:buChar char=""/>
            </a:pP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输入：指令数据集（</a:t>
            </a: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CAD</a:t>
            </a: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命令序</a:t>
            </a: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列）。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30000"/>
              </a:lnSpc>
              <a:spcBef>
                <a:spcPts val="601"/>
              </a:spcBef>
              <a:spcAft>
                <a:spcPts val="601"/>
              </a:spcAft>
              <a:buClr>
                <a:srgbClr val="006C39"/>
              </a:buClr>
              <a:buFont typeface="Wingdings" charset="2"/>
              <a:buChar char=""/>
            </a:pP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输出：一个理解了几何关系的模</a:t>
            </a: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型。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30000"/>
              </a:lnSpc>
              <a:spcBef>
                <a:spcPts val="601"/>
              </a:spcBef>
              <a:spcAft>
                <a:spcPts val="601"/>
              </a:spcAft>
              <a:buClr>
                <a:srgbClr val="006C39"/>
              </a:buClr>
              <a:buFont typeface="Wingdings" charset="2"/>
              <a:buChar char=""/>
            </a:pP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重建正确：命令序列一致</a:t>
            </a: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&gt;</a:t>
            </a: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几何一</a:t>
            </a: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致——前者强于后者，且蕴含了后者</a:t>
            </a: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的建模思路。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30000"/>
              </a:lnSpc>
              <a:spcBef>
                <a:spcPts val="601"/>
              </a:spcBef>
              <a:spcAft>
                <a:spcPts val="601"/>
              </a:spcAft>
              <a:buClr>
                <a:srgbClr val="006C39"/>
              </a:buClr>
              <a:buFont typeface="Wingdings" charset="2"/>
              <a:buChar char=""/>
            </a:pP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适用范围与假设：精度要求不高，</a:t>
            </a: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操作序列不长。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8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问题分析与假设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</p:spTree>
  </p:cSld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9" name="组合 2"/>
          <p:cNvGrpSpPr/>
          <p:nvPr/>
        </p:nvGrpSpPr>
        <p:grpSpPr>
          <a:xfrm>
            <a:off x="5891760" y="3000240"/>
            <a:ext cx="4377240" cy="856440"/>
            <a:chOff x="5891760" y="3000240"/>
            <a:chExt cx="4377240" cy="856440"/>
          </a:xfrm>
        </p:grpSpPr>
        <p:sp>
          <p:nvSpPr>
            <p:cNvPr id="1130" name="文本框 18"/>
            <p:cNvSpPr/>
            <p:nvPr/>
          </p:nvSpPr>
          <p:spPr>
            <a:xfrm>
              <a:off x="6853680" y="3105720"/>
              <a:ext cx="3415320" cy="64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zh-CN" sz="3600" b="1" u="none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方法与数学表达</a:t>
              </a:r>
              <a:endPara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1" name="椭圆 19"/>
            <p:cNvSpPr/>
            <p:nvPr/>
          </p:nvSpPr>
          <p:spPr>
            <a:xfrm>
              <a:off x="5891760" y="3000240"/>
              <a:ext cx="856440" cy="8564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lang="en-US" sz="4000" b="1" u="none" strike="noStrike">
                  <a:solidFill>
                    <a:schemeClr val="lt1"/>
                  </a:solidFill>
                  <a:effectLst/>
                  <a:uFillTx/>
                  <a:latin typeface="Consolas"/>
                  <a:ea typeface="Consolas"/>
                </a:rPr>
                <a:t>2</a:t>
              </a:r>
              <a:endPara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三个模块的关系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grpSp>
        <p:nvGrpSpPr>
          <p:cNvPr id="1133" name="组合 10"/>
          <p:cNvGrpSpPr/>
          <p:nvPr/>
        </p:nvGrpSpPr>
        <p:grpSpPr>
          <a:xfrm>
            <a:off x="640800" y="1600200"/>
            <a:ext cx="2102400" cy="3923280"/>
            <a:chOff x="640800" y="1600200"/>
            <a:chExt cx="2102400" cy="3923280"/>
          </a:xfrm>
        </p:grpSpPr>
        <p:sp>
          <p:nvSpPr>
            <p:cNvPr id="1134" name="矩形 11"/>
            <p:cNvSpPr/>
            <p:nvPr/>
          </p:nvSpPr>
          <p:spPr>
            <a:xfrm>
              <a:off x="640800" y="2232720"/>
              <a:ext cx="700200" cy="7128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27000" rIns="90000" bIns="27000" anchor="ctr">
              <a:noAutofit/>
            </a:bodyPr>
            <a:p>
              <a:endParaRPr lang="en-US" sz="20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135" name="文本框 12"/>
            <p:cNvSpPr/>
            <p:nvPr/>
          </p:nvSpPr>
          <p:spPr>
            <a:xfrm>
              <a:off x="640800" y="1600200"/>
              <a:ext cx="2008080" cy="45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US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M1</a:t>
              </a:r>
              <a:r>
                <a:rPr lang="zh-CN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数据处理 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6" name="文本框 13"/>
            <p:cNvSpPr/>
            <p:nvPr/>
          </p:nvSpPr>
          <p:spPr>
            <a:xfrm>
              <a:off x="640800" y="2536920"/>
              <a:ext cx="2102400" cy="2986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45000" rIns="90000" bIns="45000" anchor="t">
              <a:noAutofit/>
            </a:bodyPr>
            <a:p>
              <a:pPr defTabSz="914400">
                <a:lnSpc>
                  <a:spcPct val="150000"/>
                </a:lnSpc>
              </a:pP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解析建模记录→命令类型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/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有效序列长度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/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拉伸次数→命令统计表。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37" name="组合 14"/>
          <p:cNvGrpSpPr/>
          <p:nvPr/>
        </p:nvGrpSpPr>
        <p:grpSpPr>
          <a:xfrm>
            <a:off x="5025600" y="1607400"/>
            <a:ext cx="2158920" cy="3916080"/>
            <a:chOff x="5025600" y="1607400"/>
            <a:chExt cx="2158920" cy="3916080"/>
          </a:xfrm>
        </p:grpSpPr>
        <p:sp>
          <p:nvSpPr>
            <p:cNvPr id="1138" name="矩形 15"/>
            <p:cNvSpPr/>
            <p:nvPr/>
          </p:nvSpPr>
          <p:spPr>
            <a:xfrm>
              <a:off x="5025600" y="2238840"/>
              <a:ext cx="718920" cy="7092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27000" rIns="90000" bIns="27000" anchor="ctr">
              <a:noAutofit/>
            </a:bodyPr>
            <a:p>
              <a:endParaRPr lang="en-US" sz="20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139" name="文本框 16"/>
            <p:cNvSpPr/>
            <p:nvPr/>
          </p:nvSpPr>
          <p:spPr>
            <a:xfrm>
              <a:off x="5025600" y="1607400"/>
              <a:ext cx="2008080" cy="45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US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M2</a:t>
              </a:r>
              <a:r>
                <a:rPr lang="zh-CN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模型重建 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0" name="文本框 17"/>
            <p:cNvSpPr/>
            <p:nvPr/>
          </p:nvSpPr>
          <p:spPr>
            <a:xfrm>
              <a:off x="5025600" y="2542320"/>
              <a:ext cx="2158920" cy="298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45000" rIns="90000" bIns="45000" anchor="t">
              <a:noAutofit/>
            </a:bodyPr>
            <a:p>
              <a:pPr defTabSz="914400">
                <a:lnSpc>
                  <a:spcPct val="150000"/>
                </a:lnSpc>
              </a:pP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M1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的整理结果→官方预训练模型推理→重建命令序列→三维几何（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STEP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）。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41" name="组合 18"/>
          <p:cNvGrpSpPr/>
          <p:nvPr/>
        </p:nvGrpSpPr>
        <p:grpSpPr>
          <a:xfrm>
            <a:off x="9410400" y="1607400"/>
            <a:ext cx="2158920" cy="3916080"/>
            <a:chOff x="9410400" y="1607400"/>
            <a:chExt cx="2158920" cy="3916080"/>
          </a:xfrm>
        </p:grpSpPr>
        <p:sp>
          <p:nvSpPr>
            <p:cNvPr id="1142" name="矩形 19"/>
            <p:cNvSpPr/>
            <p:nvPr/>
          </p:nvSpPr>
          <p:spPr>
            <a:xfrm>
              <a:off x="9410400" y="2238840"/>
              <a:ext cx="718920" cy="7092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27000" rIns="90000" bIns="27000" anchor="ctr">
              <a:noAutofit/>
            </a:bodyPr>
            <a:p>
              <a:endParaRPr lang="en-US" sz="20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143" name="文本框 20"/>
            <p:cNvSpPr/>
            <p:nvPr/>
          </p:nvSpPr>
          <p:spPr>
            <a:xfrm>
              <a:off x="9410400" y="1607400"/>
              <a:ext cx="2008080" cy="45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US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M3</a:t>
              </a:r>
              <a:r>
                <a:rPr lang="zh-CN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质量评价 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4" name="文本框 21"/>
            <p:cNvSpPr/>
            <p:nvPr/>
          </p:nvSpPr>
          <p:spPr>
            <a:xfrm>
              <a:off x="9410400" y="2542320"/>
              <a:ext cx="2158920" cy="298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45000" rIns="90000" bIns="45000" anchor="t">
              <a:noAutofit/>
            </a:bodyPr>
            <a:p>
              <a:pPr defTabSz="914400">
                <a:lnSpc>
                  <a:spcPct val="150000"/>
                </a:lnSpc>
              </a:pP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M2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的重建结果→命令准确率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/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成功率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/CD→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分组指标表。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45" name="right-arrow_339913"/>
          <p:cNvSpPr/>
          <p:nvPr/>
        </p:nvSpPr>
        <p:spPr>
          <a:xfrm>
            <a:off x="3520080" y="2950200"/>
            <a:ext cx="608760" cy="607320"/>
          </a:xfrm>
          <a:custGeom>
            <a:avLst/>
            <a:gdLst>
              <a:gd name="textAreaLeft" fmla="*/ 0 w 608760"/>
              <a:gd name="textAreaRight" fmla="*/ 609840 w 608760"/>
              <a:gd name="textAreaTop" fmla="*/ 0 h 607320"/>
              <a:gd name="textAreaBottom" fmla="*/ 608400 h 607320"/>
              <a:gd name="GluePoint1X" fmla="*/ 312860 w 607729"/>
              <a:gd name="GluePoint1Y" fmla="*/ 3534 h 606561"/>
              <a:gd name="GluePoint2X" fmla="*/ 603991 w 607729"/>
              <a:gd name="GluePoint2Y" fmla="*/ 294222 h 606561"/>
              <a:gd name="GluePoint3X" fmla="*/ 603991 w 607729"/>
              <a:gd name="GluePoint3Y" fmla="*/ 312084 h 606561"/>
              <a:gd name="GluePoint4X" fmla="*/ 312860 w 607729"/>
              <a:gd name="GluePoint4Y" fmla="*/ 602772 h 606561"/>
              <a:gd name="GluePoint5X" fmla="*/ 312593 w 607729"/>
              <a:gd name="GluePoint5Y" fmla="*/ 602949 h 606561"/>
              <a:gd name="GluePoint6X" fmla="*/ 294792 w 607729"/>
              <a:gd name="GluePoint6Y" fmla="*/ 602772 h 606561"/>
              <a:gd name="GluePoint7X" fmla="*/ 295059 w 607729"/>
              <a:gd name="GluePoint7Y" fmla="*/ 584909 h 606561"/>
              <a:gd name="GluePoint8X" fmla="*/ 577201 w 607729"/>
              <a:gd name="GluePoint8Y" fmla="*/ 303108 h 606561"/>
              <a:gd name="GluePoint9X" fmla="*/ 295059 w 607729"/>
              <a:gd name="GluePoint9Y" fmla="*/ 21308 h 606561"/>
              <a:gd name="GluePoint10X" fmla="*/ 295059 w 607729"/>
              <a:gd name="GluePoint10Y" fmla="*/ 3800 h 606561"/>
              <a:gd name="GluePoint11X" fmla="*/ 312860 w 607729"/>
              <a:gd name="GluePoint11Y" fmla="*/ 3534 h 606561"/>
              <a:gd name="GluePoint12X" fmla="*/ 21707 w 607729"/>
              <a:gd name="GluePoint12Y" fmla="*/ 3534 h 606561"/>
              <a:gd name="GluePoint13X" fmla="*/ 312838 w 607729"/>
              <a:gd name="GluePoint13Y" fmla="*/ 294222 h 606561"/>
              <a:gd name="GluePoint14X" fmla="*/ 312838 w 607729"/>
              <a:gd name="GluePoint14Y" fmla="*/ 312084 h 606561"/>
              <a:gd name="GluePoint15X" fmla="*/ 21707 w 607729"/>
              <a:gd name="GluePoint15Y" fmla="*/ 602772 h 606561"/>
              <a:gd name="GluePoint16X" fmla="*/ 21440 w 607729"/>
              <a:gd name="GluePoint16Y" fmla="*/ 602949 h 606561"/>
              <a:gd name="GluePoint17X" fmla="*/ 3639 w 607729"/>
              <a:gd name="GluePoint17Y" fmla="*/ 602772 h 606561"/>
              <a:gd name="GluePoint18X" fmla="*/ 3906 w 607729"/>
              <a:gd name="GluePoint18Y" fmla="*/ 584909 h 606561"/>
              <a:gd name="GluePoint19X" fmla="*/ 286047 w 607729"/>
              <a:gd name="GluePoint19Y" fmla="*/ 303197 h 606561"/>
              <a:gd name="GluePoint20X" fmla="*/ 3906 w 607729"/>
              <a:gd name="GluePoint20Y" fmla="*/ 21485 h 606561"/>
              <a:gd name="GluePoint21X" fmla="*/ 3906 w 607729"/>
              <a:gd name="GluePoint21Y" fmla="*/ 3889 h 606561"/>
              <a:gd name="GluePoint22X" fmla="*/ 21707 w 607729"/>
              <a:gd name="GluePoint22Y" fmla="*/ 3534 h 60656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</a:cxnLst>
            <a:rect l="textAreaLeft" t="textAreaTop" r="textAreaRight" b="textAreaBottom"/>
            <a:pathLst>
              <a:path w="607729" h="606561">
                <a:moveTo>
                  <a:pt x="312860" y="3534"/>
                </a:moveTo>
                <a:lnTo>
                  <a:pt x="603991" y="294222"/>
                </a:lnTo>
                <a:cubicBezTo>
                  <a:pt x="608975" y="299109"/>
                  <a:pt x="608975" y="307107"/>
                  <a:pt x="603991" y="312084"/>
                </a:cubicBezTo>
                <a:lnTo>
                  <a:pt x="312860" y="602772"/>
                </a:lnTo>
                <a:lnTo>
                  <a:pt x="312593" y="602949"/>
                </a:lnTo>
                <a:cubicBezTo>
                  <a:pt x="307698" y="607926"/>
                  <a:pt x="299688" y="607659"/>
                  <a:pt x="294792" y="602772"/>
                </a:cubicBezTo>
                <a:cubicBezTo>
                  <a:pt x="289808" y="597795"/>
                  <a:pt x="289986" y="589708"/>
                  <a:pt x="295059" y="584909"/>
                </a:cubicBezTo>
                <a:lnTo>
                  <a:pt x="577201" y="303108"/>
                </a:lnTo>
                <a:lnTo>
                  <a:pt x="295059" y="21308"/>
                </a:lnTo>
                <a:cubicBezTo>
                  <a:pt x="290342" y="16420"/>
                  <a:pt x="290342" y="8688"/>
                  <a:pt x="295059" y="3800"/>
                </a:cubicBezTo>
                <a:cubicBezTo>
                  <a:pt x="299866" y="-1176"/>
                  <a:pt x="307787" y="-1265"/>
                  <a:pt x="312860" y="3534"/>
                </a:cubicBezTo>
                <a:close/>
                <a:moveTo>
                  <a:pt x="21707" y="3534"/>
                </a:moveTo>
                <a:lnTo>
                  <a:pt x="312838" y="294222"/>
                </a:lnTo>
                <a:cubicBezTo>
                  <a:pt x="317822" y="299109"/>
                  <a:pt x="317822" y="307107"/>
                  <a:pt x="312838" y="312084"/>
                </a:cubicBezTo>
                <a:lnTo>
                  <a:pt x="21707" y="602772"/>
                </a:lnTo>
                <a:lnTo>
                  <a:pt x="21440" y="602949"/>
                </a:lnTo>
                <a:cubicBezTo>
                  <a:pt x="16544" y="607926"/>
                  <a:pt x="8534" y="607659"/>
                  <a:pt x="3639" y="602772"/>
                </a:cubicBezTo>
                <a:cubicBezTo>
                  <a:pt x="-1345" y="597795"/>
                  <a:pt x="-1167" y="589708"/>
                  <a:pt x="3906" y="584909"/>
                </a:cubicBezTo>
                <a:lnTo>
                  <a:pt x="286047" y="303197"/>
                </a:lnTo>
                <a:lnTo>
                  <a:pt x="3906" y="21485"/>
                </a:lnTo>
                <a:cubicBezTo>
                  <a:pt x="-811" y="16509"/>
                  <a:pt x="-811" y="8866"/>
                  <a:pt x="3906" y="3889"/>
                </a:cubicBezTo>
                <a:cubicBezTo>
                  <a:pt x="8712" y="-1176"/>
                  <a:pt x="16811" y="-1265"/>
                  <a:pt x="21707" y="3534"/>
                </a:cubicBezTo>
                <a:close/>
              </a:path>
            </a:pathLst>
          </a:cu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146" name="right-arrow_339913"/>
          <p:cNvSpPr/>
          <p:nvPr/>
        </p:nvSpPr>
        <p:spPr>
          <a:xfrm>
            <a:off x="7993080" y="2950200"/>
            <a:ext cx="608760" cy="607320"/>
          </a:xfrm>
          <a:custGeom>
            <a:avLst/>
            <a:gdLst>
              <a:gd name="textAreaLeft" fmla="*/ 0 w 608760"/>
              <a:gd name="textAreaRight" fmla="*/ 609840 w 608760"/>
              <a:gd name="textAreaTop" fmla="*/ 0 h 607320"/>
              <a:gd name="textAreaBottom" fmla="*/ 608400 h 607320"/>
              <a:gd name="GluePoint1X" fmla="*/ 312860 w 607729"/>
              <a:gd name="GluePoint1Y" fmla="*/ 3534 h 606561"/>
              <a:gd name="GluePoint2X" fmla="*/ 603991 w 607729"/>
              <a:gd name="GluePoint2Y" fmla="*/ 294222 h 606561"/>
              <a:gd name="GluePoint3X" fmla="*/ 603991 w 607729"/>
              <a:gd name="GluePoint3Y" fmla="*/ 312084 h 606561"/>
              <a:gd name="GluePoint4X" fmla="*/ 312860 w 607729"/>
              <a:gd name="GluePoint4Y" fmla="*/ 602772 h 606561"/>
              <a:gd name="GluePoint5X" fmla="*/ 312593 w 607729"/>
              <a:gd name="GluePoint5Y" fmla="*/ 602949 h 606561"/>
              <a:gd name="GluePoint6X" fmla="*/ 294792 w 607729"/>
              <a:gd name="GluePoint6Y" fmla="*/ 602772 h 606561"/>
              <a:gd name="GluePoint7X" fmla="*/ 295059 w 607729"/>
              <a:gd name="GluePoint7Y" fmla="*/ 584909 h 606561"/>
              <a:gd name="GluePoint8X" fmla="*/ 577201 w 607729"/>
              <a:gd name="GluePoint8Y" fmla="*/ 303108 h 606561"/>
              <a:gd name="GluePoint9X" fmla="*/ 295059 w 607729"/>
              <a:gd name="GluePoint9Y" fmla="*/ 21308 h 606561"/>
              <a:gd name="GluePoint10X" fmla="*/ 295059 w 607729"/>
              <a:gd name="GluePoint10Y" fmla="*/ 3800 h 606561"/>
              <a:gd name="GluePoint11X" fmla="*/ 312860 w 607729"/>
              <a:gd name="GluePoint11Y" fmla="*/ 3534 h 606561"/>
              <a:gd name="GluePoint12X" fmla="*/ 21707 w 607729"/>
              <a:gd name="GluePoint12Y" fmla="*/ 3534 h 606561"/>
              <a:gd name="GluePoint13X" fmla="*/ 312838 w 607729"/>
              <a:gd name="GluePoint13Y" fmla="*/ 294222 h 606561"/>
              <a:gd name="GluePoint14X" fmla="*/ 312838 w 607729"/>
              <a:gd name="GluePoint14Y" fmla="*/ 312084 h 606561"/>
              <a:gd name="GluePoint15X" fmla="*/ 21707 w 607729"/>
              <a:gd name="GluePoint15Y" fmla="*/ 602772 h 606561"/>
              <a:gd name="GluePoint16X" fmla="*/ 21440 w 607729"/>
              <a:gd name="GluePoint16Y" fmla="*/ 602949 h 606561"/>
              <a:gd name="GluePoint17X" fmla="*/ 3639 w 607729"/>
              <a:gd name="GluePoint17Y" fmla="*/ 602772 h 606561"/>
              <a:gd name="GluePoint18X" fmla="*/ 3906 w 607729"/>
              <a:gd name="GluePoint18Y" fmla="*/ 584909 h 606561"/>
              <a:gd name="GluePoint19X" fmla="*/ 286047 w 607729"/>
              <a:gd name="GluePoint19Y" fmla="*/ 303197 h 606561"/>
              <a:gd name="GluePoint20X" fmla="*/ 3906 w 607729"/>
              <a:gd name="GluePoint20Y" fmla="*/ 21485 h 606561"/>
              <a:gd name="GluePoint21X" fmla="*/ 3906 w 607729"/>
              <a:gd name="GluePoint21Y" fmla="*/ 3889 h 606561"/>
              <a:gd name="GluePoint22X" fmla="*/ 21707 w 607729"/>
              <a:gd name="GluePoint22Y" fmla="*/ 3534 h 60656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</a:cxnLst>
            <a:rect l="textAreaLeft" t="textAreaTop" r="textAreaRight" b="textAreaBottom"/>
            <a:pathLst>
              <a:path w="607729" h="606561">
                <a:moveTo>
                  <a:pt x="312860" y="3534"/>
                </a:moveTo>
                <a:lnTo>
                  <a:pt x="603991" y="294222"/>
                </a:lnTo>
                <a:cubicBezTo>
                  <a:pt x="608975" y="299109"/>
                  <a:pt x="608975" y="307107"/>
                  <a:pt x="603991" y="312084"/>
                </a:cubicBezTo>
                <a:lnTo>
                  <a:pt x="312860" y="602772"/>
                </a:lnTo>
                <a:lnTo>
                  <a:pt x="312593" y="602949"/>
                </a:lnTo>
                <a:cubicBezTo>
                  <a:pt x="307698" y="607926"/>
                  <a:pt x="299688" y="607659"/>
                  <a:pt x="294792" y="602772"/>
                </a:cubicBezTo>
                <a:cubicBezTo>
                  <a:pt x="289808" y="597795"/>
                  <a:pt x="289986" y="589708"/>
                  <a:pt x="295059" y="584909"/>
                </a:cubicBezTo>
                <a:lnTo>
                  <a:pt x="577201" y="303108"/>
                </a:lnTo>
                <a:lnTo>
                  <a:pt x="295059" y="21308"/>
                </a:lnTo>
                <a:cubicBezTo>
                  <a:pt x="290342" y="16420"/>
                  <a:pt x="290342" y="8688"/>
                  <a:pt x="295059" y="3800"/>
                </a:cubicBezTo>
                <a:cubicBezTo>
                  <a:pt x="299866" y="-1176"/>
                  <a:pt x="307787" y="-1265"/>
                  <a:pt x="312860" y="3534"/>
                </a:cubicBezTo>
                <a:close/>
                <a:moveTo>
                  <a:pt x="21707" y="3534"/>
                </a:moveTo>
                <a:lnTo>
                  <a:pt x="312838" y="294222"/>
                </a:lnTo>
                <a:cubicBezTo>
                  <a:pt x="317822" y="299109"/>
                  <a:pt x="317822" y="307107"/>
                  <a:pt x="312838" y="312084"/>
                </a:cubicBezTo>
                <a:lnTo>
                  <a:pt x="21707" y="602772"/>
                </a:lnTo>
                <a:lnTo>
                  <a:pt x="21440" y="602949"/>
                </a:lnTo>
                <a:cubicBezTo>
                  <a:pt x="16544" y="607926"/>
                  <a:pt x="8534" y="607659"/>
                  <a:pt x="3639" y="602772"/>
                </a:cubicBezTo>
                <a:cubicBezTo>
                  <a:pt x="-1345" y="597795"/>
                  <a:pt x="-1167" y="589708"/>
                  <a:pt x="3906" y="584909"/>
                </a:cubicBezTo>
                <a:lnTo>
                  <a:pt x="286047" y="303197"/>
                </a:lnTo>
                <a:lnTo>
                  <a:pt x="3906" y="21485"/>
                </a:lnTo>
                <a:cubicBezTo>
                  <a:pt x="-811" y="16509"/>
                  <a:pt x="-811" y="8866"/>
                  <a:pt x="3906" y="3889"/>
                </a:cubicBezTo>
                <a:cubicBezTo>
                  <a:pt x="8712" y="-1176"/>
                  <a:pt x="16811" y="-1265"/>
                  <a:pt x="21707" y="3534"/>
                </a:cubicBezTo>
                <a:close/>
              </a:path>
            </a:pathLst>
          </a:cu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transition spd="med">
    <p:pull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文本框 3"/>
          <p:cNvSpPr/>
          <p:nvPr/>
        </p:nvSpPr>
        <p:spPr>
          <a:xfrm>
            <a:off x="776520" y="4434840"/>
            <a:ext cx="10497240" cy="11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343080" indent="-343080" defTabSz="914400">
              <a:lnSpc>
                <a:spcPct val="130000"/>
              </a:lnSpc>
              <a:spcBef>
                <a:spcPts val="601"/>
              </a:spcBef>
              <a:spcAft>
                <a:spcPts val="601"/>
              </a:spcAft>
              <a:buClr>
                <a:srgbClr val="006C39"/>
              </a:buClr>
              <a:buFont typeface="Wingdings" charset="2"/>
              <a:buChar char=""/>
            </a:pP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成功率</a:t>
            </a: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=</a:t>
            </a: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建出非空实体的样本数</a:t>
            </a: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/</a:t>
            </a: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总样本数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30000"/>
              </a:lnSpc>
              <a:spcBef>
                <a:spcPts val="601"/>
              </a:spcBef>
              <a:spcAft>
                <a:spcPts val="601"/>
              </a:spcAft>
              <a:buClr>
                <a:srgbClr val="006C39"/>
              </a:buClr>
              <a:buFont typeface="Wingdings" charset="2"/>
              <a:buChar char=""/>
            </a:pP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容差：连续参数量化到</a:t>
            </a: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256</a:t>
            </a: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级，精度取</a:t>
            </a: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3</a:t>
            </a:r>
            <a:r>
              <a:rPr lang="zh-CN" sz="22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级。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8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指标：符号与公式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pic>
        <p:nvPicPr>
          <p:cNvPr id="1149" name="Picture 9" descr="f1.png"/>
          <p:cNvPicPr/>
          <p:nvPr/>
        </p:nvPicPr>
        <p:blipFill>
          <a:blip r:embed="rId1"/>
          <a:stretch/>
        </p:blipFill>
        <p:spPr>
          <a:xfrm>
            <a:off x="914400" y="1783080"/>
            <a:ext cx="2375640" cy="50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0" name="Picture 10" descr="f2.png"/>
          <p:cNvPicPr/>
          <p:nvPr/>
        </p:nvPicPr>
        <p:blipFill>
          <a:blip r:embed="rId2"/>
          <a:stretch/>
        </p:blipFill>
        <p:spPr>
          <a:xfrm>
            <a:off x="914400" y="2468880"/>
            <a:ext cx="4256640" cy="54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1" name="Picture 11" descr="f3.png"/>
          <p:cNvPicPr/>
          <p:nvPr/>
        </p:nvPicPr>
        <p:blipFill>
          <a:blip r:embed="rId3"/>
          <a:stretch/>
        </p:blipFill>
        <p:spPr>
          <a:xfrm>
            <a:off x="914400" y="3154680"/>
            <a:ext cx="1680120" cy="4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2" name="Picture 12" descr="f4.png"/>
          <p:cNvPicPr/>
          <p:nvPr/>
        </p:nvPicPr>
        <p:blipFill>
          <a:blip r:embed="rId4"/>
          <a:stretch/>
        </p:blipFill>
        <p:spPr>
          <a:xfrm>
            <a:off x="914400" y="3703320"/>
            <a:ext cx="4188600" cy="410400"/>
          </a:xfrm>
          <a:prstGeom prst="rect">
            <a:avLst/>
          </a:prstGeom>
          <a:noFill/>
          <a:ln w="0">
            <a:noFill/>
          </a:ln>
        </p:spPr>
      </p:pic>
    </p:spTree>
  </p:cSld>
  <p:transition spd="med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3" name="组合 2"/>
          <p:cNvGrpSpPr/>
          <p:nvPr/>
        </p:nvGrpSpPr>
        <p:grpSpPr>
          <a:xfrm>
            <a:off x="5891760" y="3000240"/>
            <a:ext cx="4377240" cy="856440"/>
            <a:chOff x="5891760" y="3000240"/>
            <a:chExt cx="4377240" cy="856440"/>
          </a:xfrm>
        </p:grpSpPr>
        <p:sp>
          <p:nvSpPr>
            <p:cNvPr id="1154" name="文本框 18"/>
            <p:cNvSpPr/>
            <p:nvPr/>
          </p:nvSpPr>
          <p:spPr>
            <a:xfrm>
              <a:off x="6853680" y="3105720"/>
              <a:ext cx="3415320" cy="64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zh-CN" sz="3600" b="1" u="none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实现与验证</a:t>
              </a:r>
              <a:endPara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5" name="椭圆 19"/>
            <p:cNvSpPr/>
            <p:nvPr/>
          </p:nvSpPr>
          <p:spPr>
            <a:xfrm>
              <a:off x="5891760" y="3000240"/>
              <a:ext cx="856440" cy="8564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lang="en-US" sz="4000" b="1" u="none" strike="noStrike">
                  <a:solidFill>
                    <a:schemeClr val="lt1"/>
                  </a:solidFill>
                  <a:effectLst/>
                  <a:uFillTx/>
                  <a:latin typeface="Consolas"/>
                  <a:ea typeface="Consolas"/>
                </a:rPr>
                <a:t>3</a:t>
              </a:r>
              <a:endPara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p:transition spd="med">
    <p:pull dir="r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环境与数据名单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graphicFrame>
        <p:nvGraphicFramePr>
          <p:cNvPr id="1157" name="表格 120"/>
          <p:cNvGraphicFramePr/>
          <p:nvPr/>
        </p:nvGraphicFramePr>
        <p:xfrm>
          <a:off x="1344240" y="1348920"/>
          <a:ext cx="9502200" cy="4563000"/>
        </p:xfrm>
        <a:graphic>
          <a:graphicData uri="http://schemas.openxmlformats.org/drawingml/2006/table">
            <a:tbl>
              <a:tblPr/>
              <a:tblGrid>
                <a:gridCol w="2070720"/>
                <a:gridCol w="2320920"/>
                <a:gridCol w="1676160"/>
                <a:gridCol w="1828800"/>
                <a:gridCol w="1605960"/>
              </a:tblGrid>
              <a:tr h="5443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类别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648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18720">
                      <a:solidFill>
                        <a:srgbClr val="006C39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项目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noFill/>
                      <a:prstDash val="solid"/>
                    </a:lnL>
                    <a:lnR w="648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18720">
                      <a:solidFill>
                        <a:srgbClr val="006C39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内容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noFill/>
                      <a:prstDash val="solid"/>
                    </a:lnL>
                    <a:lnR w="648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18720">
                      <a:solidFill>
                        <a:srgbClr val="006C39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版本</a:t>
                      </a:r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/</a:t>
                      </a:r>
                      <a:r>
                        <a:rPr lang="zh-CN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规模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noFill/>
                      <a:prstDash val="solid"/>
                    </a:lnL>
                    <a:lnR w="648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18720">
                      <a:solidFill>
                        <a:srgbClr val="006C39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备注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18720">
                      <a:solidFill>
                        <a:srgbClr val="006C39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</a:tr>
              <a:tr h="485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环境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系统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Ubuntu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26.04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6480">
                      <a:noFill/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CUDA12.8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</a:tr>
              <a:tr h="485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环境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语言</a:t>
                      </a: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/</a:t>
                      </a: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框架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Python/PyTorch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3.9/2.8.0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torch2.8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</a:tr>
              <a:tr h="485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环境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几何内核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pythonocc-core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7.9.0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OpenCASCADE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</a:tr>
              <a:tr h="485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环境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权重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官方预训练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epoch1000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ckpt_epoch1000.pth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</a:tr>
              <a:tr h="485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数据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M1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cad_json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20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清洗后保留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</a:tr>
              <a:tr h="485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数据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M2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cad_vec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100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97</a:t>
                      </a: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个</a:t>
                      </a: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STEP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</a:tr>
              <a:tr h="485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数据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M3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cad_vec+pc_cad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1000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999</a:t>
                      </a:r>
                      <a:r>
                        <a:rPr lang="zh-CN" sz="18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微软雅黑"/>
                          <a:ea typeface="微软雅黑"/>
                        </a:rPr>
                        <a:t>个真值点云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transition spd="med">
    <p:pull dir="r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M1·</a:t>
            </a: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三个零件与建模步骤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1159" name="矩形 54"/>
          <p:cNvSpPr/>
          <p:nvPr/>
        </p:nvSpPr>
        <p:spPr>
          <a:xfrm>
            <a:off x="1465920" y="1252080"/>
            <a:ext cx="9259200" cy="14504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65240" rotWithShape="0" sx="101000" sy="10100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1160" name="矩形 56"/>
          <p:cNvSpPr/>
          <p:nvPr/>
        </p:nvSpPr>
        <p:spPr>
          <a:xfrm>
            <a:off x="1465920" y="2826720"/>
            <a:ext cx="9259200" cy="14504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65240" rotWithShape="0" sx="101000" sy="10100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1161" name="矩形 58"/>
          <p:cNvSpPr/>
          <p:nvPr/>
        </p:nvSpPr>
        <p:spPr>
          <a:xfrm>
            <a:off x="1465920" y="4386600"/>
            <a:ext cx="9259200" cy="14504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65240" rotWithShape="0" sx="101000" sy="10100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1162" name="文本占位符 11"/>
          <p:cNvSpPr/>
          <p:nvPr/>
        </p:nvSpPr>
        <p:spPr>
          <a:xfrm>
            <a:off x="4957200" y="1877040"/>
            <a:ext cx="551700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zh-CN" sz="1800" b="0" u="none" spc="300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矩形</a:t>
            </a:r>
            <a:r>
              <a:rPr lang="en-US" sz="1800" b="0" u="none" spc="300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+1/4</a:t>
            </a:r>
            <a:r>
              <a:rPr lang="zh-CN" sz="1800" b="0" u="none" spc="300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圆弧缺口，一次拉伸。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3" name="文本占位符 6"/>
          <p:cNvSpPr/>
          <p:nvPr/>
        </p:nvSpPr>
        <p:spPr>
          <a:xfrm>
            <a:off x="4913640" y="1426320"/>
            <a:ext cx="465012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1" u="none" spc="300" strike="noStrike">
                <a:solidFill>
                  <a:schemeClr val="accent1"/>
                </a:solidFill>
                <a:effectLst/>
                <a:uFillTx/>
                <a:latin typeface="Consolas"/>
                <a:ea typeface="Consolas"/>
              </a:rPr>
              <a:t>00000061·</a:t>
            </a:r>
            <a:r>
              <a:rPr lang="zh-CN" sz="2800" b="1" u="none" spc="300" strike="noStrike">
                <a:solidFill>
                  <a:schemeClr val="accent1"/>
                </a:solidFill>
                <a:effectLst/>
                <a:uFillTx/>
                <a:latin typeface="Consolas"/>
                <a:ea typeface="Consolas"/>
              </a:rPr>
              <a:t>带缺口的板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4" name="文本框 65"/>
          <p:cNvSpPr/>
          <p:nvPr/>
        </p:nvSpPr>
        <p:spPr>
          <a:xfrm>
            <a:off x="4245120" y="1585440"/>
            <a:ext cx="384120" cy="6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20000"/>
              </a:lnSpc>
            </a:pPr>
            <a:r>
              <a:rPr lang="en-US" sz="4000" b="1" u="none" spc="300" strike="noStrike">
                <a:solidFill>
                  <a:schemeClr val="accent4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65" name="直接连接符 66"/>
          <p:cNvCxnSpPr/>
          <p:nvPr/>
        </p:nvCxnSpPr>
        <p:spPr>
          <a:xfrm flipH="1">
            <a:off x="4411080" y="1923480"/>
            <a:ext cx="318240" cy="51624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sp>
        <p:nvSpPr>
          <p:cNvPr id="1166" name="文本占位符 11"/>
          <p:cNvSpPr/>
          <p:nvPr/>
        </p:nvSpPr>
        <p:spPr>
          <a:xfrm>
            <a:off x="4957200" y="3448080"/>
            <a:ext cx="551700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zh-CN" sz="1800" b="0" u="none" spc="300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一堆草</a:t>
            </a:r>
            <a:r>
              <a:rPr lang="zh-CN" sz="1800" b="0" u="none" spc="300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图，两次</a:t>
            </a:r>
            <a:r>
              <a:rPr lang="zh-CN" sz="1800" b="0" u="none" spc="300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拉伸。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7" name="文本占位符 6"/>
          <p:cNvSpPr/>
          <p:nvPr/>
        </p:nvSpPr>
        <p:spPr>
          <a:xfrm>
            <a:off x="4913640" y="2997360"/>
            <a:ext cx="465012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1" u="none" spc="300" strike="noStrike">
                <a:solidFill>
                  <a:schemeClr val="accent1"/>
                </a:solidFill>
                <a:effectLst/>
                <a:uFillTx/>
                <a:latin typeface="Consolas"/>
                <a:ea typeface="Consolas"/>
              </a:rPr>
              <a:t>00000069·</a:t>
            </a:r>
            <a:r>
              <a:rPr lang="zh-CN" sz="2800" b="1" u="none" spc="300" strike="noStrike">
                <a:solidFill>
                  <a:schemeClr val="accent1"/>
                </a:solidFill>
                <a:effectLst/>
                <a:uFillTx/>
                <a:latin typeface="Consolas"/>
                <a:ea typeface="Consolas"/>
              </a:rPr>
              <a:t>带槽孔的支架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8" name="文本框 69"/>
          <p:cNvSpPr/>
          <p:nvPr/>
        </p:nvSpPr>
        <p:spPr>
          <a:xfrm>
            <a:off x="4245120" y="3156480"/>
            <a:ext cx="384120" cy="6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20000"/>
              </a:lnSpc>
            </a:pPr>
            <a:r>
              <a:rPr lang="en-US" sz="4000" b="1" u="none" spc="300" strike="noStrike">
                <a:solidFill>
                  <a:schemeClr val="accent4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69" name="直接连接符 70"/>
          <p:cNvCxnSpPr/>
          <p:nvPr/>
        </p:nvCxnSpPr>
        <p:spPr>
          <a:xfrm flipH="1">
            <a:off x="4411080" y="3494520"/>
            <a:ext cx="318240" cy="51624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sp>
        <p:nvSpPr>
          <p:cNvPr id="1170" name="文本占位符 11"/>
          <p:cNvSpPr/>
          <p:nvPr/>
        </p:nvSpPr>
        <p:spPr>
          <a:xfrm>
            <a:off x="4957200" y="5051520"/>
            <a:ext cx="551700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just"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zh-CN" sz="1800" b="0" u="none" spc="300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由多段圆弧与直线组成的截面，一次拉伸。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1" name="文本占位符 6"/>
          <p:cNvSpPr/>
          <p:nvPr/>
        </p:nvSpPr>
        <p:spPr>
          <a:xfrm>
            <a:off x="4913640" y="4600440"/>
            <a:ext cx="465012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1" u="none" spc="300" strike="noStrike">
                <a:solidFill>
                  <a:schemeClr val="accent1"/>
                </a:solidFill>
                <a:effectLst/>
                <a:uFillTx/>
                <a:latin typeface="Consolas"/>
                <a:ea typeface="Consolas"/>
              </a:rPr>
              <a:t>00000070·S</a:t>
            </a:r>
            <a:r>
              <a:rPr lang="zh-CN" sz="2800" b="1" u="none" spc="300" strike="noStrike">
                <a:solidFill>
                  <a:schemeClr val="accent1"/>
                </a:solidFill>
                <a:effectLst/>
                <a:uFillTx/>
                <a:latin typeface="Consolas"/>
                <a:ea typeface="Consolas"/>
              </a:rPr>
              <a:t>形弯杆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2" name="文本框 73"/>
          <p:cNvSpPr/>
          <p:nvPr/>
        </p:nvSpPr>
        <p:spPr>
          <a:xfrm>
            <a:off x="4245120" y="4759920"/>
            <a:ext cx="384120" cy="6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20000"/>
              </a:lnSpc>
            </a:pPr>
            <a:r>
              <a:rPr lang="en-US" sz="4000" b="1" u="none" spc="300" strike="noStrike">
                <a:solidFill>
                  <a:schemeClr val="accent4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73" name="直接连接符 74"/>
          <p:cNvCxnSpPr/>
          <p:nvPr/>
        </p:nvCxnSpPr>
        <p:spPr>
          <a:xfrm flipH="1">
            <a:off x="4411080" y="5097600"/>
            <a:ext cx="318240" cy="51624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cxnSp>
        <p:nvCxnSpPr>
          <p:cNvPr id="1174" name="直接连接符 55"/>
          <p:cNvCxnSpPr/>
          <p:nvPr/>
        </p:nvCxnSpPr>
        <p:spPr>
          <a:xfrm>
            <a:off x="3910320" y="1252080"/>
            <a:ext cx="1080" cy="1452600"/>
          </a:xfrm>
          <a:prstGeom prst="straightConnector1">
            <a:avLst/>
          </a:prstGeom>
          <a:ln w="57150">
            <a:solidFill>
              <a:srgbClr val="A13F0B"/>
            </a:solidFill>
            <a:round/>
          </a:ln>
        </p:spPr>
      </p:cxnSp>
      <p:cxnSp>
        <p:nvCxnSpPr>
          <p:cNvPr id="1175" name="直接连接符 57"/>
          <p:cNvCxnSpPr/>
          <p:nvPr/>
        </p:nvCxnSpPr>
        <p:spPr>
          <a:xfrm>
            <a:off x="3910320" y="2826720"/>
            <a:ext cx="1080" cy="1452240"/>
          </a:xfrm>
          <a:prstGeom prst="straightConnector1">
            <a:avLst/>
          </a:prstGeom>
          <a:ln w="57150">
            <a:solidFill>
              <a:srgbClr val="A13F0B"/>
            </a:solidFill>
            <a:round/>
          </a:ln>
        </p:spPr>
      </p:cxnSp>
      <p:cxnSp>
        <p:nvCxnSpPr>
          <p:cNvPr id="1176" name="直接连接符 59"/>
          <p:cNvCxnSpPr/>
          <p:nvPr/>
        </p:nvCxnSpPr>
        <p:spPr>
          <a:xfrm>
            <a:off x="3908160" y="4386600"/>
            <a:ext cx="1080" cy="1452240"/>
          </a:xfrm>
          <a:prstGeom prst="straightConnector1">
            <a:avLst/>
          </a:prstGeom>
          <a:ln w="57150">
            <a:solidFill>
              <a:srgbClr val="A13F0B"/>
            </a:solidFill>
            <a:round/>
          </a:ln>
        </p:spPr>
      </p:cxnSp>
      <p:pic>
        <p:nvPicPr>
          <p:cNvPr id="1177" name="Picture 75" descr="00000061.png"/>
          <p:cNvPicPr/>
          <p:nvPr/>
        </p:nvPicPr>
        <p:blipFill>
          <a:blip r:embed="rId1"/>
          <a:stretch/>
        </p:blipFill>
        <p:spPr>
          <a:xfrm>
            <a:off x="1757520" y="1252800"/>
            <a:ext cx="1852920" cy="144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8" name="Picture 76" descr="00000069.png"/>
          <p:cNvPicPr/>
          <p:nvPr/>
        </p:nvPicPr>
        <p:blipFill>
          <a:blip r:embed="rId2"/>
          <a:stretch/>
        </p:blipFill>
        <p:spPr>
          <a:xfrm>
            <a:off x="1465200" y="2918520"/>
            <a:ext cx="2437200" cy="126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9" name="Picture 77" descr="00000070.png"/>
          <p:cNvPicPr/>
          <p:nvPr/>
        </p:nvPicPr>
        <p:blipFill>
          <a:blip r:embed="rId3"/>
          <a:stretch/>
        </p:blipFill>
        <p:spPr>
          <a:xfrm>
            <a:off x="1989000" y="4387320"/>
            <a:ext cx="1396800" cy="1449720"/>
          </a:xfrm>
          <a:prstGeom prst="rect">
            <a:avLst/>
          </a:prstGeom>
          <a:noFill/>
          <a:ln w="0">
            <a:noFill/>
          </a:ln>
        </p:spPr>
      </p:pic>
    </p:spTree>
  </p:cSld>
  <p:transition spd="med">
    <p:pull dir="r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M1 · </a:t>
            </a: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命令序列（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00000069</a:t>
            </a: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，原文）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1181" name="矩形 2"/>
          <p:cNvSpPr/>
          <p:nvPr/>
        </p:nvSpPr>
        <p:spPr>
          <a:xfrm>
            <a:off x="403200" y="849600"/>
            <a:ext cx="11379240" cy="5182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65240" rotWithShape="0" sx="101000" sy="10100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微软雅黑"/>
            </a:endParaRPr>
          </a:p>
        </p:txBody>
      </p:sp>
      <p:sp>
        <p:nvSpPr>
          <p:cNvPr id="1182" name="TextBox 7"/>
          <p:cNvSpPr/>
          <p:nvPr/>
        </p:nvSpPr>
        <p:spPr>
          <a:xfrm>
            <a:off x="630720" y="1005840"/>
            <a:ext cx="5494680" cy="47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#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操作序列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: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共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3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步  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(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长度单位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: mm)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#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曲线顺序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: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已重排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(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左下角起点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+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逆时针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[0] Sketch    'Sketch 1'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profile JGi  loop0: 6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条曲线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[ 0] L  Line3D     (7.50, -10.00) -&gt; (10.00, -10.00)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[ 1] L  Line3D     (10.00, -10.00) -&gt; (10.00, 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[ 2] L  Line3D     (10.00, 10.00) -&gt; (7.50, 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[ 3] L  Line3D     (7.50, 10.00) -&gt; (7.50, 7.50)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[ 4] L  Line3D     (7.50, 7.50) -&gt; (7.50, -7.50)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[ 5] L  Line3D     (7.50, -7.50) -&gt; (7.50, -10.00)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profile JGK  loop0: 4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条曲线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[ 0] L  Line3D     (-7.50, 10.00) -&gt; (7.50, 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[ 1] L  Line3D     (7.50, 10.00) -&gt; (7.50, 15.00)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[ 2] L  Line3D     (7.50, 15.00) -&gt; (-7.50, 15.00)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[ 3] L  Line3D     (-7.50, 15.00) -&gt; (-7.50, 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profile JGm  loop0: 10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条曲线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[ 0] A  Arc3D      (-32.50, -10.00) -&gt; (-27.50, -15.00)  center=(-27.50, -10.00) r=5.00 sweep=90.0°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[ 1] L  Line3D     (-27.50, -15.00) -&gt; (-7.50, -15.00)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[ 2] L  Line3D     (-7.50, -15.00) -&gt; (-7.50, -10.00)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[ 3] L  Line3D     (-7.50, -10.00) -&gt; (-10.00, -10.00)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[ 4] L  Line3D     (-10.00, -10.00) -&gt; (-10.00, 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[ 5] L  Line3D     (-10.00, 10.00) -&gt; (-7.50, 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[ 6] L  Line3D     (-7.50, 10.00) -&gt; (-7.50, 15.00)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[ 7] L  Line3D     (-7.50, 15.00) -&gt; (-27.50, 15.00)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[ 8] A  Arc3D      (-27.50, 15.00) -&gt; (-32.50, 10.00)  center=(-27.50, 10.00) r=5.00 sweep=90.0°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[ 9] L  Line3D     (-32.50, 10.00) -&gt; (-32.50, -10.00)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profile JGm  loop1: 1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条曲线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[ 0] R  Circle3D   center=(-25.00, 0.00) r=2.54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profile JGO  loop0: 4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条曲线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[ 0] L  Line3D     (-7.50, -15.00) -&gt; (7.50, -15.00)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[ 1] L  Line3D     (7.50, -15.00) -&gt; (7.50, -10.00)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[ 2] L  Line3D     (7.50, -10.00) -&gt; (-7.50, -10.00)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[ 3] L  Line3D     (-7.50, -10.00) -&gt; (-7.50, -15.00)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profile JGa  loop0: 4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条曲线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[ 0] L  Line3D     (-7.50, -10.00) -&gt; (7.50, -10.00)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[ 1] L  Line3D     (7.50, -10.00) -&gt; (7.50, -7.50)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[ 2] L  Line3D     (7.50, -7.50) -&gt; (-7.50, -7.50)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[ 3] L  Line3D     (-7.50, -7.50) -&gt; (-7.50, -10.00)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profile JGC  loop0: 1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条曲线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[ 0] R  Circle3D   center=(-25.00, 0.00) r=2.54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profile JGe  loop0: 6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条曲线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[ 0] L  Line3D     (-10.00, -10.00) -&gt; (-7.50, -10.00)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Box 8"/>
          <p:cNvSpPr/>
          <p:nvPr/>
        </p:nvSpPr>
        <p:spPr>
          <a:xfrm>
            <a:off x="6172200" y="849600"/>
            <a:ext cx="5518080" cy="520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[ 1] L  Line3D     (-7.50,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-10.00) -&gt; (-7.50, -7.50)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[ 2] L  Line3D     (-7.50,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-7.50) -&gt; (-7.50, 7.50)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[ 3] L  Line3D     (-7.50,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7.50) -&gt; (-7.50, 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[ 4] L  Line3D     (-7.50,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10.00) -&gt; (-10.00, 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[ 5] L  Line3D     (-10.00,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10.00) -&gt; (-10.00, -10.00)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profile JGG  loop0: 1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条曲线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[ 0] R  Circle3D  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center=(25.00, 0.00) r=2.54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profile JGq  loop0: 10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条曲线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[ 0] L  Line3D     (7.50,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-15.00) -&gt; (27.50, -15.00)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[ 1] A  Arc3D      (27.50,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-15.00) -&gt; (32.50, -10.00) 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center=(27.50, -10.00) r=5.00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sweep=90.0°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[ 2] L  Line3D     (32.50,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-10.00) -&gt; (32.50, 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[ 3] A  Arc3D      (32.50,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10.00) -&gt; (27.50, 15.00) 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center=(27.50, 10.00) r=5.00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sweep=90.0°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[ 4] L  Line3D     (27.50,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15.00) -&gt; (7.50, 15.00)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[ 5] L  Line3D     (7.50,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15.00) -&gt; (7.50, 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[ 6] L  Line3D     (7.50,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10.00) -&gt; (10.00, 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[ 7] L  Line3D     (10.00,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10.00) -&gt; (10.00, -10.00)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[ 8] L  Line3D     (10.00,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-10.00) -&gt; (7.50, -10.00)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[ 9] L  Line3D     (7.50,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-10.00) -&gt; (7.50, -15.00)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profile JGq  loop1: 1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条曲线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[ 0] R  Circle3D  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center=(25.00, 0.00) r=2.54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profile JGS  loop0: 4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条曲线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[ 0] L  Line3D     (-7.50,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-7.50) -&gt; (7.50, -7.50)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[ 1] L  Line3D     (7.50,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-7.50) -&gt; (7.50, 7.50)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[ 2] L  Line3D     (7.50,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7.50) -&gt; (-7.50, 7.50)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[ 3] L  Line3D     (-7.50,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7.50) -&gt; (-7.50, -7.50)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profile JGW  loop0: 4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条曲线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[ 0] L  Line3D     (-7.50,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7.50) -&gt; (7.50, 7.50)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[ 1] L  Line3D     (7.50,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7.50) -&gt; (7.50, 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[ 2] L  Line3D     (7.50,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10.00) -&gt; (-7.50, 10.00)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[ 3] L  Line3D     (-7.50,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10.00) -&gt; (-7.50, 7.50)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[1] ExtrudeFeature 'Extrude 1'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NewBody / OneSide  e1=2.00 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拉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FoxdciJZmsb6NDG_0.JGm,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FoxdciJZmsb6NDG_0.JGO,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FoxdciJZmsb6NDG_0.JGq,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FoxdciJZmsb6NDG_0.JGi,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FoxdciJZmsb6NDG_0.JGe,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FoxdciJZmsb6NDG_0.JGa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平面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transform (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来自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FoxdciJZmsb6NDG_0):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    原点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(px,py,pz) = (0.00,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0.00, 0.00) mm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    法向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z_axis = (0.000,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-1.000, 0.000)   x_axis = (1.000,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0.000, 0.000)   y_axis = (0.000,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0.000, 1.000)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[2] ExtrudeFeature 'Extrude 2'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NewBody / OneSide  e1=-2.00  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拉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FoxdciJZmsb6NDG_0.JGm,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FoxdciJZmsb6NDG_0.JGK,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FoxdciJZmsb6NDG_0.JGq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平面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transform (</a:t>
            </a:r>
            <a:r>
              <a:rPr lang="zh-CN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来自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FoxdciJZmsb6NDG_0):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    原点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(px,py,pz) = (0.00,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0.00, 0.00) mm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           法向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z_axis = (0.000,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-1.000, 0.000)   x_axis = (1.000,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0.000, 0.000)   y_axis = (0.000, </a:t>
            </a: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0.000, 1.000)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med">
    <p:pull dir="r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M2·</a:t>
            </a: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论文要点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grpSp>
        <p:nvGrpSpPr>
          <p:cNvPr id="1185" name="组合 10"/>
          <p:cNvGrpSpPr/>
          <p:nvPr/>
        </p:nvGrpSpPr>
        <p:grpSpPr>
          <a:xfrm>
            <a:off x="640800" y="1607400"/>
            <a:ext cx="2158920" cy="3916080"/>
            <a:chOff x="640800" y="1607400"/>
            <a:chExt cx="2158920" cy="3916080"/>
          </a:xfrm>
        </p:grpSpPr>
        <p:sp>
          <p:nvSpPr>
            <p:cNvPr id="1186" name="矩形 11"/>
            <p:cNvSpPr/>
            <p:nvPr/>
          </p:nvSpPr>
          <p:spPr>
            <a:xfrm>
              <a:off x="640800" y="2238840"/>
              <a:ext cx="718920" cy="7092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27000" rIns="90000" bIns="27000" anchor="ctr">
              <a:noAutofit/>
            </a:bodyPr>
            <a:p>
              <a:endParaRPr lang="en-US" sz="20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187" name="文本框 12"/>
            <p:cNvSpPr/>
            <p:nvPr/>
          </p:nvSpPr>
          <p:spPr>
            <a:xfrm>
              <a:off x="640800" y="1607400"/>
              <a:ext cx="2014920" cy="460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zh-CN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数据表示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8" name="文本框 13"/>
            <p:cNvSpPr/>
            <p:nvPr/>
          </p:nvSpPr>
          <p:spPr>
            <a:xfrm>
              <a:off x="640800" y="2542320"/>
              <a:ext cx="2158920" cy="298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45000" rIns="90000" bIns="45000" anchor="t">
              <a:noAutofit/>
            </a:bodyPr>
            <a:p>
              <a:pPr defTabSz="914400">
                <a:lnSpc>
                  <a:spcPct val="150000"/>
                </a:lnSpc>
                <a:tabLst>
                  <a:tab pos="0" algn="l"/>
                </a:tabLst>
              </a:pP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CAD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模型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=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命令序列；每条命令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16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个参数；归一化后量化成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256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级；补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EOS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到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Nc=60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。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89" name="组合 14"/>
          <p:cNvGrpSpPr/>
          <p:nvPr/>
        </p:nvGrpSpPr>
        <p:grpSpPr>
          <a:xfrm>
            <a:off x="5025600" y="1607400"/>
            <a:ext cx="2158920" cy="3916080"/>
            <a:chOff x="5025600" y="1607400"/>
            <a:chExt cx="2158920" cy="3916080"/>
          </a:xfrm>
        </p:grpSpPr>
        <p:sp>
          <p:nvSpPr>
            <p:cNvPr id="1190" name="矩形 15"/>
            <p:cNvSpPr/>
            <p:nvPr/>
          </p:nvSpPr>
          <p:spPr>
            <a:xfrm>
              <a:off x="5025600" y="2238840"/>
              <a:ext cx="718920" cy="7092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27000" rIns="90000" bIns="27000" anchor="ctr">
              <a:noAutofit/>
            </a:bodyPr>
            <a:p>
              <a:endParaRPr lang="en-US" sz="20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191" name="文本框 16"/>
            <p:cNvSpPr/>
            <p:nvPr/>
          </p:nvSpPr>
          <p:spPr>
            <a:xfrm>
              <a:off x="5025600" y="1607400"/>
              <a:ext cx="2014920" cy="460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zh-CN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模型流程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2" name="文本框 17"/>
            <p:cNvSpPr/>
            <p:nvPr/>
          </p:nvSpPr>
          <p:spPr>
            <a:xfrm>
              <a:off x="5025600" y="2542320"/>
              <a:ext cx="2158920" cy="298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45000" rIns="90000" bIns="45000" anchor="t">
              <a:noAutofit/>
            </a:bodyPr>
            <a:p>
              <a:pPr defTabSz="914400">
                <a:lnSpc>
                  <a:spcPct val="150000"/>
                </a:lnSpc>
                <a:tabLst>
                  <a:tab pos="0" algn="l"/>
                </a:tabLst>
              </a:pP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Transfo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rmer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自编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码器：命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令→嵌入→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编码器→隐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向量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z(256)→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解码器→重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建命令序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列。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93" name="组合 18"/>
          <p:cNvGrpSpPr/>
          <p:nvPr/>
        </p:nvGrpSpPr>
        <p:grpSpPr>
          <a:xfrm>
            <a:off x="9410400" y="1607400"/>
            <a:ext cx="2158920" cy="3916080"/>
            <a:chOff x="9410400" y="1607400"/>
            <a:chExt cx="2158920" cy="3916080"/>
          </a:xfrm>
        </p:grpSpPr>
        <p:sp>
          <p:nvSpPr>
            <p:cNvPr id="1194" name="矩形 19"/>
            <p:cNvSpPr/>
            <p:nvPr/>
          </p:nvSpPr>
          <p:spPr>
            <a:xfrm>
              <a:off x="9410400" y="2238840"/>
              <a:ext cx="718920" cy="7092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27000" rIns="90000" bIns="27000" anchor="ctr">
              <a:noAutofit/>
            </a:bodyPr>
            <a:p>
              <a:endParaRPr lang="en-US" sz="20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195" name="文本框 20"/>
            <p:cNvSpPr/>
            <p:nvPr/>
          </p:nvSpPr>
          <p:spPr>
            <a:xfrm>
              <a:off x="9410400" y="1607400"/>
              <a:ext cx="2014920" cy="460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zh-CN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重建评价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6" name="文本框 21"/>
            <p:cNvSpPr/>
            <p:nvPr/>
          </p:nvSpPr>
          <p:spPr>
            <a:xfrm>
              <a:off x="9410400" y="2542320"/>
              <a:ext cx="2158920" cy="298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45000" rIns="90000" bIns="45000" anchor="t">
              <a:noAutofit/>
            </a:bodyPr>
            <a:p>
              <a:pPr defTabSz="914400">
                <a:lnSpc>
                  <a:spcPct val="150000"/>
                </a:lnSpc>
                <a:tabLst>
                  <a:tab pos="0" algn="l"/>
                </a:tabLst>
              </a:pP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命令准确率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ACC_cmd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、参数准确率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ACC_param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、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ChamferDistance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、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InvalidRatio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。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97" name="right-arrow_339913"/>
          <p:cNvSpPr/>
          <p:nvPr/>
        </p:nvSpPr>
        <p:spPr>
          <a:xfrm>
            <a:off x="3520080" y="2950200"/>
            <a:ext cx="608760" cy="607320"/>
          </a:xfrm>
          <a:custGeom>
            <a:avLst/>
            <a:gdLst>
              <a:gd name="textAreaLeft" fmla="*/ 0 w 608760"/>
              <a:gd name="textAreaRight" fmla="*/ 609840 w 608760"/>
              <a:gd name="textAreaTop" fmla="*/ 0 h 607320"/>
              <a:gd name="textAreaBottom" fmla="*/ 608400 h 607320"/>
              <a:gd name="GluePoint1X" fmla="*/ 312860 w 607729"/>
              <a:gd name="GluePoint1Y" fmla="*/ 3534 h 606561"/>
              <a:gd name="GluePoint2X" fmla="*/ 603991 w 607729"/>
              <a:gd name="GluePoint2Y" fmla="*/ 294222 h 606561"/>
              <a:gd name="GluePoint3X" fmla="*/ 603991 w 607729"/>
              <a:gd name="GluePoint3Y" fmla="*/ 312084 h 606561"/>
              <a:gd name="GluePoint4X" fmla="*/ 312860 w 607729"/>
              <a:gd name="GluePoint4Y" fmla="*/ 602772 h 606561"/>
              <a:gd name="GluePoint5X" fmla="*/ 312593 w 607729"/>
              <a:gd name="GluePoint5Y" fmla="*/ 602949 h 606561"/>
              <a:gd name="GluePoint6X" fmla="*/ 294792 w 607729"/>
              <a:gd name="GluePoint6Y" fmla="*/ 602772 h 606561"/>
              <a:gd name="GluePoint7X" fmla="*/ 295059 w 607729"/>
              <a:gd name="GluePoint7Y" fmla="*/ 584909 h 606561"/>
              <a:gd name="GluePoint8X" fmla="*/ 577201 w 607729"/>
              <a:gd name="GluePoint8Y" fmla="*/ 303108 h 606561"/>
              <a:gd name="GluePoint9X" fmla="*/ 295059 w 607729"/>
              <a:gd name="GluePoint9Y" fmla="*/ 21308 h 606561"/>
              <a:gd name="GluePoint10X" fmla="*/ 295059 w 607729"/>
              <a:gd name="GluePoint10Y" fmla="*/ 3800 h 606561"/>
              <a:gd name="GluePoint11X" fmla="*/ 312860 w 607729"/>
              <a:gd name="GluePoint11Y" fmla="*/ 3534 h 606561"/>
              <a:gd name="GluePoint12X" fmla="*/ 21707 w 607729"/>
              <a:gd name="GluePoint12Y" fmla="*/ 3534 h 606561"/>
              <a:gd name="GluePoint13X" fmla="*/ 312838 w 607729"/>
              <a:gd name="GluePoint13Y" fmla="*/ 294222 h 606561"/>
              <a:gd name="GluePoint14X" fmla="*/ 312838 w 607729"/>
              <a:gd name="GluePoint14Y" fmla="*/ 312084 h 606561"/>
              <a:gd name="GluePoint15X" fmla="*/ 21707 w 607729"/>
              <a:gd name="GluePoint15Y" fmla="*/ 602772 h 606561"/>
              <a:gd name="GluePoint16X" fmla="*/ 21440 w 607729"/>
              <a:gd name="GluePoint16Y" fmla="*/ 602949 h 606561"/>
              <a:gd name="GluePoint17X" fmla="*/ 3639 w 607729"/>
              <a:gd name="GluePoint17Y" fmla="*/ 602772 h 606561"/>
              <a:gd name="GluePoint18X" fmla="*/ 3906 w 607729"/>
              <a:gd name="GluePoint18Y" fmla="*/ 584909 h 606561"/>
              <a:gd name="GluePoint19X" fmla="*/ 286047 w 607729"/>
              <a:gd name="GluePoint19Y" fmla="*/ 303197 h 606561"/>
              <a:gd name="GluePoint20X" fmla="*/ 3906 w 607729"/>
              <a:gd name="GluePoint20Y" fmla="*/ 21485 h 606561"/>
              <a:gd name="GluePoint21X" fmla="*/ 3906 w 607729"/>
              <a:gd name="GluePoint21Y" fmla="*/ 3889 h 606561"/>
              <a:gd name="GluePoint22X" fmla="*/ 21707 w 607729"/>
              <a:gd name="GluePoint22Y" fmla="*/ 3534 h 60656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</a:cxnLst>
            <a:rect l="textAreaLeft" t="textAreaTop" r="textAreaRight" b="textAreaBottom"/>
            <a:pathLst>
              <a:path w="607729" h="606561">
                <a:moveTo>
                  <a:pt x="312860" y="3534"/>
                </a:moveTo>
                <a:lnTo>
                  <a:pt x="603991" y="294222"/>
                </a:lnTo>
                <a:cubicBezTo>
                  <a:pt x="608975" y="299109"/>
                  <a:pt x="608975" y="307107"/>
                  <a:pt x="603991" y="312084"/>
                </a:cubicBezTo>
                <a:lnTo>
                  <a:pt x="312860" y="602772"/>
                </a:lnTo>
                <a:lnTo>
                  <a:pt x="312593" y="602949"/>
                </a:lnTo>
                <a:cubicBezTo>
                  <a:pt x="307698" y="607926"/>
                  <a:pt x="299688" y="607659"/>
                  <a:pt x="294792" y="602772"/>
                </a:cubicBezTo>
                <a:cubicBezTo>
                  <a:pt x="289808" y="597795"/>
                  <a:pt x="289986" y="589708"/>
                  <a:pt x="295059" y="584909"/>
                </a:cubicBezTo>
                <a:lnTo>
                  <a:pt x="577201" y="303108"/>
                </a:lnTo>
                <a:lnTo>
                  <a:pt x="295059" y="21308"/>
                </a:lnTo>
                <a:cubicBezTo>
                  <a:pt x="290342" y="16420"/>
                  <a:pt x="290342" y="8688"/>
                  <a:pt x="295059" y="3800"/>
                </a:cubicBezTo>
                <a:cubicBezTo>
                  <a:pt x="299866" y="-1176"/>
                  <a:pt x="307787" y="-1265"/>
                  <a:pt x="312860" y="3534"/>
                </a:cubicBezTo>
                <a:close/>
                <a:moveTo>
                  <a:pt x="21707" y="3534"/>
                </a:moveTo>
                <a:lnTo>
                  <a:pt x="312838" y="294222"/>
                </a:lnTo>
                <a:cubicBezTo>
                  <a:pt x="317822" y="299109"/>
                  <a:pt x="317822" y="307107"/>
                  <a:pt x="312838" y="312084"/>
                </a:cubicBezTo>
                <a:lnTo>
                  <a:pt x="21707" y="602772"/>
                </a:lnTo>
                <a:lnTo>
                  <a:pt x="21440" y="602949"/>
                </a:lnTo>
                <a:cubicBezTo>
                  <a:pt x="16544" y="607926"/>
                  <a:pt x="8534" y="607659"/>
                  <a:pt x="3639" y="602772"/>
                </a:cubicBezTo>
                <a:cubicBezTo>
                  <a:pt x="-1345" y="597795"/>
                  <a:pt x="-1167" y="589708"/>
                  <a:pt x="3906" y="584909"/>
                </a:cubicBezTo>
                <a:lnTo>
                  <a:pt x="286047" y="303197"/>
                </a:lnTo>
                <a:lnTo>
                  <a:pt x="3906" y="21485"/>
                </a:lnTo>
                <a:cubicBezTo>
                  <a:pt x="-811" y="16509"/>
                  <a:pt x="-811" y="8866"/>
                  <a:pt x="3906" y="3889"/>
                </a:cubicBezTo>
                <a:cubicBezTo>
                  <a:pt x="8712" y="-1176"/>
                  <a:pt x="16811" y="-1265"/>
                  <a:pt x="21707" y="3534"/>
                </a:cubicBezTo>
                <a:close/>
              </a:path>
            </a:pathLst>
          </a:cu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198" name="right-arrow_339913"/>
          <p:cNvSpPr/>
          <p:nvPr/>
        </p:nvSpPr>
        <p:spPr>
          <a:xfrm>
            <a:off x="7993080" y="2950200"/>
            <a:ext cx="608760" cy="607320"/>
          </a:xfrm>
          <a:custGeom>
            <a:avLst/>
            <a:gdLst>
              <a:gd name="textAreaLeft" fmla="*/ 0 w 608760"/>
              <a:gd name="textAreaRight" fmla="*/ 609840 w 608760"/>
              <a:gd name="textAreaTop" fmla="*/ 0 h 607320"/>
              <a:gd name="textAreaBottom" fmla="*/ 608400 h 607320"/>
              <a:gd name="GluePoint1X" fmla="*/ 312860 w 607729"/>
              <a:gd name="GluePoint1Y" fmla="*/ 3534 h 606561"/>
              <a:gd name="GluePoint2X" fmla="*/ 603991 w 607729"/>
              <a:gd name="GluePoint2Y" fmla="*/ 294222 h 606561"/>
              <a:gd name="GluePoint3X" fmla="*/ 603991 w 607729"/>
              <a:gd name="GluePoint3Y" fmla="*/ 312084 h 606561"/>
              <a:gd name="GluePoint4X" fmla="*/ 312860 w 607729"/>
              <a:gd name="GluePoint4Y" fmla="*/ 602772 h 606561"/>
              <a:gd name="GluePoint5X" fmla="*/ 312593 w 607729"/>
              <a:gd name="GluePoint5Y" fmla="*/ 602949 h 606561"/>
              <a:gd name="GluePoint6X" fmla="*/ 294792 w 607729"/>
              <a:gd name="GluePoint6Y" fmla="*/ 602772 h 606561"/>
              <a:gd name="GluePoint7X" fmla="*/ 295059 w 607729"/>
              <a:gd name="GluePoint7Y" fmla="*/ 584909 h 606561"/>
              <a:gd name="GluePoint8X" fmla="*/ 577201 w 607729"/>
              <a:gd name="GluePoint8Y" fmla="*/ 303108 h 606561"/>
              <a:gd name="GluePoint9X" fmla="*/ 295059 w 607729"/>
              <a:gd name="GluePoint9Y" fmla="*/ 21308 h 606561"/>
              <a:gd name="GluePoint10X" fmla="*/ 295059 w 607729"/>
              <a:gd name="GluePoint10Y" fmla="*/ 3800 h 606561"/>
              <a:gd name="GluePoint11X" fmla="*/ 312860 w 607729"/>
              <a:gd name="GluePoint11Y" fmla="*/ 3534 h 606561"/>
              <a:gd name="GluePoint12X" fmla="*/ 21707 w 607729"/>
              <a:gd name="GluePoint12Y" fmla="*/ 3534 h 606561"/>
              <a:gd name="GluePoint13X" fmla="*/ 312838 w 607729"/>
              <a:gd name="GluePoint13Y" fmla="*/ 294222 h 606561"/>
              <a:gd name="GluePoint14X" fmla="*/ 312838 w 607729"/>
              <a:gd name="GluePoint14Y" fmla="*/ 312084 h 606561"/>
              <a:gd name="GluePoint15X" fmla="*/ 21707 w 607729"/>
              <a:gd name="GluePoint15Y" fmla="*/ 602772 h 606561"/>
              <a:gd name="GluePoint16X" fmla="*/ 21440 w 607729"/>
              <a:gd name="GluePoint16Y" fmla="*/ 602949 h 606561"/>
              <a:gd name="GluePoint17X" fmla="*/ 3639 w 607729"/>
              <a:gd name="GluePoint17Y" fmla="*/ 602772 h 606561"/>
              <a:gd name="GluePoint18X" fmla="*/ 3906 w 607729"/>
              <a:gd name="GluePoint18Y" fmla="*/ 584909 h 606561"/>
              <a:gd name="GluePoint19X" fmla="*/ 286047 w 607729"/>
              <a:gd name="GluePoint19Y" fmla="*/ 303197 h 606561"/>
              <a:gd name="GluePoint20X" fmla="*/ 3906 w 607729"/>
              <a:gd name="GluePoint20Y" fmla="*/ 21485 h 606561"/>
              <a:gd name="GluePoint21X" fmla="*/ 3906 w 607729"/>
              <a:gd name="GluePoint21Y" fmla="*/ 3889 h 606561"/>
              <a:gd name="GluePoint22X" fmla="*/ 21707 w 607729"/>
              <a:gd name="GluePoint22Y" fmla="*/ 3534 h 60656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</a:cxnLst>
            <a:rect l="textAreaLeft" t="textAreaTop" r="textAreaRight" b="textAreaBottom"/>
            <a:pathLst>
              <a:path w="607729" h="606561">
                <a:moveTo>
                  <a:pt x="312860" y="3534"/>
                </a:moveTo>
                <a:lnTo>
                  <a:pt x="603991" y="294222"/>
                </a:lnTo>
                <a:cubicBezTo>
                  <a:pt x="608975" y="299109"/>
                  <a:pt x="608975" y="307107"/>
                  <a:pt x="603991" y="312084"/>
                </a:cubicBezTo>
                <a:lnTo>
                  <a:pt x="312860" y="602772"/>
                </a:lnTo>
                <a:lnTo>
                  <a:pt x="312593" y="602949"/>
                </a:lnTo>
                <a:cubicBezTo>
                  <a:pt x="307698" y="607926"/>
                  <a:pt x="299688" y="607659"/>
                  <a:pt x="294792" y="602772"/>
                </a:cubicBezTo>
                <a:cubicBezTo>
                  <a:pt x="289808" y="597795"/>
                  <a:pt x="289986" y="589708"/>
                  <a:pt x="295059" y="584909"/>
                </a:cubicBezTo>
                <a:lnTo>
                  <a:pt x="577201" y="303108"/>
                </a:lnTo>
                <a:lnTo>
                  <a:pt x="295059" y="21308"/>
                </a:lnTo>
                <a:cubicBezTo>
                  <a:pt x="290342" y="16420"/>
                  <a:pt x="290342" y="8688"/>
                  <a:pt x="295059" y="3800"/>
                </a:cubicBezTo>
                <a:cubicBezTo>
                  <a:pt x="299866" y="-1176"/>
                  <a:pt x="307787" y="-1265"/>
                  <a:pt x="312860" y="3534"/>
                </a:cubicBezTo>
                <a:close/>
                <a:moveTo>
                  <a:pt x="21707" y="3534"/>
                </a:moveTo>
                <a:lnTo>
                  <a:pt x="312838" y="294222"/>
                </a:lnTo>
                <a:cubicBezTo>
                  <a:pt x="317822" y="299109"/>
                  <a:pt x="317822" y="307107"/>
                  <a:pt x="312838" y="312084"/>
                </a:cubicBezTo>
                <a:lnTo>
                  <a:pt x="21707" y="602772"/>
                </a:lnTo>
                <a:lnTo>
                  <a:pt x="21440" y="602949"/>
                </a:lnTo>
                <a:cubicBezTo>
                  <a:pt x="16544" y="607926"/>
                  <a:pt x="8534" y="607659"/>
                  <a:pt x="3639" y="602772"/>
                </a:cubicBezTo>
                <a:cubicBezTo>
                  <a:pt x="-1345" y="597795"/>
                  <a:pt x="-1167" y="589708"/>
                  <a:pt x="3906" y="584909"/>
                </a:cubicBezTo>
                <a:lnTo>
                  <a:pt x="286047" y="303197"/>
                </a:lnTo>
                <a:lnTo>
                  <a:pt x="3906" y="21485"/>
                </a:lnTo>
                <a:cubicBezTo>
                  <a:pt x="-811" y="16509"/>
                  <a:pt x="-811" y="8866"/>
                  <a:pt x="3906" y="3889"/>
                </a:cubicBezTo>
                <a:cubicBezTo>
                  <a:pt x="8712" y="-1176"/>
                  <a:pt x="16811" y="-1265"/>
                  <a:pt x="21707" y="3534"/>
                </a:cubicBezTo>
                <a:close/>
              </a:path>
            </a:pathLst>
          </a:cu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transition spd="med">
    <p:pull dir="r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本人编写内容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1200" name="矩形 31"/>
          <p:cNvSpPr/>
          <p:nvPr/>
        </p:nvSpPr>
        <p:spPr>
          <a:xfrm>
            <a:off x="829800" y="1236240"/>
            <a:ext cx="5194440" cy="2230920"/>
          </a:xfrm>
          <a:prstGeom prst="rect">
            <a:avLst/>
          </a:prstGeom>
          <a:noFill/>
          <a:ln w="28575">
            <a:solidFill>
              <a:srgbClr val="006C3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201" name="矩形 32"/>
          <p:cNvSpPr/>
          <p:nvPr/>
        </p:nvSpPr>
        <p:spPr>
          <a:xfrm>
            <a:off x="829800" y="3598560"/>
            <a:ext cx="5194440" cy="2230920"/>
          </a:xfrm>
          <a:prstGeom prst="rect">
            <a:avLst/>
          </a:prstGeom>
          <a:noFill/>
          <a:ln w="28575">
            <a:solidFill>
              <a:srgbClr val="006C3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202" name="矩形 33"/>
          <p:cNvSpPr/>
          <p:nvPr/>
        </p:nvSpPr>
        <p:spPr>
          <a:xfrm>
            <a:off x="6181920" y="1236240"/>
            <a:ext cx="5194440" cy="2230920"/>
          </a:xfrm>
          <a:prstGeom prst="rect">
            <a:avLst/>
          </a:prstGeom>
          <a:noFill/>
          <a:ln w="28575">
            <a:solidFill>
              <a:srgbClr val="006C3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203" name="矩形 34"/>
          <p:cNvSpPr/>
          <p:nvPr/>
        </p:nvSpPr>
        <p:spPr>
          <a:xfrm>
            <a:off x="6181920" y="3598560"/>
            <a:ext cx="5194440" cy="2230920"/>
          </a:xfrm>
          <a:prstGeom prst="rect">
            <a:avLst/>
          </a:prstGeom>
          <a:noFill/>
          <a:ln w="28575">
            <a:solidFill>
              <a:srgbClr val="006C3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204" name="文本框 35"/>
          <p:cNvSpPr/>
          <p:nvPr/>
        </p:nvSpPr>
        <p:spPr>
          <a:xfrm>
            <a:off x="1677600" y="1564200"/>
            <a:ext cx="3498840" cy="70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4000" b="1" u="none" spc="300" strike="noStrike">
                <a:solidFill>
                  <a:schemeClr val="accent4"/>
                </a:solidFill>
                <a:effectLst/>
                <a:uFillTx/>
                <a:latin typeface="Consolas"/>
                <a:ea typeface="Consolas"/>
              </a:rPr>
              <a:t>数据整理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5" name="文本框 36"/>
          <p:cNvSpPr/>
          <p:nvPr/>
        </p:nvSpPr>
        <p:spPr>
          <a:xfrm>
            <a:off x="1677600" y="3943440"/>
            <a:ext cx="3498120" cy="70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4000" b="1" u="none" spc="300" strike="noStrike">
                <a:solidFill>
                  <a:schemeClr val="accent4"/>
                </a:solidFill>
                <a:effectLst/>
                <a:uFillTx/>
                <a:latin typeface="Consolas"/>
                <a:ea typeface="Consolas"/>
              </a:rPr>
              <a:t>评价</a:t>
            </a:r>
            <a:r>
              <a:rPr lang="zh-CN" sz="4000" b="1" u="none" spc="300" strike="noStrike">
                <a:solidFill>
                  <a:schemeClr val="accent4"/>
                </a:solidFill>
                <a:effectLst/>
                <a:uFillTx/>
                <a:latin typeface="Consolas"/>
                <a:ea typeface="Consolas"/>
              </a:rPr>
              <a:t>程序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6" name="文本框 37"/>
          <p:cNvSpPr/>
          <p:nvPr/>
        </p:nvSpPr>
        <p:spPr>
          <a:xfrm>
            <a:off x="7030440" y="1564200"/>
            <a:ext cx="3498120" cy="70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4000" b="1" u="none" spc="300" strike="noStrike">
                <a:solidFill>
                  <a:schemeClr val="accent4"/>
                </a:solidFill>
                <a:effectLst/>
                <a:uFillTx/>
                <a:latin typeface="Consolas"/>
                <a:ea typeface="Consolas"/>
              </a:rPr>
              <a:t>重建脚本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7" name="文本框 38"/>
          <p:cNvSpPr/>
          <p:nvPr/>
        </p:nvSpPr>
        <p:spPr>
          <a:xfrm>
            <a:off x="7030440" y="3937320"/>
            <a:ext cx="3498120" cy="64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3600" b="1" u="none" spc="300" strike="noStrike">
                <a:solidFill>
                  <a:schemeClr val="accent4"/>
                </a:solidFill>
                <a:effectLst/>
                <a:uFillTx/>
                <a:latin typeface="Consolas"/>
                <a:ea typeface="Consolas"/>
              </a:rPr>
              <a:t>官方</a:t>
            </a:r>
            <a:r>
              <a:rPr lang="en-US" sz="3600" b="1" u="none" spc="300" strike="noStrike">
                <a:solidFill>
                  <a:schemeClr val="accent4"/>
                </a:solidFill>
                <a:effectLst/>
                <a:uFillTx/>
                <a:latin typeface="Consolas"/>
                <a:ea typeface="Consolas"/>
              </a:rPr>
              <a:t>/</a:t>
            </a:r>
            <a:r>
              <a:rPr lang="zh-CN" sz="3600" b="1" u="none" spc="300" strike="noStrike">
                <a:solidFill>
                  <a:schemeClr val="accent4"/>
                </a:solidFill>
                <a:effectLst/>
                <a:uFillTx/>
                <a:latin typeface="Consolas"/>
                <a:ea typeface="Consolas"/>
              </a:rPr>
              <a:t>复用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8" name="文本框 39"/>
          <p:cNvSpPr/>
          <p:nvPr/>
        </p:nvSpPr>
        <p:spPr>
          <a:xfrm>
            <a:off x="1199160" y="2409480"/>
            <a:ext cx="447948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just" defTabSz="914400">
              <a:lnSpc>
                <a:spcPct val="130000"/>
              </a:lnSpc>
            </a:pPr>
            <a:r>
              <a:rPr lang="zh-CN" sz="18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样本筛选、命令统计、清洗规则与统计表。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9" name="文本框 40"/>
          <p:cNvSpPr/>
          <p:nvPr/>
        </p:nvSpPr>
        <p:spPr>
          <a:xfrm>
            <a:off x="1199160" y="4776120"/>
            <a:ext cx="447948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0000"/>
              </a:lnSpc>
            </a:pPr>
            <a:r>
              <a:rPr lang="en-US" sz="18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ACC/</a:t>
            </a:r>
            <a:r>
              <a:rPr lang="zh-CN" sz="18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成功率</a:t>
            </a:r>
            <a:r>
              <a:rPr lang="en-US" sz="18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/CD</a:t>
            </a:r>
            <a:r>
              <a:rPr lang="zh-CN" sz="18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的口径与实现，按长度分组统计。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0" name="文本框 41"/>
          <p:cNvSpPr/>
          <p:nvPr/>
        </p:nvSpPr>
        <p:spPr>
          <a:xfrm>
            <a:off x="6527520" y="2409480"/>
            <a:ext cx="447948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0000"/>
              </a:lnSpc>
            </a:pPr>
            <a:r>
              <a:rPr lang="zh-CN" sz="18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更改</a:t>
            </a:r>
            <a:r>
              <a:rPr lang="en-US" sz="18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test.py</a:t>
            </a:r>
            <a:r>
              <a:rPr lang="zh-CN" sz="18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参数，实现只推理指定抽取数据。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1" name="文本框 42"/>
          <p:cNvSpPr/>
          <p:nvPr/>
        </p:nvSpPr>
        <p:spPr>
          <a:xfrm>
            <a:off x="6527520" y="4776120"/>
            <a:ext cx="447948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0000"/>
              </a:lnSpc>
            </a:pPr>
            <a:r>
              <a:rPr lang="en-US" sz="18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vec2CADsolid</a:t>
            </a:r>
            <a:r>
              <a:rPr lang="zh-CN" sz="18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、</a:t>
            </a:r>
            <a:r>
              <a:rPr lang="en-US" sz="18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test.py</a:t>
            </a:r>
            <a:r>
              <a:rPr lang="zh-CN" sz="18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、</a:t>
            </a:r>
            <a:r>
              <a:rPr lang="en-US" sz="18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json2pc</a:t>
            </a:r>
            <a:r>
              <a:rPr lang="zh-CN" sz="18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用官方实现，未改源码。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12" name="组合 43"/>
          <p:cNvGrpSpPr/>
          <p:nvPr/>
        </p:nvGrpSpPr>
        <p:grpSpPr>
          <a:xfrm>
            <a:off x="10818360" y="3722760"/>
            <a:ext cx="466920" cy="466920"/>
            <a:chOff x="10818360" y="3722760"/>
            <a:chExt cx="466920" cy="466920"/>
          </a:xfrm>
        </p:grpSpPr>
        <p:sp>
          <p:nvSpPr>
            <p:cNvPr id="1213" name="Freeform 48"/>
            <p:cNvSpPr/>
            <p:nvPr/>
          </p:nvSpPr>
          <p:spPr>
            <a:xfrm>
              <a:off x="10818360" y="3722760"/>
              <a:ext cx="466920" cy="466920"/>
            </a:xfrm>
            <a:custGeom>
              <a:avLst/>
              <a:gdLst>
                <a:gd name="textAreaLeft" fmla="*/ 0 w 466920"/>
                <a:gd name="textAreaRight" fmla="*/ 468000 w 466920"/>
                <a:gd name="textAreaTop" fmla="*/ 0 h 466920"/>
                <a:gd name="textAreaBottom" fmla="*/ 468000 h 466920"/>
                <a:gd name="GluePoint1X" fmla="*/ 116 w 128"/>
                <a:gd name="GluePoint1Y" fmla="*/ 77 h 128"/>
                <a:gd name="GluePoint2X" fmla="*/ 128 w 128"/>
                <a:gd name="GluePoint2Y" fmla="*/ 50 h 128"/>
                <a:gd name="GluePoint3X" fmla="*/ 116 w 128"/>
                <a:gd name="GluePoint3Y" fmla="*/ 49 h 128"/>
                <a:gd name="GluePoint4X" fmla="*/ 111 w 128"/>
                <a:gd name="GluePoint4Y" fmla="*/ 36 h 128"/>
                <a:gd name="GluePoint5X" fmla="*/ 100 w 128"/>
                <a:gd name="GluePoint5Y" fmla="*/ 9 h 128"/>
                <a:gd name="GluePoint6X" fmla="*/ 91 w 128"/>
                <a:gd name="GluePoint6Y" fmla="*/ 16 h 128"/>
                <a:gd name="GluePoint7X" fmla="*/ 77 w 128"/>
                <a:gd name="GluePoint7Y" fmla="*/ 11 h 128"/>
                <a:gd name="GluePoint8X" fmla="*/ 51 w 128"/>
                <a:gd name="GluePoint8Y" fmla="*/ 0 h 128"/>
                <a:gd name="GluePoint9X" fmla="*/ 50 w 128"/>
                <a:gd name="GluePoint9Y" fmla="*/ 11 h 128"/>
                <a:gd name="GluePoint10X" fmla="*/ 36 w 128"/>
                <a:gd name="GluePoint10Y" fmla="*/ 17 h 128"/>
                <a:gd name="GluePoint11X" fmla="*/ 9 w 128"/>
                <a:gd name="GluePoint11Y" fmla="*/ 28 h 128"/>
                <a:gd name="GluePoint12X" fmla="*/ 17 w 128"/>
                <a:gd name="GluePoint12Y" fmla="*/ 37 h 128"/>
                <a:gd name="GluePoint13X" fmla="*/ 11 w 128"/>
                <a:gd name="GluePoint13Y" fmla="*/ 50 h 128"/>
                <a:gd name="GluePoint14X" fmla="*/ 0 w 128"/>
                <a:gd name="GluePoint14Y" fmla="*/ 77 h 128"/>
                <a:gd name="GluePoint15X" fmla="*/ 12 w 128"/>
                <a:gd name="GluePoint15Y" fmla="*/ 78 h 128"/>
                <a:gd name="GluePoint16X" fmla="*/ 17 w 128"/>
                <a:gd name="GluePoint16Y" fmla="*/ 91 h 128"/>
                <a:gd name="GluePoint17X" fmla="*/ 28 w 128"/>
                <a:gd name="GluePoint17Y" fmla="*/ 118 h 128"/>
                <a:gd name="GluePoint18X" fmla="*/ 37 w 128"/>
                <a:gd name="GluePoint18Y" fmla="*/ 111 h 128"/>
                <a:gd name="GluePoint19X" fmla="*/ 51 w 128"/>
                <a:gd name="GluePoint19Y" fmla="*/ 116 h 128"/>
                <a:gd name="GluePoint20X" fmla="*/ 77 w 128"/>
                <a:gd name="GluePoint20Y" fmla="*/ 128 h 128"/>
                <a:gd name="GluePoint21X" fmla="*/ 78 w 128"/>
                <a:gd name="GluePoint21Y" fmla="*/ 116 h 128"/>
                <a:gd name="GluePoint22X" fmla="*/ 92 w 128"/>
                <a:gd name="GluePoint22Y" fmla="*/ 110 h 128"/>
                <a:gd name="GluePoint23X" fmla="*/ 119 w 128"/>
                <a:gd name="GluePoint23Y" fmla="*/ 99 h 128"/>
                <a:gd name="GluePoint24X" fmla="*/ 111 w 128"/>
                <a:gd name="GluePoint24Y" fmla="*/ 90 h 128"/>
                <a:gd name="GluePoint25X" fmla="*/ 112 w 128"/>
                <a:gd name="GluePoint25Y" fmla="*/ 99 h 128"/>
                <a:gd name="GluePoint26X" fmla="*/ 92 w 128"/>
                <a:gd name="GluePoint26Y" fmla="*/ 105 h 128"/>
                <a:gd name="GluePoint27X" fmla="*/ 77 w 128"/>
                <a:gd name="GluePoint27Y" fmla="*/ 111 h 128"/>
                <a:gd name="GluePoint28X" fmla="*/ 73 w 128"/>
                <a:gd name="GluePoint28Y" fmla="*/ 123 h 128"/>
                <a:gd name="GluePoint29X" fmla="*/ 55 w 128"/>
                <a:gd name="GluePoint29Y" fmla="*/ 113 h 128"/>
                <a:gd name="GluePoint30X" fmla="*/ 40 w 128"/>
                <a:gd name="GluePoint30Y" fmla="*/ 107 h 128"/>
                <a:gd name="GluePoint31X" fmla="*/ 28 w 128"/>
                <a:gd name="GluePoint31Y" fmla="*/ 112 h 128"/>
                <a:gd name="GluePoint32X" fmla="*/ 23 w 128"/>
                <a:gd name="GluePoint32Y" fmla="*/ 92 h 128"/>
                <a:gd name="GluePoint33X" fmla="*/ 16 w 128"/>
                <a:gd name="GluePoint33Y" fmla="*/ 77 h 128"/>
                <a:gd name="GluePoint34X" fmla="*/ 5 w 128"/>
                <a:gd name="GluePoint34Y" fmla="*/ 72 h 128"/>
                <a:gd name="GluePoint35X" fmla="*/ 15 w 128"/>
                <a:gd name="GluePoint35Y" fmla="*/ 55 h 128"/>
                <a:gd name="GluePoint36X" fmla="*/ 21 w 128"/>
                <a:gd name="GluePoint36Y" fmla="*/ 39 h 128"/>
                <a:gd name="GluePoint37X" fmla="*/ 16 w 128"/>
                <a:gd name="GluePoint37Y" fmla="*/ 28 h 128"/>
                <a:gd name="GluePoint38X" fmla="*/ 36 w 128"/>
                <a:gd name="GluePoint38Y" fmla="*/ 23 h 128"/>
                <a:gd name="GluePoint39X" fmla="*/ 51 w 128"/>
                <a:gd name="GluePoint39Y" fmla="*/ 16 h 128"/>
                <a:gd name="GluePoint40X" fmla="*/ 55 w 128"/>
                <a:gd name="GluePoint40Y" fmla="*/ 4 h 128"/>
                <a:gd name="GluePoint41X" fmla="*/ 73 w 128"/>
                <a:gd name="GluePoint41Y" fmla="*/ 15 h 128"/>
                <a:gd name="GluePoint42X" fmla="*/ 88 w 128"/>
                <a:gd name="GluePoint42Y" fmla="*/ 20 h 128"/>
                <a:gd name="GluePoint43X" fmla="*/ 100 w 128"/>
                <a:gd name="GluePoint43Y" fmla="*/ 15 h 128"/>
                <a:gd name="GluePoint44X" fmla="*/ 105 w 128"/>
                <a:gd name="GluePoint44Y" fmla="*/ 35 h 128"/>
                <a:gd name="GluePoint45X" fmla="*/ 112 w 128"/>
                <a:gd name="GluePoint45Y" fmla="*/ 50 h 128"/>
                <a:gd name="GluePoint46X" fmla="*/ 123 w 128"/>
                <a:gd name="GluePoint46Y" fmla="*/ 55 h 128"/>
                <a:gd name="GluePoint47X" fmla="*/ 113 w 128"/>
                <a:gd name="GluePoint47Y" fmla="*/ 72 h 128"/>
                <a:gd name="GluePoint48X" fmla="*/ 107 w 128"/>
                <a:gd name="GluePoint48Y" fmla="*/ 88 h 128"/>
                <a:gd name="GluePoint49X" fmla="*/ 112 w 128"/>
                <a:gd name="GluePoint49Y" fmla="*/ 99 h 12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  <a:cxn ang="0">
                  <a:pos x="GluePoint34X" y="GluePoint34Y"/>
                </a:cxn>
                <a:cxn ang="0">
                  <a:pos x="GluePoint35X" y="GluePoint35Y"/>
                </a:cxn>
                <a:cxn ang="0">
                  <a:pos x="GluePoint36X" y="GluePoint36Y"/>
                </a:cxn>
                <a:cxn ang="0">
                  <a:pos x="GluePoint37X" y="GluePoint37Y"/>
                </a:cxn>
                <a:cxn ang="0">
                  <a:pos x="GluePoint38X" y="GluePoint38Y"/>
                </a:cxn>
                <a:cxn ang="0">
                  <a:pos x="GluePoint39X" y="GluePoint39Y"/>
                </a:cxn>
                <a:cxn ang="0">
                  <a:pos x="GluePoint40X" y="GluePoint40Y"/>
                </a:cxn>
                <a:cxn ang="0">
                  <a:pos x="GluePoint41X" y="GluePoint41Y"/>
                </a:cxn>
                <a:cxn ang="0">
                  <a:pos x="GluePoint42X" y="GluePoint42Y"/>
                </a:cxn>
                <a:cxn ang="0">
                  <a:pos x="GluePoint43X" y="GluePoint43Y"/>
                </a:cxn>
                <a:cxn ang="0">
                  <a:pos x="GluePoint44X" y="GluePoint44Y"/>
                </a:cxn>
                <a:cxn ang="0">
                  <a:pos x="GluePoint45X" y="GluePoint45Y"/>
                </a:cxn>
                <a:cxn ang="0">
                  <a:pos x="GluePoint46X" y="GluePoint46Y"/>
                </a:cxn>
                <a:cxn ang="0">
                  <a:pos x="GluePoint47X" y="GluePoint47Y"/>
                </a:cxn>
                <a:cxn ang="0">
                  <a:pos x="GluePoint48X" y="GluePoint48Y"/>
                </a:cxn>
                <a:cxn ang="0">
                  <a:pos x="GluePoint49X" y="GluePoint49Y"/>
                </a:cxn>
              </a:cxnLst>
              <a:rect l="textAreaLeft" t="textAreaTop" r="textAreaRight" b="textAreaBottom"/>
              <a:pathLst>
                <a:path w="128" h="128">
                  <a:moveTo>
                    <a:pt x="116" y="78"/>
                  </a:moveTo>
                  <a:cubicBezTo>
                    <a:pt x="116" y="77"/>
                    <a:pt x="116" y="77"/>
                    <a:pt x="116" y="77"/>
                  </a:cubicBezTo>
                  <a:cubicBezTo>
                    <a:pt x="128" y="77"/>
                    <a:pt x="128" y="77"/>
                    <a:pt x="128" y="77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5" y="45"/>
                    <a:pt x="113" y="41"/>
                    <a:pt x="111" y="37"/>
                  </a:cubicBezTo>
                  <a:cubicBezTo>
                    <a:pt x="111" y="36"/>
                    <a:pt x="111" y="36"/>
                    <a:pt x="111" y="36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00" y="9"/>
                    <a:pt x="100" y="9"/>
                    <a:pt x="100" y="9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7" y="14"/>
                    <a:pt x="83" y="13"/>
                    <a:pt x="78" y="11"/>
                  </a:cubicBezTo>
                  <a:cubicBezTo>
                    <a:pt x="77" y="11"/>
                    <a:pt x="77" y="11"/>
                    <a:pt x="77" y="11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51" y="0"/>
                    <a:pt x="51" y="0"/>
                    <a:pt x="51" y="0"/>
                  </a:cubicBezTo>
                  <a:cubicBezTo>
                    <a:pt x="51" y="11"/>
                    <a:pt x="51" y="11"/>
                    <a:pt x="51" y="11"/>
                  </a:cubicBezTo>
                  <a:cubicBezTo>
                    <a:pt x="50" y="11"/>
                    <a:pt x="50" y="11"/>
                    <a:pt x="50" y="11"/>
                  </a:cubicBezTo>
                  <a:cubicBezTo>
                    <a:pt x="45" y="13"/>
                    <a:pt x="41" y="14"/>
                    <a:pt x="37" y="16"/>
                  </a:cubicBezTo>
                  <a:cubicBezTo>
                    <a:pt x="36" y="17"/>
                    <a:pt x="36" y="17"/>
                    <a:pt x="36" y="17"/>
                  </a:cubicBezTo>
                  <a:cubicBezTo>
                    <a:pt x="28" y="9"/>
                    <a:pt x="28" y="9"/>
                    <a:pt x="28" y="9"/>
                  </a:cubicBezTo>
                  <a:cubicBezTo>
                    <a:pt x="9" y="28"/>
                    <a:pt x="9" y="28"/>
                    <a:pt x="9" y="28"/>
                  </a:cubicBezTo>
                  <a:cubicBezTo>
                    <a:pt x="17" y="36"/>
                    <a:pt x="17" y="36"/>
                    <a:pt x="17" y="36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5" y="41"/>
                    <a:pt x="13" y="45"/>
                    <a:pt x="12" y="49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0" y="50"/>
                    <a:pt x="0" y="50"/>
                    <a:pt x="0" y="50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11" y="77"/>
                    <a:pt x="11" y="77"/>
                    <a:pt x="11" y="77"/>
                  </a:cubicBezTo>
                  <a:cubicBezTo>
                    <a:pt x="12" y="78"/>
                    <a:pt x="12" y="78"/>
                    <a:pt x="12" y="78"/>
                  </a:cubicBezTo>
                  <a:cubicBezTo>
                    <a:pt x="13" y="82"/>
                    <a:pt x="15" y="86"/>
                    <a:pt x="17" y="90"/>
                  </a:cubicBezTo>
                  <a:cubicBezTo>
                    <a:pt x="17" y="91"/>
                    <a:pt x="17" y="91"/>
                    <a:pt x="17" y="91"/>
                  </a:cubicBezTo>
                  <a:cubicBezTo>
                    <a:pt x="9" y="99"/>
                    <a:pt x="9" y="99"/>
                    <a:pt x="9" y="99"/>
                  </a:cubicBezTo>
                  <a:cubicBezTo>
                    <a:pt x="28" y="118"/>
                    <a:pt x="28" y="118"/>
                    <a:pt x="28" y="118"/>
                  </a:cubicBezTo>
                  <a:cubicBezTo>
                    <a:pt x="36" y="110"/>
                    <a:pt x="36" y="110"/>
                    <a:pt x="36" y="110"/>
                  </a:cubicBezTo>
                  <a:cubicBezTo>
                    <a:pt x="37" y="111"/>
                    <a:pt x="37" y="111"/>
                    <a:pt x="37" y="111"/>
                  </a:cubicBezTo>
                  <a:cubicBezTo>
                    <a:pt x="41" y="113"/>
                    <a:pt x="45" y="115"/>
                    <a:pt x="50" y="116"/>
                  </a:cubicBezTo>
                  <a:cubicBezTo>
                    <a:pt x="51" y="116"/>
                    <a:pt x="51" y="116"/>
                    <a:pt x="51" y="116"/>
                  </a:cubicBezTo>
                  <a:cubicBezTo>
                    <a:pt x="51" y="128"/>
                    <a:pt x="51" y="128"/>
                    <a:pt x="51" y="128"/>
                  </a:cubicBezTo>
                  <a:cubicBezTo>
                    <a:pt x="77" y="128"/>
                    <a:pt x="77" y="128"/>
                    <a:pt x="77" y="128"/>
                  </a:cubicBezTo>
                  <a:cubicBezTo>
                    <a:pt x="77" y="116"/>
                    <a:pt x="77" y="116"/>
                    <a:pt x="77" y="116"/>
                  </a:cubicBezTo>
                  <a:cubicBezTo>
                    <a:pt x="78" y="116"/>
                    <a:pt x="78" y="116"/>
                    <a:pt x="78" y="116"/>
                  </a:cubicBezTo>
                  <a:cubicBezTo>
                    <a:pt x="83" y="115"/>
                    <a:pt x="87" y="113"/>
                    <a:pt x="91" y="111"/>
                  </a:cubicBezTo>
                  <a:cubicBezTo>
                    <a:pt x="92" y="110"/>
                    <a:pt x="92" y="110"/>
                    <a:pt x="92" y="110"/>
                  </a:cubicBezTo>
                  <a:cubicBezTo>
                    <a:pt x="100" y="118"/>
                    <a:pt x="100" y="118"/>
                    <a:pt x="100" y="118"/>
                  </a:cubicBezTo>
                  <a:cubicBezTo>
                    <a:pt x="119" y="99"/>
                    <a:pt x="119" y="99"/>
                    <a:pt x="119" y="99"/>
                  </a:cubicBezTo>
                  <a:cubicBezTo>
                    <a:pt x="111" y="91"/>
                    <a:pt x="111" y="91"/>
                    <a:pt x="111" y="91"/>
                  </a:cubicBezTo>
                  <a:cubicBezTo>
                    <a:pt x="111" y="90"/>
                    <a:pt x="111" y="90"/>
                    <a:pt x="111" y="90"/>
                  </a:cubicBezTo>
                  <a:cubicBezTo>
                    <a:pt x="113" y="86"/>
                    <a:pt x="115" y="82"/>
                    <a:pt x="116" y="78"/>
                  </a:cubicBezTo>
                  <a:close/>
                  <a:moveTo>
                    <a:pt x="112" y="99"/>
                  </a:moveTo>
                  <a:cubicBezTo>
                    <a:pt x="100" y="112"/>
                    <a:pt x="100" y="112"/>
                    <a:pt x="100" y="112"/>
                  </a:cubicBezTo>
                  <a:cubicBezTo>
                    <a:pt x="92" y="105"/>
                    <a:pt x="92" y="105"/>
                    <a:pt x="92" y="105"/>
                  </a:cubicBezTo>
                  <a:cubicBezTo>
                    <a:pt x="88" y="107"/>
                    <a:pt x="88" y="107"/>
                    <a:pt x="88" y="107"/>
                  </a:cubicBezTo>
                  <a:cubicBezTo>
                    <a:pt x="85" y="109"/>
                    <a:pt x="81" y="110"/>
                    <a:pt x="77" y="111"/>
                  </a:cubicBezTo>
                  <a:cubicBezTo>
                    <a:pt x="73" y="113"/>
                    <a:pt x="73" y="113"/>
                    <a:pt x="73" y="113"/>
                  </a:cubicBezTo>
                  <a:cubicBezTo>
                    <a:pt x="73" y="123"/>
                    <a:pt x="73" y="123"/>
                    <a:pt x="73" y="123"/>
                  </a:cubicBezTo>
                  <a:cubicBezTo>
                    <a:pt x="55" y="123"/>
                    <a:pt x="55" y="123"/>
                    <a:pt x="55" y="123"/>
                  </a:cubicBezTo>
                  <a:cubicBezTo>
                    <a:pt x="55" y="113"/>
                    <a:pt x="55" y="113"/>
                    <a:pt x="55" y="113"/>
                  </a:cubicBezTo>
                  <a:cubicBezTo>
                    <a:pt x="51" y="111"/>
                    <a:pt x="51" y="111"/>
                    <a:pt x="51" y="111"/>
                  </a:cubicBezTo>
                  <a:cubicBezTo>
                    <a:pt x="47" y="110"/>
                    <a:pt x="43" y="109"/>
                    <a:pt x="40" y="107"/>
                  </a:cubicBezTo>
                  <a:cubicBezTo>
                    <a:pt x="36" y="105"/>
                    <a:pt x="36" y="105"/>
                    <a:pt x="36" y="105"/>
                  </a:cubicBezTo>
                  <a:cubicBezTo>
                    <a:pt x="28" y="112"/>
                    <a:pt x="28" y="112"/>
                    <a:pt x="28" y="112"/>
                  </a:cubicBezTo>
                  <a:cubicBezTo>
                    <a:pt x="16" y="99"/>
                    <a:pt x="16" y="99"/>
                    <a:pt x="16" y="99"/>
                  </a:cubicBezTo>
                  <a:cubicBezTo>
                    <a:pt x="23" y="92"/>
                    <a:pt x="23" y="92"/>
                    <a:pt x="23" y="92"/>
                  </a:cubicBezTo>
                  <a:cubicBezTo>
                    <a:pt x="21" y="88"/>
                    <a:pt x="21" y="88"/>
                    <a:pt x="21" y="88"/>
                  </a:cubicBezTo>
                  <a:cubicBezTo>
                    <a:pt x="19" y="85"/>
                    <a:pt x="17" y="81"/>
                    <a:pt x="16" y="77"/>
                  </a:cubicBezTo>
                  <a:cubicBezTo>
                    <a:pt x="15" y="72"/>
                    <a:pt x="15" y="72"/>
                    <a:pt x="15" y="72"/>
                  </a:cubicBezTo>
                  <a:cubicBezTo>
                    <a:pt x="5" y="72"/>
                    <a:pt x="5" y="72"/>
                    <a:pt x="5" y="72"/>
                  </a:cubicBezTo>
                  <a:cubicBezTo>
                    <a:pt x="5" y="55"/>
                    <a:pt x="5" y="55"/>
                    <a:pt x="5" y="55"/>
                  </a:cubicBezTo>
                  <a:cubicBezTo>
                    <a:pt x="15" y="55"/>
                    <a:pt x="15" y="55"/>
                    <a:pt x="15" y="55"/>
                  </a:cubicBezTo>
                  <a:cubicBezTo>
                    <a:pt x="16" y="50"/>
                    <a:pt x="16" y="50"/>
                    <a:pt x="16" y="50"/>
                  </a:cubicBezTo>
                  <a:cubicBezTo>
                    <a:pt x="17" y="46"/>
                    <a:pt x="19" y="43"/>
                    <a:pt x="21" y="39"/>
                  </a:cubicBezTo>
                  <a:cubicBezTo>
                    <a:pt x="23" y="35"/>
                    <a:pt x="23" y="35"/>
                    <a:pt x="23" y="35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28" y="15"/>
                    <a:pt x="28" y="15"/>
                    <a:pt x="28" y="15"/>
                  </a:cubicBezTo>
                  <a:cubicBezTo>
                    <a:pt x="36" y="23"/>
                    <a:pt x="36" y="23"/>
                    <a:pt x="36" y="23"/>
                  </a:cubicBezTo>
                  <a:cubicBezTo>
                    <a:pt x="40" y="20"/>
                    <a:pt x="40" y="20"/>
                    <a:pt x="40" y="20"/>
                  </a:cubicBezTo>
                  <a:cubicBezTo>
                    <a:pt x="43" y="18"/>
                    <a:pt x="47" y="17"/>
                    <a:pt x="51" y="16"/>
                  </a:cubicBezTo>
                  <a:cubicBezTo>
                    <a:pt x="55" y="15"/>
                    <a:pt x="55" y="15"/>
                    <a:pt x="55" y="15"/>
                  </a:cubicBezTo>
                  <a:cubicBezTo>
                    <a:pt x="55" y="4"/>
                    <a:pt x="55" y="4"/>
                    <a:pt x="55" y="4"/>
                  </a:cubicBezTo>
                  <a:cubicBezTo>
                    <a:pt x="73" y="4"/>
                    <a:pt x="73" y="4"/>
                    <a:pt x="73" y="4"/>
                  </a:cubicBezTo>
                  <a:cubicBezTo>
                    <a:pt x="73" y="15"/>
                    <a:pt x="73" y="15"/>
                    <a:pt x="73" y="15"/>
                  </a:cubicBezTo>
                  <a:cubicBezTo>
                    <a:pt x="77" y="16"/>
                    <a:pt x="77" y="16"/>
                    <a:pt x="77" y="16"/>
                  </a:cubicBezTo>
                  <a:cubicBezTo>
                    <a:pt x="81" y="17"/>
                    <a:pt x="85" y="18"/>
                    <a:pt x="88" y="20"/>
                  </a:cubicBezTo>
                  <a:cubicBezTo>
                    <a:pt x="92" y="23"/>
                    <a:pt x="92" y="23"/>
                    <a:pt x="92" y="23"/>
                  </a:cubicBezTo>
                  <a:cubicBezTo>
                    <a:pt x="100" y="15"/>
                    <a:pt x="100" y="15"/>
                    <a:pt x="100" y="15"/>
                  </a:cubicBezTo>
                  <a:cubicBezTo>
                    <a:pt x="112" y="28"/>
                    <a:pt x="112" y="28"/>
                    <a:pt x="112" y="28"/>
                  </a:cubicBezTo>
                  <a:cubicBezTo>
                    <a:pt x="105" y="35"/>
                    <a:pt x="105" y="35"/>
                    <a:pt x="105" y="35"/>
                  </a:cubicBezTo>
                  <a:cubicBezTo>
                    <a:pt x="107" y="39"/>
                    <a:pt x="107" y="39"/>
                    <a:pt x="107" y="39"/>
                  </a:cubicBezTo>
                  <a:cubicBezTo>
                    <a:pt x="109" y="43"/>
                    <a:pt x="111" y="46"/>
                    <a:pt x="112" y="50"/>
                  </a:cubicBezTo>
                  <a:cubicBezTo>
                    <a:pt x="113" y="55"/>
                    <a:pt x="113" y="55"/>
                    <a:pt x="113" y="55"/>
                  </a:cubicBezTo>
                  <a:cubicBezTo>
                    <a:pt x="123" y="55"/>
                    <a:pt x="123" y="55"/>
                    <a:pt x="123" y="55"/>
                  </a:cubicBezTo>
                  <a:cubicBezTo>
                    <a:pt x="123" y="72"/>
                    <a:pt x="123" y="72"/>
                    <a:pt x="123" y="72"/>
                  </a:cubicBezTo>
                  <a:cubicBezTo>
                    <a:pt x="113" y="72"/>
                    <a:pt x="113" y="72"/>
                    <a:pt x="113" y="72"/>
                  </a:cubicBezTo>
                  <a:cubicBezTo>
                    <a:pt x="112" y="77"/>
                    <a:pt x="112" y="77"/>
                    <a:pt x="112" y="77"/>
                  </a:cubicBezTo>
                  <a:cubicBezTo>
                    <a:pt x="111" y="81"/>
                    <a:pt x="109" y="85"/>
                    <a:pt x="107" y="88"/>
                  </a:cubicBezTo>
                  <a:cubicBezTo>
                    <a:pt x="105" y="92"/>
                    <a:pt x="105" y="92"/>
                    <a:pt x="105" y="92"/>
                  </a:cubicBezTo>
                  <a:lnTo>
                    <a:pt x="112" y="99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14" name="Freeform 49"/>
            <p:cNvSpPr/>
            <p:nvPr/>
          </p:nvSpPr>
          <p:spPr>
            <a:xfrm>
              <a:off x="10960920" y="3865320"/>
              <a:ext cx="178560" cy="178560"/>
            </a:xfrm>
            <a:custGeom>
              <a:avLst/>
              <a:gdLst>
                <a:gd name="textAreaLeft" fmla="*/ 0 w 178560"/>
                <a:gd name="textAreaRight" fmla="*/ 179640 w 178560"/>
                <a:gd name="textAreaTop" fmla="*/ 0 h 178560"/>
                <a:gd name="textAreaBottom" fmla="*/ 179640 h 178560"/>
                <a:gd name="GluePoint1X" fmla="*/ 25 w 49"/>
                <a:gd name="GluePoint1Y" fmla="*/ 0 h 49"/>
                <a:gd name="GluePoint2X" fmla="*/ 0 w 49"/>
                <a:gd name="GluePoint2Y" fmla="*/ 25 h 49"/>
                <a:gd name="GluePoint3X" fmla="*/ 25 w 49"/>
                <a:gd name="GluePoint3Y" fmla="*/ 49 h 49"/>
                <a:gd name="GluePoint4X" fmla="*/ 49 w 49"/>
                <a:gd name="GluePoint4Y" fmla="*/ 25 h 49"/>
                <a:gd name="GluePoint5X" fmla="*/ 25 w 49"/>
                <a:gd name="GluePoint5Y" fmla="*/ 0 h 49"/>
                <a:gd name="GluePoint6X" fmla="*/ 39 w 49"/>
                <a:gd name="GluePoint6Y" fmla="*/ 39 h 49"/>
                <a:gd name="GluePoint7X" fmla="*/ 25 w 49"/>
                <a:gd name="GluePoint7Y" fmla="*/ 45 h 49"/>
                <a:gd name="GluePoint8X" fmla="*/ 11 w 49"/>
                <a:gd name="GluePoint8Y" fmla="*/ 39 h 49"/>
                <a:gd name="GluePoint9X" fmla="*/ 5 w 49"/>
                <a:gd name="GluePoint9Y" fmla="*/ 25 h 49"/>
                <a:gd name="GluePoint10X" fmla="*/ 11 w 49"/>
                <a:gd name="GluePoint10Y" fmla="*/ 10 h 49"/>
                <a:gd name="GluePoint11X" fmla="*/ 25 w 49"/>
                <a:gd name="GluePoint11Y" fmla="*/ 5 h 49"/>
                <a:gd name="GluePoint12X" fmla="*/ 39 w 49"/>
                <a:gd name="GluePoint12Y" fmla="*/ 10 h 49"/>
                <a:gd name="GluePoint13X" fmla="*/ 45 w 49"/>
                <a:gd name="GluePoint13Y" fmla="*/ 25 h 49"/>
                <a:gd name="GluePoint14X" fmla="*/ 39 w 49"/>
                <a:gd name="GluePoint14Y" fmla="*/ 39 h 4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49" h="49">
                  <a:moveTo>
                    <a:pt x="25" y="0"/>
                  </a:moveTo>
                  <a:cubicBezTo>
                    <a:pt x="11" y="0"/>
                    <a:pt x="0" y="11"/>
                    <a:pt x="0" y="25"/>
                  </a:cubicBezTo>
                  <a:cubicBezTo>
                    <a:pt x="0" y="38"/>
                    <a:pt x="11" y="49"/>
                    <a:pt x="25" y="49"/>
                  </a:cubicBezTo>
                  <a:cubicBezTo>
                    <a:pt x="38" y="49"/>
                    <a:pt x="49" y="38"/>
                    <a:pt x="49" y="25"/>
                  </a:cubicBezTo>
                  <a:cubicBezTo>
                    <a:pt x="49" y="11"/>
                    <a:pt x="38" y="0"/>
                    <a:pt x="25" y="0"/>
                  </a:cubicBezTo>
                  <a:close/>
                  <a:moveTo>
                    <a:pt x="39" y="39"/>
                  </a:moveTo>
                  <a:cubicBezTo>
                    <a:pt x="35" y="43"/>
                    <a:pt x="30" y="45"/>
                    <a:pt x="25" y="45"/>
                  </a:cubicBezTo>
                  <a:cubicBezTo>
                    <a:pt x="20" y="45"/>
                    <a:pt x="15" y="43"/>
                    <a:pt x="11" y="39"/>
                  </a:cubicBezTo>
                  <a:cubicBezTo>
                    <a:pt x="7" y="35"/>
                    <a:pt x="5" y="30"/>
                    <a:pt x="5" y="25"/>
                  </a:cubicBezTo>
                  <a:cubicBezTo>
                    <a:pt x="5" y="19"/>
                    <a:pt x="7" y="14"/>
                    <a:pt x="11" y="10"/>
                  </a:cubicBezTo>
                  <a:cubicBezTo>
                    <a:pt x="15" y="7"/>
                    <a:pt x="20" y="5"/>
                    <a:pt x="25" y="5"/>
                  </a:cubicBezTo>
                  <a:cubicBezTo>
                    <a:pt x="30" y="5"/>
                    <a:pt x="35" y="7"/>
                    <a:pt x="39" y="10"/>
                  </a:cubicBezTo>
                  <a:cubicBezTo>
                    <a:pt x="43" y="14"/>
                    <a:pt x="45" y="19"/>
                    <a:pt x="45" y="25"/>
                  </a:cubicBezTo>
                  <a:cubicBezTo>
                    <a:pt x="45" y="30"/>
                    <a:pt x="43" y="35"/>
                    <a:pt x="39" y="39"/>
                  </a:cubicBez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89280" tIns="45000" rIns="8928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</p:grpSp>
      <p:grpSp>
        <p:nvGrpSpPr>
          <p:cNvPr id="1215" name="组合 54"/>
          <p:cNvGrpSpPr/>
          <p:nvPr/>
        </p:nvGrpSpPr>
        <p:grpSpPr>
          <a:xfrm>
            <a:off x="5465160" y="1363320"/>
            <a:ext cx="467280" cy="466920"/>
            <a:chOff x="5465160" y="1363320"/>
            <a:chExt cx="467280" cy="466920"/>
          </a:xfrm>
        </p:grpSpPr>
        <p:sp>
          <p:nvSpPr>
            <p:cNvPr id="1216" name="Freeform 146"/>
            <p:cNvSpPr/>
            <p:nvPr/>
          </p:nvSpPr>
          <p:spPr>
            <a:xfrm>
              <a:off x="5692320" y="1707840"/>
              <a:ext cx="12960" cy="122400"/>
            </a:xfrm>
            <a:custGeom>
              <a:avLst/>
              <a:gdLst>
                <a:gd name="textAreaLeft" fmla="*/ 0 w 12960"/>
                <a:gd name="textAreaRight" fmla="*/ 14040 w 12960"/>
                <a:gd name="textAreaTop" fmla="*/ 0 h 122400"/>
                <a:gd name="textAreaBottom" fmla="*/ 123480 h 122400"/>
                <a:gd name="GluePoint1X" fmla="*/ 2 w 4"/>
                <a:gd name="GluePoint1Y" fmla="*/ 0 h 34"/>
                <a:gd name="GluePoint2X" fmla="*/ 0 w 4"/>
                <a:gd name="GluePoint2Y" fmla="*/ 2 h 34"/>
                <a:gd name="GluePoint3X" fmla="*/ 0 w 4"/>
                <a:gd name="GluePoint3Y" fmla="*/ 32 h 34"/>
                <a:gd name="GluePoint4X" fmla="*/ 2 w 4"/>
                <a:gd name="GluePoint4Y" fmla="*/ 34 h 34"/>
                <a:gd name="GluePoint5X" fmla="*/ 4 w 4"/>
                <a:gd name="GluePoint5Y" fmla="*/ 32 h 34"/>
                <a:gd name="GluePoint6X" fmla="*/ 4 w 4"/>
                <a:gd name="GluePoint6Y" fmla="*/ 2 h 34"/>
                <a:gd name="GluePoint7X" fmla="*/ 2 w 4"/>
                <a:gd name="GluePoint7Y" fmla="*/ 0 h 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4" h="34">
                  <a:moveTo>
                    <a:pt x="2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2"/>
                    <a:pt x="0" y="32"/>
                    <a:pt x="0" y="32"/>
                  </a:cubicBezTo>
                  <a:cubicBezTo>
                    <a:pt x="0" y="33"/>
                    <a:pt x="1" y="34"/>
                    <a:pt x="2" y="34"/>
                  </a:cubicBezTo>
                  <a:cubicBezTo>
                    <a:pt x="3" y="34"/>
                    <a:pt x="4" y="33"/>
                    <a:pt x="4" y="32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1"/>
                    <a:pt x="3" y="0"/>
                    <a:pt x="2" y="0"/>
                  </a:cubicBez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6480" tIns="45000" rIns="648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17" name="Freeform 147"/>
            <p:cNvSpPr/>
            <p:nvPr/>
          </p:nvSpPr>
          <p:spPr>
            <a:xfrm>
              <a:off x="5692320" y="1363320"/>
              <a:ext cx="12960" cy="124200"/>
            </a:xfrm>
            <a:custGeom>
              <a:avLst/>
              <a:gdLst>
                <a:gd name="textAreaLeft" fmla="*/ 0 w 12960"/>
                <a:gd name="textAreaRight" fmla="*/ 14040 w 12960"/>
                <a:gd name="textAreaTop" fmla="*/ 0 h 124200"/>
                <a:gd name="textAreaBottom" fmla="*/ 125280 h 124200"/>
                <a:gd name="GluePoint1X" fmla="*/ 2 w 4"/>
                <a:gd name="GluePoint1Y" fmla="*/ 0 h 34"/>
                <a:gd name="GluePoint2X" fmla="*/ 0 w 4"/>
                <a:gd name="GluePoint2Y" fmla="*/ 2 h 34"/>
                <a:gd name="GluePoint3X" fmla="*/ 0 w 4"/>
                <a:gd name="GluePoint3Y" fmla="*/ 32 h 34"/>
                <a:gd name="GluePoint4X" fmla="*/ 2 w 4"/>
                <a:gd name="GluePoint4Y" fmla="*/ 34 h 34"/>
                <a:gd name="GluePoint5X" fmla="*/ 4 w 4"/>
                <a:gd name="GluePoint5Y" fmla="*/ 32 h 34"/>
                <a:gd name="GluePoint6X" fmla="*/ 4 w 4"/>
                <a:gd name="GluePoint6Y" fmla="*/ 2 h 34"/>
                <a:gd name="GluePoint7X" fmla="*/ 2 w 4"/>
                <a:gd name="GluePoint7Y" fmla="*/ 0 h 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4" h="34">
                  <a:moveTo>
                    <a:pt x="2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2"/>
                    <a:pt x="0" y="32"/>
                    <a:pt x="0" y="32"/>
                  </a:cubicBezTo>
                  <a:cubicBezTo>
                    <a:pt x="0" y="33"/>
                    <a:pt x="1" y="34"/>
                    <a:pt x="2" y="34"/>
                  </a:cubicBezTo>
                  <a:cubicBezTo>
                    <a:pt x="3" y="34"/>
                    <a:pt x="4" y="33"/>
                    <a:pt x="4" y="32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1"/>
                    <a:pt x="3" y="0"/>
                    <a:pt x="2" y="0"/>
                  </a:cubicBez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6480" tIns="45000" rIns="648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18" name="Freeform 148"/>
            <p:cNvSpPr/>
            <p:nvPr/>
          </p:nvSpPr>
          <p:spPr>
            <a:xfrm>
              <a:off x="5465160" y="1590120"/>
              <a:ext cx="122400" cy="12960"/>
            </a:xfrm>
            <a:custGeom>
              <a:avLst/>
              <a:gdLst>
                <a:gd name="textAreaLeft" fmla="*/ 0 w 122400"/>
                <a:gd name="textAreaRight" fmla="*/ 123480 w 122400"/>
                <a:gd name="textAreaTop" fmla="*/ 0 h 12960"/>
                <a:gd name="textAreaBottom" fmla="*/ 14040 h 12960"/>
                <a:gd name="GluePoint1X" fmla="*/ 34 w 34"/>
                <a:gd name="GluePoint1Y" fmla="*/ 2 h 4"/>
                <a:gd name="GluePoint2X" fmla="*/ 32 w 34"/>
                <a:gd name="GluePoint2Y" fmla="*/ 0 h 4"/>
                <a:gd name="GluePoint3X" fmla="*/ 2 w 34"/>
                <a:gd name="GluePoint3Y" fmla="*/ 0 h 4"/>
                <a:gd name="GluePoint4X" fmla="*/ 0 w 34"/>
                <a:gd name="GluePoint4Y" fmla="*/ 2 h 4"/>
                <a:gd name="GluePoint5X" fmla="*/ 2 w 34"/>
                <a:gd name="GluePoint5Y" fmla="*/ 4 h 4"/>
                <a:gd name="GluePoint6X" fmla="*/ 32 w 34"/>
                <a:gd name="GluePoint6Y" fmla="*/ 4 h 4"/>
                <a:gd name="GluePoint7X" fmla="*/ 34 w 34"/>
                <a:gd name="GluePoint7Y" fmla="*/ 2 h 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34" h="4">
                  <a:moveTo>
                    <a:pt x="34" y="2"/>
                  </a:moveTo>
                  <a:cubicBezTo>
                    <a:pt x="34" y="1"/>
                    <a:pt x="33" y="0"/>
                    <a:pt x="3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3"/>
                    <a:pt x="1" y="4"/>
                    <a:pt x="2" y="4"/>
                  </a:cubicBezTo>
                  <a:cubicBezTo>
                    <a:pt x="32" y="4"/>
                    <a:pt x="32" y="4"/>
                    <a:pt x="32" y="4"/>
                  </a:cubicBezTo>
                  <a:cubicBezTo>
                    <a:pt x="33" y="4"/>
                    <a:pt x="34" y="3"/>
                    <a:pt x="34" y="2"/>
                  </a:cubicBez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61200" tIns="6840" rIns="61200" bIns="684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19" name="Freeform 149"/>
            <p:cNvSpPr/>
            <p:nvPr/>
          </p:nvSpPr>
          <p:spPr>
            <a:xfrm>
              <a:off x="5808240" y="1590120"/>
              <a:ext cx="124200" cy="12960"/>
            </a:xfrm>
            <a:custGeom>
              <a:avLst/>
              <a:gdLst>
                <a:gd name="textAreaLeft" fmla="*/ 0 w 124200"/>
                <a:gd name="textAreaRight" fmla="*/ 125280 w 124200"/>
                <a:gd name="textAreaTop" fmla="*/ 0 h 12960"/>
                <a:gd name="textAreaBottom" fmla="*/ 14040 h 12960"/>
                <a:gd name="GluePoint1X" fmla="*/ 32 w 34"/>
                <a:gd name="GluePoint1Y" fmla="*/ 0 h 4"/>
                <a:gd name="GluePoint2X" fmla="*/ 2 w 34"/>
                <a:gd name="GluePoint2Y" fmla="*/ 0 h 4"/>
                <a:gd name="GluePoint3X" fmla="*/ 0 w 34"/>
                <a:gd name="GluePoint3Y" fmla="*/ 2 h 4"/>
                <a:gd name="GluePoint4X" fmla="*/ 2 w 34"/>
                <a:gd name="GluePoint4Y" fmla="*/ 4 h 4"/>
                <a:gd name="GluePoint5X" fmla="*/ 32 w 34"/>
                <a:gd name="GluePoint5Y" fmla="*/ 4 h 4"/>
                <a:gd name="GluePoint6X" fmla="*/ 34 w 34"/>
                <a:gd name="GluePoint6Y" fmla="*/ 2 h 4"/>
                <a:gd name="GluePoint7X" fmla="*/ 32 w 34"/>
                <a:gd name="GluePoint7Y" fmla="*/ 0 h 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34" h="4">
                  <a:moveTo>
                    <a:pt x="32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3"/>
                    <a:pt x="1" y="4"/>
                    <a:pt x="2" y="4"/>
                  </a:cubicBezTo>
                  <a:cubicBezTo>
                    <a:pt x="32" y="4"/>
                    <a:pt x="32" y="4"/>
                    <a:pt x="32" y="4"/>
                  </a:cubicBezTo>
                  <a:cubicBezTo>
                    <a:pt x="33" y="4"/>
                    <a:pt x="34" y="3"/>
                    <a:pt x="34" y="2"/>
                  </a:cubicBezTo>
                  <a:cubicBezTo>
                    <a:pt x="34" y="1"/>
                    <a:pt x="33" y="0"/>
                    <a:pt x="32" y="0"/>
                  </a:cubicBez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62280" tIns="6840" rIns="62280" bIns="684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20" name="Freeform 150"/>
            <p:cNvSpPr/>
            <p:nvPr/>
          </p:nvSpPr>
          <p:spPr>
            <a:xfrm>
              <a:off x="5749560" y="1692360"/>
              <a:ext cx="68400" cy="108720"/>
            </a:xfrm>
            <a:custGeom>
              <a:avLst/>
              <a:gdLst>
                <a:gd name="textAreaLeft" fmla="*/ 0 w 68400"/>
                <a:gd name="textAreaRight" fmla="*/ 69480 w 68400"/>
                <a:gd name="textAreaTop" fmla="*/ 0 h 108720"/>
                <a:gd name="textAreaBottom" fmla="*/ 109800 h 108720"/>
                <a:gd name="GluePoint1X" fmla="*/ 4 w 19"/>
                <a:gd name="GluePoint1Y" fmla="*/ 1 h 30"/>
                <a:gd name="GluePoint2X" fmla="*/ 2 w 19"/>
                <a:gd name="GluePoint2Y" fmla="*/ 0 h 30"/>
                <a:gd name="GluePoint3X" fmla="*/ 1 w 19"/>
                <a:gd name="GluePoint3Y" fmla="*/ 0 h 30"/>
                <a:gd name="GluePoint4X" fmla="*/ 0 w 19"/>
                <a:gd name="GluePoint4Y" fmla="*/ 1 h 30"/>
                <a:gd name="GluePoint5X" fmla="*/ 0 w 19"/>
                <a:gd name="GluePoint5Y" fmla="*/ 3 h 30"/>
                <a:gd name="GluePoint6X" fmla="*/ 15 w 19"/>
                <a:gd name="GluePoint6Y" fmla="*/ 29 h 30"/>
                <a:gd name="GluePoint7X" fmla="*/ 18 w 19"/>
                <a:gd name="GluePoint7Y" fmla="*/ 30 h 30"/>
                <a:gd name="GluePoint8X" fmla="*/ 19 w 19"/>
                <a:gd name="GluePoint8Y" fmla="*/ 26 h 30"/>
                <a:gd name="GluePoint9X" fmla="*/ 4 w 19"/>
                <a:gd name="GluePoint9Y" fmla="*/ 1 h 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9" h="30">
                  <a:moveTo>
                    <a:pt x="4" y="1"/>
                  </a:moveTo>
                  <a:cubicBezTo>
                    <a:pt x="4" y="0"/>
                    <a:pt x="3" y="0"/>
                    <a:pt x="2" y="0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15" y="29"/>
                    <a:pt x="15" y="29"/>
                    <a:pt x="15" y="29"/>
                  </a:cubicBezTo>
                  <a:cubicBezTo>
                    <a:pt x="15" y="30"/>
                    <a:pt x="17" y="30"/>
                    <a:pt x="18" y="30"/>
                  </a:cubicBezTo>
                  <a:cubicBezTo>
                    <a:pt x="19" y="29"/>
                    <a:pt x="19" y="27"/>
                    <a:pt x="19" y="26"/>
                  </a:cubicBezTo>
                  <a:lnTo>
                    <a:pt x="4" y="1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34200" tIns="45000" rIns="342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21" name="Freeform 151"/>
            <p:cNvSpPr/>
            <p:nvPr/>
          </p:nvSpPr>
          <p:spPr>
            <a:xfrm>
              <a:off x="5577840" y="1392480"/>
              <a:ext cx="73080" cy="111600"/>
            </a:xfrm>
            <a:custGeom>
              <a:avLst/>
              <a:gdLst>
                <a:gd name="textAreaLeft" fmla="*/ 0 w 73080"/>
                <a:gd name="textAreaRight" fmla="*/ 74160 w 73080"/>
                <a:gd name="textAreaTop" fmla="*/ 0 h 111600"/>
                <a:gd name="textAreaBottom" fmla="*/ 112680 h 111600"/>
                <a:gd name="GluePoint1X" fmla="*/ 4 w 20"/>
                <a:gd name="GluePoint1Y" fmla="*/ 2 h 31"/>
                <a:gd name="GluePoint2X" fmla="*/ 2 w 20"/>
                <a:gd name="GluePoint2Y" fmla="*/ 0 h 31"/>
                <a:gd name="GluePoint3X" fmla="*/ 1 w 20"/>
                <a:gd name="GluePoint3Y" fmla="*/ 1 h 31"/>
                <a:gd name="GluePoint4X" fmla="*/ 0 w 20"/>
                <a:gd name="GluePoint4Y" fmla="*/ 4 h 31"/>
                <a:gd name="GluePoint5X" fmla="*/ 15 w 20"/>
                <a:gd name="GluePoint5Y" fmla="*/ 29 h 31"/>
                <a:gd name="GluePoint6X" fmla="*/ 17 w 20"/>
                <a:gd name="GluePoint6Y" fmla="*/ 31 h 31"/>
                <a:gd name="GluePoint7X" fmla="*/ 18 w 20"/>
                <a:gd name="GluePoint7Y" fmla="*/ 30 h 31"/>
                <a:gd name="GluePoint8X" fmla="*/ 19 w 20"/>
                <a:gd name="GluePoint8Y" fmla="*/ 27 h 31"/>
                <a:gd name="GluePoint9X" fmla="*/ 4 w 20"/>
                <a:gd name="GluePoint9Y" fmla="*/ 2 h 3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20" h="31">
                  <a:moveTo>
                    <a:pt x="4" y="2"/>
                  </a:moveTo>
                  <a:cubicBezTo>
                    <a:pt x="4" y="1"/>
                    <a:pt x="3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15" y="29"/>
                    <a:pt x="15" y="29"/>
                    <a:pt x="15" y="29"/>
                  </a:cubicBezTo>
                  <a:cubicBezTo>
                    <a:pt x="15" y="30"/>
                    <a:pt x="16" y="31"/>
                    <a:pt x="17" y="31"/>
                  </a:cubicBezTo>
                  <a:cubicBezTo>
                    <a:pt x="17" y="31"/>
                    <a:pt x="18" y="31"/>
                    <a:pt x="18" y="30"/>
                  </a:cubicBezTo>
                  <a:cubicBezTo>
                    <a:pt x="19" y="30"/>
                    <a:pt x="20" y="28"/>
                    <a:pt x="19" y="27"/>
                  </a:cubicBezTo>
                  <a:lnTo>
                    <a:pt x="4" y="2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36720" tIns="45000" rIns="3672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22" name="Freeform 152"/>
            <p:cNvSpPr/>
            <p:nvPr/>
          </p:nvSpPr>
          <p:spPr>
            <a:xfrm>
              <a:off x="5494680" y="1649160"/>
              <a:ext cx="111600" cy="71640"/>
            </a:xfrm>
            <a:custGeom>
              <a:avLst/>
              <a:gdLst>
                <a:gd name="textAreaLeft" fmla="*/ 0 w 111600"/>
                <a:gd name="textAreaRight" fmla="*/ 112680 w 111600"/>
                <a:gd name="textAreaTop" fmla="*/ 0 h 71640"/>
                <a:gd name="textAreaBottom" fmla="*/ 72720 h 71640"/>
                <a:gd name="GluePoint1X" fmla="*/ 30 w 31"/>
                <a:gd name="GluePoint1Y" fmla="*/ 1 h 20"/>
                <a:gd name="GluePoint2X" fmla="*/ 28 w 31"/>
                <a:gd name="GluePoint2Y" fmla="*/ 0 h 20"/>
                <a:gd name="GluePoint3X" fmla="*/ 27 w 31"/>
                <a:gd name="GluePoint3Y" fmla="*/ 0 h 20"/>
                <a:gd name="GluePoint4X" fmla="*/ 1 w 31"/>
                <a:gd name="GluePoint4Y" fmla="*/ 15 h 20"/>
                <a:gd name="GluePoint5X" fmla="*/ 0 w 31"/>
                <a:gd name="GluePoint5Y" fmla="*/ 16 h 20"/>
                <a:gd name="GluePoint6X" fmla="*/ 1 w 31"/>
                <a:gd name="GluePoint6Y" fmla="*/ 18 h 20"/>
                <a:gd name="GluePoint7X" fmla="*/ 4 w 31"/>
                <a:gd name="GluePoint7Y" fmla="*/ 19 h 20"/>
                <a:gd name="GluePoint8X" fmla="*/ 29 w 31"/>
                <a:gd name="GluePoint8Y" fmla="*/ 4 h 20"/>
                <a:gd name="GluePoint9X" fmla="*/ 30 w 31"/>
                <a:gd name="GluePoint9Y" fmla="*/ 1 h 2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31" h="20">
                  <a:moveTo>
                    <a:pt x="30" y="1"/>
                  </a:moveTo>
                  <a:cubicBezTo>
                    <a:pt x="30" y="0"/>
                    <a:pt x="29" y="0"/>
                    <a:pt x="28" y="0"/>
                  </a:cubicBezTo>
                  <a:cubicBezTo>
                    <a:pt x="28" y="0"/>
                    <a:pt x="27" y="0"/>
                    <a:pt x="27" y="0"/>
                  </a:cubicBezTo>
                  <a:cubicBezTo>
                    <a:pt x="1" y="15"/>
                    <a:pt x="1" y="15"/>
                    <a:pt x="1" y="15"/>
                  </a:cubicBezTo>
                  <a:cubicBezTo>
                    <a:pt x="1" y="15"/>
                    <a:pt x="1" y="16"/>
                    <a:pt x="0" y="16"/>
                  </a:cubicBezTo>
                  <a:cubicBezTo>
                    <a:pt x="0" y="17"/>
                    <a:pt x="0" y="18"/>
                    <a:pt x="1" y="18"/>
                  </a:cubicBezTo>
                  <a:cubicBezTo>
                    <a:pt x="1" y="19"/>
                    <a:pt x="3" y="20"/>
                    <a:pt x="4" y="19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30" y="3"/>
                    <a:pt x="31" y="2"/>
                    <a:pt x="30" y="1"/>
                  </a:cubicBez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55800" tIns="36360" rIns="55800" bIns="3636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23" name="Freeform 153"/>
            <p:cNvSpPr/>
            <p:nvPr/>
          </p:nvSpPr>
          <p:spPr>
            <a:xfrm>
              <a:off x="5789520" y="1476000"/>
              <a:ext cx="113040" cy="73080"/>
            </a:xfrm>
            <a:custGeom>
              <a:avLst/>
              <a:gdLst>
                <a:gd name="textAreaLeft" fmla="*/ 0 w 113040"/>
                <a:gd name="textAreaRight" fmla="*/ 114120 w 113040"/>
                <a:gd name="textAreaTop" fmla="*/ 0 h 73080"/>
                <a:gd name="textAreaBottom" fmla="*/ 74160 h 73080"/>
                <a:gd name="GluePoint1X" fmla="*/ 1 w 31"/>
                <a:gd name="GluePoint1Y" fmla="*/ 16 h 20"/>
                <a:gd name="GluePoint2X" fmla="*/ 1 w 31"/>
                <a:gd name="GluePoint2Y" fmla="*/ 18 h 20"/>
                <a:gd name="GluePoint3X" fmla="*/ 4 w 31"/>
                <a:gd name="GluePoint3Y" fmla="*/ 19 h 20"/>
                <a:gd name="GluePoint4X" fmla="*/ 30 w 31"/>
                <a:gd name="GluePoint4Y" fmla="*/ 4 h 20"/>
                <a:gd name="GluePoint5X" fmla="*/ 31 w 31"/>
                <a:gd name="GluePoint5Y" fmla="*/ 3 h 20"/>
                <a:gd name="GluePoint6X" fmla="*/ 30 w 31"/>
                <a:gd name="GluePoint6Y" fmla="*/ 1 h 20"/>
                <a:gd name="GluePoint7X" fmla="*/ 28 w 31"/>
                <a:gd name="GluePoint7Y" fmla="*/ 0 h 20"/>
                <a:gd name="GluePoint8X" fmla="*/ 27 w 31"/>
                <a:gd name="GluePoint8Y" fmla="*/ 0 h 20"/>
                <a:gd name="GluePoint9X" fmla="*/ 2 w 31"/>
                <a:gd name="GluePoint9Y" fmla="*/ 15 h 20"/>
                <a:gd name="GluePoint10X" fmla="*/ 1 w 31"/>
                <a:gd name="GluePoint10Y" fmla="*/ 16 h 2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31" h="20">
                  <a:moveTo>
                    <a:pt x="1" y="16"/>
                  </a:moveTo>
                  <a:cubicBezTo>
                    <a:pt x="0" y="17"/>
                    <a:pt x="0" y="18"/>
                    <a:pt x="1" y="18"/>
                  </a:cubicBezTo>
                  <a:cubicBezTo>
                    <a:pt x="1" y="19"/>
                    <a:pt x="3" y="20"/>
                    <a:pt x="4" y="19"/>
                  </a:cubicBezTo>
                  <a:cubicBezTo>
                    <a:pt x="30" y="4"/>
                    <a:pt x="30" y="4"/>
                    <a:pt x="30" y="4"/>
                  </a:cubicBezTo>
                  <a:cubicBezTo>
                    <a:pt x="30" y="4"/>
                    <a:pt x="30" y="3"/>
                    <a:pt x="31" y="3"/>
                  </a:cubicBezTo>
                  <a:cubicBezTo>
                    <a:pt x="31" y="2"/>
                    <a:pt x="31" y="2"/>
                    <a:pt x="30" y="1"/>
                  </a:cubicBezTo>
                  <a:cubicBezTo>
                    <a:pt x="30" y="0"/>
                    <a:pt x="29" y="0"/>
                    <a:pt x="28" y="0"/>
                  </a:cubicBezTo>
                  <a:cubicBezTo>
                    <a:pt x="28" y="0"/>
                    <a:pt x="28" y="0"/>
                    <a:pt x="27" y="0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1" y="15"/>
                    <a:pt x="1" y="16"/>
                    <a:pt x="1" y="16"/>
                  </a:cubicBez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56520" tIns="37080" rIns="56520" bIns="370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24" name="Freeform 154"/>
            <p:cNvSpPr/>
            <p:nvPr/>
          </p:nvSpPr>
          <p:spPr>
            <a:xfrm>
              <a:off x="5789520" y="1649160"/>
              <a:ext cx="113040" cy="71640"/>
            </a:xfrm>
            <a:custGeom>
              <a:avLst/>
              <a:gdLst>
                <a:gd name="textAreaLeft" fmla="*/ 0 w 113040"/>
                <a:gd name="textAreaRight" fmla="*/ 114120 w 113040"/>
                <a:gd name="textAreaTop" fmla="*/ 0 h 71640"/>
                <a:gd name="textAreaBottom" fmla="*/ 72720 h 71640"/>
                <a:gd name="GluePoint1X" fmla="*/ 30 w 31"/>
                <a:gd name="GluePoint1Y" fmla="*/ 15 h 20"/>
                <a:gd name="GluePoint2X" fmla="*/ 4 w 31"/>
                <a:gd name="GluePoint2Y" fmla="*/ 0 h 20"/>
                <a:gd name="GluePoint3X" fmla="*/ 3 w 31"/>
                <a:gd name="GluePoint3Y" fmla="*/ 0 h 20"/>
                <a:gd name="GluePoint4X" fmla="*/ 1 w 31"/>
                <a:gd name="GluePoint4Y" fmla="*/ 1 h 20"/>
                <a:gd name="GluePoint5X" fmla="*/ 2 w 31"/>
                <a:gd name="GluePoint5Y" fmla="*/ 4 h 20"/>
                <a:gd name="GluePoint6X" fmla="*/ 27 w 31"/>
                <a:gd name="GluePoint6Y" fmla="*/ 19 h 20"/>
                <a:gd name="GluePoint7X" fmla="*/ 30 w 31"/>
                <a:gd name="GluePoint7Y" fmla="*/ 18 h 20"/>
                <a:gd name="GluePoint8X" fmla="*/ 30 w 31"/>
                <a:gd name="GluePoint8Y" fmla="*/ 15 h 2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31" h="20">
                  <a:moveTo>
                    <a:pt x="30" y="15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4" y="0"/>
                    <a:pt x="3" y="0"/>
                    <a:pt x="3" y="0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0" y="2"/>
                    <a:pt x="1" y="3"/>
                    <a:pt x="2" y="4"/>
                  </a:cubicBezTo>
                  <a:cubicBezTo>
                    <a:pt x="27" y="19"/>
                    <a:pt x="27" y="19"/>
                    <a:pt x="27" y="19"/>
                  </a:cubicBezTo>
                  <a:cubicBezTo>
                    <a:pt x="28" y="20"/>
                    <a:pt x="30" y="19"/>
                    <a:pt x="30" y="18"/>
                  </a:cubicBezTo>
                  <a:cubicBezTo>
                    <a:pt x="31" y="17"/>
                    <a:pt x="31" y="16"/>
                    <a:pt x="30" y="15"/>
                  </a:cubicBez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56520" tIns="36360" rIns="56520" bIns="3636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25" name="Freeform 155"/>
            <p:cNvSpPr/>
            <p:nvPr/>
          </p:nvSpPr>
          <p:spPr>
            <a:xfrm>
              <a:off x="5494680" y="1476000"/>
              <a:ext cx="111600" cy="73080"/>
            </a:xfrm>
            <a:custGeom>
              <a:avLst/>
              <a:gdLst>
                <a:gd name="textAreaLeft" fmla="*/ 0 w 111600"/>
                <a:gd name="textAreaRight" fmla="*/ 112680 w 111600"/>
                <a:gd name="textAreaTop" fmla="*/ 0 h 73080"/>
                <a:gd name="textAreaBottom" fmla="*/ 74160 h 73080"/>
                <a:gd name="GluePoint1X" fmla="*/ 1 w 31"/>
                <a:gd name="GluePoint1Y" fmla="*/ 4 h 20"/>
                <a:gd name="GluePoint2X" fmla="*/ 27 w 31"/>
                <a:gd name="GluePoint2Y" fmla="*/ 19 h 20"/>
                <a:gd name="GluePoint3X" fmla="*/ 30 w 31"/>
                <a:gd name="GluePoint3Y" fmla="*/ 18 h 20"/>
                <a:gd name="GluePoint4X" fmla="*/ 30 w 31"/>
                <a:gd name="GluePoint4Y" fmla="*/ 16 h 20"/>
                <a:gd name="GluePoint5X" fmla="*/ 29 w 31"/>
                <a:gd name="GluePoint5Y" fmla="*/ 15 h 20"/>
                <a:gd name="GluePoint6X" fmla="*/ 4 w 31"/>
                <a:gd name="GluePoint6Y" fmla="*/ 0 h 20"/>
                <a:gd name="GluePoint7X" fmla="*/ 3 w 31"/>
                <a:gd name="GluePoint7Y" fmla="*/ 0 h 20"/>
                <a:gd name="GluePoint8X" fmla="*/ 1 w 31"/>
                <a:gd name="GluePoint8Y" fmla="*/ 1 h 20"/>
                <a:gd name="GluePoint9X" fmla="*/ 0 w 31"/>
                <a:gd name="GluePoint9Y" fmla="*/ 3 h 20"/>
                <a:gd name="GluePoint10X" fmla="*/ 1 w 31"/>
                <a:gd name="GluePoint10Y" fmla="*/ 4 h 2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31" h="20">
                  <a:moveTo>
                    <a:pt x="1" y="4"/>
                  </a:moveTo>
                  <a:cubicBezTo>
                    <a:pt x="27" y="19"/>
                    <a:pt x="27" y="19"/>
                    <a:pt x="27" y="19"/>
                  </a:cubicBezTo>
                  <a:cubicBezTo>
                    <a:pt x="28" y="20"/>
                    <a:pt x="30" y="19"/>
                    <a:pt x="30" y="18"/>
                  </a:cubicBezTo>
                  <a:cubicBezTo>
                    <a:pt x="31" y="18"/>
                    <a:pt x="31" y="17"/>
                    <a:pt x="30" y="16"/>
                  </a:cubicBezTo>
                  <a:cubicBezTo>
                    <a:pt x="30" y="16"/>
                    <a:pt x="30" y="15"/>
                    <a:pt x="29" y="15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1" y="3"/>
                    <a:pt x="1" y="4"/>
                    <a:pt x="1" y="4"/>
                  </a:cubicBez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55800" tIns="37080" rIns="55800" bIns="370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26" name="Freeform 156"/>
            <p:cNvSpPr/>
            <p:nvPr/>
          </p:nvSpPr>
          <p:spPr>
            <a:xfrm>
              <a:off x="5577840" y="1692360"/>
              <a:ext cx="68400" cy="108720"/>
            </a:xfrm>
            <a:custGeom>
              <a:avLst/>
              <a:gdLst>
                <a:gd name="textAreaLeft" fmla="*/ 0 w 68400"/>
                <a:gd name="textAreaRight" fmla="*/ 69480 w 68400"/>
                <a:gd name="textAreaTop" fmla="*/ 0 h 108720"/>
                <a:gd name="textAreaBottom" fmla="*/ 109800 h 108720"/>
                <a:gd name="GluePoint1X" fmla="*/ 18 w 19"/>
                <a:gd name="GluePoint1Y" fmla="*/ 0 h 30"/>
                <a:gd name="GluePoint2X" fmla="*/ 17 w 19"/>
                <a:gd name="GluePoint2Y" fmla="*/ 0 h 30"/>
                <a:gd name="GluePoint3X" fmla="*/ 15 w 19"/>
                <a:gd name="GluePoint3Y" fmla="*/ 1 h 30"/>
                <a:gd name="GluePoint4X" fmla="*/ 0 w 19"/>
                <a:gd name="GluePoint4Y" fmla="*/ 26 h 30"/>
                <a:gd name="GluePoint5X" fmla="*/ 1 w 19"/>
                <a:gd name="GluePoint5Y" fmla="*/ 30 h 30"/>
                <a:gd name="GluePoint6X" fmla="*/ 4 w 19"/>
                <a:gd name="GluePoint6Y" fmla="*/ 29 h 30"/>
                <a:gd name="GluePoint7X" fmla="*/ 19 w 19"/>
                <a:gd name="GluePoint7Y" fmla="*/ 3 h 30"/>
                <a:gd name="GluePoint8X" fmla="*/ 19 w 19"/>
                <a:gd name="GluePoint8Y" fmla="*/ 1 h 30"/>
                <a:gd name="GluePoint9X" fmla="*/ 18 w 19"/>
                <a:gd name="GluePoint9Y" fmla="*/ 0 h 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9" h="30">
                  <a:moveTo>
                    <a:pt x="18" y="0"/>
                  </a:moveTo>
                  <a:cubicBezTo>
                    <a:pt x="18" y="0"/>
                    <a:pt x="17" y="0"/>
                    <a:pt x="17" y="0"/>
                  </a:cubicBezTo>
                  <a:cubicBezTo>
                    <a:pt x="16" y="0"/>
                    <a:pt x="15" y="0"/>
                    <a:pt x="15" y="1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27"/>
                    <a:pt x="0" y="29"/>
                    <a:pt x="1" y="30"/>
                  </a:cubicBezTo>
                  <a:cubicBezTo>
                    <a:pt x="2" y="30"/>
                    <a:pt x="4" y="30"/>
                    <a:pt x="4" y="29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19" y="2"/>
                    <a:pt x="19" y="2"/>
                    <a:pt x="19" y="1"/>
                  </a:cubicBezTo>
                  <a:cubicBezTo>
                    <a:pt x="19" y="1"/>
                    <a:pt x="19" y="0"/>
                    <a:pt x="18" y="0"/>
                  </a:cubicBez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34200" tIns="45000" rIns="342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27" name="Freeform 157"/>
            <p:cNvSpPr/>
            <p:nvPr/>
          </p:nvSpPr>
          <p:spPr>
            <a:xfrm>
              <a:off x="5746320" y="1392480"/>
              <a:ext cx="71640" cy="111600"/>
            </a:xfrm>
            <a:custGeom>
              <a:avLst/>
              <a:gdLst>
                <a:gd name="textAreaLeft" fmla="*/ 0 w 71640"/>
                <a:gd name="textAreaRight" fmla="*/ 72720 w 71640"/>
                <a:gd name="textAreaTop" fmla="*/ 0 h 111600"/>
                <a:gd name="textAreaBottom" fmla="*/ 112680 h 111600"/>
                <a:gd name="GluePoint1X" fmla="*/ 2 w 20"/>
                <a:gd name="GluePoint1Y" fmla="*/ 30 h 31"/>
                <a:gd name="GluePoint2X" fmla="*/ 5 w 20"/>
                <a:gd name="GluePoint2Y" fmla="*/ 29 h 31"/>
                <a:gd name="GluePoint3X" fmla="*/ 20 w 20"/>
                <a:gd name="GluePoint3Y" fmla="*/ 4 h 31"/>
                <a:gd name="GluePoint4X" fmla="*/ 19 w 20"/>
                <a:gd name="GluePoint4Y" fmla="*/ 1 h 31"/>
                <a:gd name="GluePoint5X" fmla="*/ 18 w 20"/>
                <a:gd name="GluePoint5Y" fmla="*/ 0 h 31"/>
                <a:gd name="GluePoint6X" fmla="*/ 16 w 20"/>
                <a:gd name="GluePoint6Y" fmla="*/ 2 h 31"/>
                <a:gd name="GluePoint7X" fmla="*/ 1 w 20"/>
                <a:gd name="GluePoint7Y" fmla="*/ 27 h 31"/>
                <a:gd name="GluePoint8X" fmla="*/ 2 w 20"/>
                <a:gd name="GluePoint8Y" fmla="*/ 30 h 3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20" h="31">
                  <a:moveTo>
                    <a:pt x="2" y="30"/>
                  </a:moveTo>
                  <a:cubicBezTo>
                    <a:pt x="3" y="31"/>
                    <a:pt x="4" y="31"/>
                    <a:pt x="5" y="29"/>
                  </a:cubicBezTo>
                  <a:cubicBezTo>
                    <a:pt x="20" y="4"/>
                    <a:pt x="20" y="4"/>
                    <a:pt x="20" y="4"/>
                  </a:cubicBezTo>
                  <a:cubicBezTo>
                    <a:pt x="20" y="3"/>
                    <a:pt x="20" y="1"/>
                    <a:pt x="19" y="1"/>
                  </a:cubicBezTo>
                  <a:cubicBezTo>
                    <a:pt x="19" y="0"/>
                    <a:pt x="18" y="0"/>
                    <a:pt x="18" y="0"/>
                  </a:cubicBezTo>
                  <a:cubicBezTo>
                    <a:pt x="17" y="0"/>
                    <a:pt x="16" y="1"/>
                    <a:pt x="16" y="2"/>
                  </a:cubicBezTo>
                  <a:cubicBezTo>
                    <a:pt x="1" y="27"/>
                    <a:pt x="1" y="27"/>
                    <a:pt x="1" y="27"/>
                  </a:cubicBezTo>
                  <a:cubicBezTo>
                    <a:pt x="0" y="28"/>
                    <a:pt x="1" y="30"/>
                    <a:pt x="2" y="30"/>
                  </a:cubicBez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36000" tIns="45000" rIns="36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</p:grpSp>
      <p:sp>
        <p:nvSpPr>
          <p:cNvPr id="1228" name="Freeform 111"/>
          <p:cNvSpPr/>
          <p:nvPr/>
        </p:nvSpPr>
        <p:spPr>
          <a:xfrm>
            <a:off x="10823400" y="1366560"/>
            <a:ext cx="466920" cy="437040"/>
          </a:xfrm>
          <a:custGeom>
            <a:avLst/>
            <a:gdLst>
              <a:gd name="textAreaLeft" fmla="*/ 0 w 466920"/>
              <a:gd name="textAreaRight" fmla="*/ 468000 w 466920"/>
              <a:gd name="textAreaTop" fmla="*/ 0 h 437040"/>
              <a:gd name="textAreaBottom" fmla="*/ 438120 h 437040"/>
              <a:gd name="GluePoint1X" fmla="*/ 98 w 132"/>
              <a:gd name="GluePoint1Y" fmla="*/ 9 h 128"/>
              <a:gd name="GluePoint2X" fmla="*/ 11 w 132"/>
              <a:gd name="GluePoint2Y" fmla="*/ 32 h 128"/>
              <a:gd name="GluePoint3X" fmla="*/ 34 w 132"/>
              <a:gd name="GluePoint3Y" fmla="*/ 119 h 128"/>
              <a:gd name="GluePoint4X" fmla="*/ 121 w 132"/>
              <a:gd name="GluePoint4Y" fmla="*/ 96 h 128"/>
              <a:gd name="GluePoint5X" fmla="*/ 125 w 132"/>
              <a:gd name="GluePoint5Y" fmla="*/ 55 h 128"/>
              <a:gd name="GluePoint6X" fmla="*/ 125 w 132"/>
              <a:gd name="GluePoint6Y" fmla="*/ 65 h 128"/>
              <a:gd name="GluePoint7X" fmla="*/ 97 w 132"/>
              <a:gd name="GluePoint7Y" fmla="*/ 79 h 128"/>
              <a:gd name="GluePoint8X" fmla="*/ 125 w 132"/>
              <a:gd name="GluePoint8Y" fmla="*/ 55 h 128"/>
              <a:gd name="GluePoint9X" fmla="*/ 123 w 132"/>
              <a:gd name="GluePoint9Y" fmla="*/ 46 h 128"/>
              <a:gd name="GluePoint10X" fmla="*/ 93 w 132"/>
              <a:gd name="GluePoint10Y" fmla="*/ 77 h 128"/>
              <a:gd name="GluePoint11X" fmla="*/ 119 w 132"/>
              <a:gd name="GluePoint11Y" fmla="*/ 36 h 128"/>
              <a:gd name="GluePoint12X" fmla="*/ 111 w 132"/>
              <a:gd name="GluePoint12Y" fmla="*/ 25 h 128"/>
              <a:gd name="GluePoint13X" fmla="*/ 116 w 132"/>
              <a:gd name="GluePoint13Y" fmla="*/ 31 h 128"/>
              <a:gd name="GluePoint14X" fmla="*/ 79 w 132"/>
              <a:gd name="GluePoint14Y" fmla="*/ 69 h 128"/>
              <a:gd name="GluePoint15X" fmla="*/ 110 w 132"/>
              <a:gd name="GluePoint15Y" fmla="*/ 24 h 128"/>
              <a:gd name="GluePoint16X" fmla="*/ 68 w 132"/>
              <a:gd name="GluePoint16Y" fmla="*/ 5 h 128"/>
              <a:gd name="GluePoint17X" fmla="*/ 77 w 132"/>
              <a:gd name="GluePoint17Y" fmla="*/ 6 h 128"/>
              <a:gd name="GluePoint18X" fmla="*/ 68 w 132"/>
              <a:gd name="GluePoint18Y" fmla="*/ 17 h 128"/>
              <a:gd name="GluePoint19X" fmla="*/ 68 w 132"/>
              <a:gd name="GluePoint19Y" fmla="*/ 24 h 128"/>
              <a:gd name="GluePoint20X" fmla="*/ 85 w 132"/>
              <a:gd name="GluePoint20Y" fmla="*/ 8 h 128"/>
              <a:gd name="GluePoint21X" fmla="*/ 95 w 132"/>
              <a:gd name="GluePoint21Y" fmla="*/ 12 h 128"/>
              <a:gd name="GluePoint22X" fmla="*/ 68 w 132"/>
              <a:gd name="GluePoint22Y" fmla="*/ 24 h 128"/>
              <a:gd name="GluePoint23X" fmla="*/ 99 w 132"/>
              <a:gd name="GluePoint23Y" fmla="*/ 14 h 128"/>
              <a:gd name="GluePoint24X" fmla="*/ 106 w 132"/>
              <a:gd name="GluePoint24Y" fmla="*/ 20 h 128"/>
              <a:gd name="GluePoint25X" fmla="*/ 68 w 132"/>
              <a:gd name="GluePoint25Y" fmla="*/ 59 h 128"/>
              <a:gd name="GluePoint26X" fmla="*/ 115 w 132"/>
              <a:gd name="GluePoint26Y" fmla="*/ 97 h 128"/>
              <a:gd name="GluePoint27X" fmla="*/ 95 w 132"/>
              <a:gd name="GluePoint27Y" fmla="*/ 116 h 128"/>
              <a:gd name="GluePoint28X" fmla="*/ 51 w 132"/>
              <a:gd name="GluePoint28Y" fmla="*/ 121 h 128"/>
              <a:gd name="GluePoint29X" fmla="*/ 19 w 132"/>
              <a:gd name="GluePoint29Y" fmla="*/ 100 h 128"/>
              <a:gd name="GluePoint30X" fmla="*/ 7 w 132"/>
              <a:gd name="GluePoint30Y" fmla="*/ 57 h 128"/>
              <a:gd name="GluePoint31X" fmla="*/ 24 w 132"/>
              <a:gd name="GluePoint31Y" fmla="*/ 22 h 128"/>
              <a:gd name="GluePoint32X" fmla="*/ 62 w 132"/>
              <a:gd name="GluePoint32Y" fmla="*/ 5 h 128"/>
              <a:gd name="GluePoint33X" fmla="*/ 64 w 132"/>
              <a:gd name="GluePoint33Y" fmla="*/ 64 h 128"/>
              <a:gd name="GluePoint34X" fmla="*/ 116 w 132"/>
              <a:gd name="GluePoint34Y" fmla="*/ 96 h 128"/>
              <a:gd name="GluePoint35X" fmla="*/ 119 w 132"/>
              <a:gd name="GluePoint35Y" fmla="*/ 92 h 128"/>
              <a:gd name="GluePoint36X" fmla="*/ 125 w 132"/>
              <a:gd name="GluePoint36Y" fmla="*/ 72 h 128"/>
              <a:gd name="GluePoint37X" fmla="*/ 119 w 132"/>
              <a:gd name="GluePoint37Y" fmla="*/ 90 h 12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</a:cxnLst>
            <a:rect l="textAreaLeft" t="textAreaTop" r="textAreaRight" b="textAreaBottom"/>
            <a:pathLst>
              <a:path w="132" h="128">
                <a:moveTo>
                  <a:pt x="128" y="47"/>
                </a:moveTo>
                <a:cubicBezTo>
                  <a:pt x="123" y="31"/>
                  <a:pt x="113" y="17"/>
                  <a:pt x="98" y="9"/>
                </a:cubicBezTo>
                <a:cubicBezTo>
                  <a:pt x="88" y="3"/>
                  <a:pt x="77" y="0"/>
                  <a:pt x="66" y="0"/>
                </a:cubicBezTo>
                <a:cubicBezTo>
                  <a:pt x="43" y="0"/>
                  <a:pt x="22" y="12"/>
                  <a:pt x="11" y="32"/>
                </a:cubicBezTo>
                <a:cubicBezTo>
                  <a:pt x="2" y="47"/>
                  <a:pt x="0" y="64"/>
                  <a:pt x="4" y="81"/>
                </a:cubicBezTo>
                <a:cubicBezTo>
                  <a:pt x="9" y="97"/>
                  <a:pt x="19" y="111"/>
                  <a:pt x="34" y="119"/>
                </a:cubicBezTo>
                <a:cubicBezTo>
                  <a:pt x="44" y="125"/>
                  <a:pt x="55" y="128"/>
                  <a:pt x="66" y="128"/>
                </a:cubicBezTo>
                <a:cubicBezTo>
                  <a:pt x="89" y="128"/>
                  <a:pt x="110" y="116"/>
                  <a:pt x="121" y="96"/>
                </a:cubicBezTo>
                <a:cubicBezTo>
                  <a:pt x="130" y="81"/>
                  <a:pt x="132" y="64"/>
                  <a:pt x="128" y="47"/>
                </a:cubicBezTo>
                <a:close/>
                <a:moveTo>
                  <a:pt x="125" y="55"/>
                </a:moveTo>
                <a:cubicBezTo>
                  <a:pt x="125" y="58"/>
                  <a:pt x="125" y="61"/>
                  <a:pt x="125" y="65"/>
                </a:cubicBezTo>
                <a:cubicBezTo>
                  <a:pt x="125" y="65"/>
                  <a:pt x="125" y="65"/>
                  <a:pt x="125" y="65"/>
                </a:cubicBezTo>
                <a:cubicBezTo>
                  <a:pt x="106" y="84"/>
                  <a:pt x="106" y="84"/>
                  <a:pt x="106" y="84"/>
                </a:cubicBezTo>
                <a:cubicBezTo>
                  <a:pt x="97" y="79"/>
                  <a:pt x="97" y="79"/>
                  <a:pt x="97" y="79"/>
                </a:cubicBezTo>
                <a:cubicBezTo>
                  <a:pt x="124" y="52"/>
                  <a:pt x="124" y="52"/>
                  <a:pt x="124" y="52"/>
                </a:cubicBezTo>
                <a:lnTo>
                  <a:pt x="125" y="55"/>
                </a:lnTo>
                <a:close/>
                <a:moveTo>
                  <a:pt x="120" y="38"/>
                </a:moveTo>
                <a:cubicBezTo>
                  <a:pt x="121" y="41"/>
                  <a:pt x="122" y="43"/>
                  <a:pt x="123" y="46"/>
                </a:cubicBezTo>
                <a:cubicBezTo>
                  <a:pt x="123" y="47"/>
                  <a:pt x="123" y="47"/>
                  <a:pt x="123" y="47"/>
                </a:cubicBezTo>
                <a:cubicBezTo>
                  <a:pt x="93" y="77"/>
                  <a:pt x="93" y="77"/>
                  <a:pt x="93" y="77"/>
                </a:cubicBezTo>
                <a:cubicBezTo>
                  <a:pt x="84" y="71"/>
                  <a:pt x="84" y="71"/>
                  <a:pt x="84" y="71"/>
                </a:cubicBezTo>
                <a:cubicBezTo>
                  <a:pt x="119" y="36"/>
                  <a:pt x="119" y="36"/>
                  <a:pt x="119" y="36"/>
                </a:cubicBezTo>
                <a:lnTo>
                  <a:pt x="120" y="38"/>
                </a:lnTo>
                <a:close/>
                <a:moveTo>
                  <a:pt x="111" y="25"/>
                </a:moveTo>
                <a:cubicBezTo>
                  <a:pt x="112" y="26"/>
                  <a:pt x="113" y="27"/>
                  <a:pt x="113" y="28"/>
                </a:cubicBezTo>
                <a:cubicBezTo>
                  <a:pt x="114" y="29"/>
                  <a:pt x="115" y="30"/>
                  <a:pt x="116" y="31"/>
                </a:cubicBezTo>
                <a:cubicBezTo>
                  <a:pt x="116" y="32"/>
                  <a:pt x="116" y="32"/>
                  <a:pt x="116" y="32"/>
                </a:cubicBezTo>
                <a:cubicBezTo>
                  <a:pt x="79" y="69"/>
                  <a:pt x="79" y="69"/>
                  <a:pt x="79" y="69"/>
                </a:cubicBezTo>
                <a:cubicBezTo>
                  <a:pt x="70" y="64"/>
                  <a:pt x="70" y="64"/>
                  <a:pt x="70" y="64"/>
                </a:cubicBezTo>
                <a:cubicBezTo>
                  <a:pt x="110" y="24"/>
                  <a:pt x="110" y="24"/>
                  <a:pt x="110" y="24"/>
                </a:cubicBezTo>
                <a:lnTo>
                  <a:pt x="111" y="25"/>
                </a:lnTo>
                <a:close/>
                <a:moveTo>
                  <a:pt x="68" y="5"/>
                </a:moveTo>
                <a:cubicBezTo>
                  <a:pt x="70" y="5"/>
                  <a:pt x="70" y="5"/>
                  <a:pt x="70" y="5"/>
                </a:cubicBezTo>
                <a:cubicBezTo>
                  <a:pt x="72" y="5"/>
                  <a:pt x="75" y="5"/>
                  <a:pt x="77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68" y="17"/>
                  <a:pt x="68" y="17"/>
                  <a:pt x="68" y="17"/>
                </a:cubicBezTo>
                <a:lnTo>
                  <a:pt x="68" y="5"/>
                </a:lnTo>
                <a:close/>
                <a:moveTo>
                  <a:pt x="68" y="24"/>
                </a:moveTo>
                <a:cubicBezTo>
                  <a:pt x="85" y="8"/>
                  <a:pt x="85" y="8"/>
                  <a:pt x="85" y="8"/>
                </a:cubicBezTo>
                <a:cubicBezTo>
                  <a:pt x="85" y="8"/>
                  <a:pt x="85" y="8"/>
                  <a:pt x="85" y="8"/>
                </a:cubicBezTo>
                <a:cubicBezTo>
                  <a:pt x="88" y="9"/>
                  <a:pt x="91" y="10"/>
                  <a:pt x="93" y="11"/>
                </a:cubicBezTo>
                <a:cubicBezTo>
                  <a:pt x="95" y="12"/>
                  <a:pt x="95" y="12"/>
                  <a:pt x="95" y="12"/>
                </a:cubicBezTo>
                <a:cubicBezTo>
                  <a:pt x="68" y="38"/>
                  <a:pt x="68" y="38"/>
                  <a:pt x="68" y="38"/>
                </a:cubicBezTo>
                <a:lnTo>
                  <a:pt x="68" y="24"/>
                </a:lnTo>
                <a:close/>
                <a:moveTo>
                  <a:pt x="68" y="45"/>
                </a:moveTo>
                <a:cubicBezTo>
                  <a:pt x="99" y="14"/>
                  <a:pt x="99" y="14"/>
                  <a:pt x="99" y="14"/>
                </a:cubicBezTo>
                <a:cubicBezTo>
                  <a:pt x="100" y="15"/>
                  <a:pt x="100" y="15"/>
                  <a:pt x="100" y="15"/>
                </a:cubicBezTo>
                <a:cubicBezTo>
                  <a:pt x="102" y="17"/>
                  <a:pt x="104" y="18"/>
                  <a:pt x="106" y="20"/>
                </a:cubicBezTo>
                <a:cubicBezTo>
                  <a:pt x="107" y="21"/>
                  <a:pt x="107" y="21"/>
                  <a:pt x="107" y="21"/>
                </a:cubicBezTo>
                <a:cubicBezTo>
                  <a:pt x="68" y="59"/>
                  <a:pt x="68" y="59"/>
                  <a:pt x="68" y="59"/>
                </a:cubicBezTo>
                <a:lnTo>
                  <a:pt x="68" y="45"/>
                </a:lnTo>
                <a:close/>
                <a:moveTo>
                  <a:pt x="115" y="97"/>
                </a:moveTo>
                <a:cubicBezTo>
                  <a:pt x="113" y="100"/>
                  <a:pt x="111" y="104"/>
                  <a:pt x="108" y="106"/>
                </a:cubicBezTo>
                <a:cubicBezTo>
                  <a:pt x="104" y="110"/>
                  <a:pt x="100" y="113"/>
                  <a:pt x="95" y="116"/>
                </a:cubicBezTo>
                <a:cubicBezTo>
                  <a:pt x="86" y="121"/>
                  <a:pt x="76" y="123"/>
                  <a:pt x="66" y="123"/>
                </a:cubicBezTo>
                <a:cubicBezTo>
                  <a:pt x="61" y="123"/>
                  <a:pt x="56" y="123"/>
                  <a:pt x="51" y="121"/>
                </a:cubicBezTo>
                <a:cubicBezTo>
                  <a:pt x="46" y="120"/>
                  <a:pt x="41" y="118"/>
                  <a:pt x="36" y="115"/>
                </a:cubicBezTo>
                <a:cubicBezTo>
                  <a:pt x="29" y="111"/>
                  <a:pt x="23" y="106"/>
                  <a:pt x="19" y="100"/>
                </a:cubicBezTo>
                <a:cubicBezTo>
                  <a:pt x="14" y="94"/>
                  <a:pt x="11" y="87"/>
                  <a:pt x="9" y="79"/>
                </a:cubicBezTo>
                <a:cubicBezTo>
                  <a:pt x="7" y="72"/>
                  <a:pt x="6" y="64"/>
                  <a:pt x="7" y="57"/>
                </a:cubicBezTo>
                <a:cubicBezTo>
                  <a:pt x="8" y="49"/>
                  <a:pt x="11" y="41"/>
                  <a:pt x="15" y="34"/>
                </a:cubicBezTo>
                <a:cubicBezTo>
                  <a:pt x="17" y="30"/>
                  <a:pt x="21" y="25"/>
                  <a:pt x="24" y="22"/>
                </a:cubicBezTo>
                <a:cubicBezTo>
                  <a:pt x="28" y="18"/>
                  <a:pt x="32" y="15"/>
                  <a:pt x="37" y="12"/>
                </a:cubicBezTo>
                <a:cubicBezTo>
                  <a:pt x="44" y="8"/>
                  <a:pt x="53" y="5"/>
                  <a:pt x="62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64"/>
                  <a:pt x="64" y="64"/>
                  <a:pt x="64" y="64"/>
                </a:cubicBezTo>
                <a:cubicBezTo>
                  <a:pt x="64" y="65"/>
                  <a:pt x="64" y="66"/>
                  <a:pt x="65" y="66"/>
                </a:cubicBezTo>
                <a:cubicBezTo>
                  <a:pt x="116" y="96"/>
                  <a:pt x="116" y="96"/>
                  <a:pt x="116" y="96"/>
                </a:cubicBezTo>
                <a:lnTo>
                  <a:pt x="115" y="97"/>
                </a:lnTo>
                <a:close/>
                <a:moveTo>
                  <a:pt x="119" y="92"/>
                </a:moveTo>
                <a:cubicBezTo>
                  <a:pt x="110" y="87"/>
                  <a:pt x="110" y="87"/>
                  <a:pt x="110" y="87"/>
                </a:cubicBezTo>
                <a:cubicBezTo>
                  <a:pt x="125" y="72"/>
                  <a:pt x="125" y="72"/>
                  <a:pt x="125" y="72"/>
                </a:cubicBezTo>
                <a:cubicBezTo>
                  <a:pt x="124" y="77"/>
                  <a:pt x="124" y="77"/>
                  <a:pt x="124" y="77"/>
                </a:cubicBezTo>
                <a:cubicBezTo>
                  <a:pt x="123" y="81"/>
                  <a:pt x="121" y="86"/>
                  <a:pt x="119" y="90"/>
                </a:cubicBezTo>
                <a:lnTo>
                  <a:pt x="119" y="92"/>
                </a:lnTo>
                <a:close/>
              </a:path>
            </a:pathLst>
          </a:cu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微软雅黑"/>
            </a:endParaRPr>
          </a:p>
        </p:txBody>
      </p:sp>
      <p:grpSp>
        <p:nvGrpSpPr>
          <p:cNvPr id="1229" name="组合 68"/>
          <p:cNvGrpSpPr/>
          <p:nvPr/>
        </p:nvGrpSpPr>
        <p:grpSpPr>
          <a:xfrm>
            <a:off x="5476680" y="3710160"/>
            <a:ext cx="466920" cy="466920"/>
            <a:chOff x="5476680" y="3710160"/>
            <a:chExt cx="466920" cy="466920"/>
          </a:xfrm>
        </p:grpSpPr>
        <p:sp>
          <p:nvSpPr>
            <p:cNvPr id="1230" name="Freeform 228"/>
            <p:cNvSpPr/>
            <p:nvPr/>
          </p:nvSpPr>
          <p:spPr>
            <a:xfrm>
              <a:off x="5476680" y="3710160"/>
              <a:ext cx="466920" cy="466920"/>
            </a:xfrm>
            <a:custGeom>
              <a:avLst/>
              <a:gdLst>
                <a:gd name="textAreaLeft" fmla="*/ 0 w 466920"/>
                <a:gd name="textAreaRight" fmla="*/ 468000 w 466920"/>
                <a:gd name="textAreaTop" fmla="*/ 0 h 466920"/>
                <a:gd name="textAreaBottom" fmla="*/ 468000 h 466920"/>
                <a:gd name="GluePoint1X" fmla="*/ 64 w 128"/>
                <a:gd name="GluePoint1Y" fmla="*/ 0 h 128"/>
                <a:gd name="GluePoint2X" fmla="*/ 0 w 128"/>
                <a:gd name="GluePoint2Y" fmla="*/ 64 h 128"/>
                <a:gd name="GluePoint3X" fmla="*/ 64 w 128"/>
                <a:gd name="GluePoint3Y" fmla="*/ 128 h 128"/>
                <a:gd name="GluePoint4X" fmla="*/ 128 w 128"/>
                <a:gd name="GluePoint4Y" fmla="*/ 64 h 128"/>
                <a:gd name="GluePoint5X" fmla="*/ 64 w 128"/>
                <a:gd name="GluePoint5Y" fmla="*/ 0 h 128"/>
                <a:gd name="GluePoint6X" fmla="*/ 106 w 128"/>
                <a:gd name="GluePoint6Y" fmla="*/ 106 h 128"/>
                <a:gd name="GluePoint7X" fmla="*/ 87 w 128"/>
                <a:gd name="GluePoint7Y" fmla="*/ 119 h 128"/>
                <a:gd name="GluePoint8X" fmla="*/ 64 w 128"/>
                <a:gd name="GluePoint8Y" fmla="*/ 123 h 128"/>
                <a:gd name="GluePoint9X" fmla="*/ 41 w 128"/>
                <a:gd name="GluePoint9Y" fmla="*/ 119 h 128"/>
                <a:gd name="GluePoint10X" fmla="*/ 22 w 128"/>
                <a:gd name="GluePoint10Y" fmla="*/ 106 h 128"/>
                <a:gd name="GluePoint11X" fmla="*/ 9 w 128"/>
                <a:gd name="GluePoint11Y" fmla="*/ 87 h 128"/>
                <a:gd name="GluePoint12X" fmla="*/ 5 w 128"/>
                <a:gd name="GluePoint12Y" fmla="*/ 64 h 128"/>
                <a:gd name="GluePoint13X" fmla="*/ 9 w 128"/>
                <a:gd name="GluePoint13Y" fmla="*/ 41 h 128"/>
                <a:gd name="GluePoint14X" fmla="*/ 22 w 128"/>
                <a:gd name="GluePoint14Y" fmla="*/ 22 h 128"/>
                <a:gd name="GluePoint15X" fmla="*/ 41 w 128"/>
                <a:gd name="GluePoint15Y" fmla="*/ 9 h 128"/>
                <a:gd name="GluePoint16X" fmla="*/ 87 w 128"/>
                <a:gd name="GluePoint16Y" fmla="*/ 9 h 128"/>
                <a:gd name="GluePoint17X" fmla="*/ 106 w 128"/>
                <a:gd name="GluePoint17Y" fmla="*/ 22 h 128"/>
                <a:gd name="GluePoint18X" fmla="*/ 119 w 128"/>
                <a:gd name="GluePoint18Y" fmla="*/ 41 h 128"/>
                <a:gd name="GluePoint19X" fmla="*/ 123 w 128"/>
                <a:gd name="GluePoint19Y" fmla="*/ 64 h 128"/>
                <a:gd name="GluePoint20X" fmla="*/ 119 w 128"/>
                <a:gd name="GluePoint20Y" fmla="*/ 87 h 128"/>
                <a:gd name="GluePoint21X" fmla="*/ 106 w 128"/>
                <a:gd name="GluePoint21Y" fmla="*/ 106 h 12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128" h="128">
                  <a:moveTo>
                    <a:pt x="64" y="0"/>
                  </a:moveTo>
                  <a:cubicBezTo>
                    <a:pt x="29" y="0"/>
                    <a:pt x="0" y="29"/>
                    <a:pt x="0" y="64"/>
                  </a:cubicBezTo>
                  <a:cubicBezTo>
                    <a:pt x="0" y="99"/>
                    <a:pt x="29" y="128"/>
                    <a:pt x="64" y="128"/>
                  </a:cubicBezTo>
                  <a:cubicBezTo>
                    <a:pt x="99" y="128"/>
                    <a:pt x="128" y="99"/>
                    <a:pt x="128" y="64"/>
                  </a:cubicBezTo>
                  <a:cubicBezTo>
                    <a:pt x="128" y="29"/>
                    <a:pt x="99" y="0"/>
                    <a:pt x="64" y="0"/>
                  </a:cubicBezTo>
                  <a:close/>
                  <a:moveTo>
                    <a:pt x="106" y="106"/>
                  </a:moveTo>
                  <a:cubicBezTo>
                    <a:pt x="101" y="111"/>
                    <a:pt x="94" y="116"/>
                    <a:pt x="87" y="119"/>
                  </a:cubicBezTo>
                  <a:cubicBezTo>
                    <a:pt x="80" y="122"/>
                    <a:pt x="72" y="123"/>
                    <a:pt x="64" y="123"/>
                  </a:cubicBezTo>
                  <a:cubicBezTo>
                    <a:pt x="56" y="123"/>
                    <a:pt x="48" y="122"/>
                    <a:pt x="41" y="119"/>
                  </a:cubicBezTo>
                  <a:cubicBezTo>
                    <a:pt x="34" y="116"/>
                    <a:pt x="27" y="111"/>
                    <a:pt x="22" y="106"/>
                  </a:cubicBezTo>
                  <a:cubicBezTo>
                    <a:pt x="17" y="101"/>
                    <a:pt x="12" y="94"/>
                    <a:pt x="9" y="87"/>
                  </a:cubicBezTo>
                  <a:cubicBezTo>
                    <a:pt x="6" y="80"/>
                    <a:pt x="5" y="72"/>
                    <a:pt x="5" y="64"/>
                  </a:cubicBezTo>
                  <a:cubicBezTo>
                    <a:pt x="5" y="56"/>
                    <a:pt x="6" y="48"/>
                    <a:pt x="9" y="41"/>
                  </a:cubicBezTo>
                  <a:cubicBezTo>
                    <a:pt x="12" y="34"/>
                    <a:pt x="17" y="27"/>
                    <a:pt x="22" y="22"/>
                  </a:cubicBezTo>
                  <a:cubicBezTo>
                    <a:pt x="27" y="17"/>
                    <a:pt x="34" y="12"/>
                    <a:pt x="41" y="9"/>
                  </a:cubicBezTo>
                  <a:cubicBezTo>
                    <a:pt x="56" y="3"/>
                    <a:pt x="72" y="3"/>
                    <a:pt x="87" y="9"/>
                  </a:cubicBezTo>
                  <a:cubicBezTo>
                    <a:pt x="94" y="12"/>
                    <a:pt x="101" y="17"/>
                    <a:pt x="106" y="22"/>
                  </a:cubicBezTo>
                  <a:cubicBezTo>
                    <a:pt x="111" y="27"/>
                    <a:pt x="116" y="34"/>
                    <a:pt x="119" y="41"/>
                  </a:cubicBezTo>
                  <a:cubicBezTo>
                    <a:pt x="122" y="48"/>
                    <a:pt x="123" y="56"/>
                    <a:pt x="123" y="64"/>
                  </a:cubicBezTo>
                  <a:cubicBezTo>
                    <a:pt x="123" y="72"/>
                    <a:pt x="122" y="80"/>
                    <a:pt x="119" y="87"/>
                  </a:cubicBezTo>
                  <a:cubicBezTo>
                    <a:pt x="116" y="94"/>
                    <a:pt x="112" y="101"/>
                    <a:pt x="106" y="106"/>
                  </a:cubicBez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31" name="Oval 229"/>
            <p:cNvSpPr/>
            <p:nvPr/>
          </p:nvSpPr>
          <p:spPr>
            <a:xfrm>
              <a:off x="5695920" y="3929400"/>
              <a:ext cx="28440" cy="28440"/>
            </a:xfrm>
            <a:prstGeom prst="ellipse">
              <a:avLst/>
            </a:pr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14400" tIns="10080" rIns="14400" bIns="100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32" name="Freeform 230"/>
            <p:cNvSpPr/>
            <p:nvPr/>
          </p:nvSpPr>
          <p:spPr>
            <a:xfrm>
              <a:off x="5637240" y="3784320"/>
              <a:ext cx="145800" cy="320040"/>
            </a:xfrm>
            <a:custGeom>
              <a:avLst/>
              <a:gdLst>
                <a:gd name="textAreaLeft" fmla="*/ 0 w 145800"/>
                <a:gd name="textAreaRight" fmla="*/ 146880 w 145800"/>
                <a:gd name="textAreaTop" fmla="*/ 0 h 320040"/>
                <a:gd name="textAreaBottom" fmla="*/ 321120 h 320040"/>
                <a:gd name="GluePoint1X" fmla="*/ 40 w 40"/>
                <a:gd name="GluePoint1Y" fmla="*/ 43 h 88"/>
                <a:gd name="GluePoint2X" fmla="*/ 40 w 40"/>
                <a:gd name="GluePoint2Y" fmla="*/ 43 h 88"/>
                <a:gd name="GluePoint3X" fmla="*/ 22 w 40"/>
                <a:gd name="GluePoint3Y" fmla="*/ 2 h 88"/>
                <a:gd name="GluePoint4X" fmla="*/ 18 w 40"/>
                <a:gd name="GluePoint4Y" fmla="*/ 2 h 88"/>
                <a:gd name="GluePoint5X" fmla="*/ 0 w 40"/>
                <a:gd name="GluePoint5Y" fmla="*/ 43 h 88"/>
                <a:gd name="GluePoint6X" fmla="*/ 0 w 40"/>
                <a:gd name="GluePoint6Y" fmla="*/ 44 h 88"/>
                <a:gd name="GluePoint7X" fmla="*/ 0 w 40"/>
                <a:gd name="GluePoint7Y" fmla="*/ 45 h 88"/>
                <a:gd name="GluePoint8X" fmla="*/ 0 w 40"/>
                <a:gd name="GluePoint8Y" fmla="*/ 45 h 88"/>
                <a:gd name="GluePoint9X" fmla="*/ 18 w 40"/>
                <a:gd name="GluePoint9Y" fmla="*/ 86 h 88"/>
                <a:gd name="GluePoint10X" fmla="*/ 22 w 40"/>
                <a:gd name="GluePoint10Y" fmla="*/ 86 h 88"/>
                <a:gd name="GluePoint11X" fmla="*/ 40 w 40"/>
                <a:gd name="GluePoint11Y" fmla="*/ 45 h 88"/>
                <a:gd name="GluePoint12X" fmla="*/ 40 w 40"/>
                <a:gd name="GluePoint12Y" fmla="*/ 44 h 88"/>
                <a:gd name="GluePoint13X" fmla="*/ 40 w 40"/>
                <a:gd name="GluePoint13Y" fmla="*/ 44 h 88"/>
                <a:gd name="GluePoint14X" fmla="*/ 40 w 40"/>
                <a:gd name="GluePoint14Y" fmla="*/ 44 h 88"/>
                <a:gd name="GluePoint15X" fmla="*/ 40 w 40"/>
                <a:gd name="GluePoint15Y" fmla="*/ 43 h 88"/>
                <a:gd name="GluePoint16X" fmla="*/ 20 w 40"/>
                <a:gd name="GluePoint16Y" fmla="*/ 80 h 88"/>
                <a:gd name="GluePoint17X" fmla="*/ 4 w 40"/>
                <a:gd name="GluePoint17Y" fmla="*/ 44 h 88"/>
                <a:gd name="GluePoint18X" fmla="*/ 20 w 40"/>
                <a:gd name="GluePoint18Y" fmla="*/ 9 h 88"/>
                <a:gd name="GluePoint19X" fmla="*/ 36 w 40"/>
                <a:gd name="GluePoint19Y" fmla="*/ 44 h 88"/>
                <a:gd name="GluePoint20X" fmla="*/ 20 w 40"/>
                <a:gd name="GluePoint20Y" fmla="*/ 80 h 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</a:cxnLst>
              <a:rect l="textAreaLeft" t="textAreaTop" r="textAreaRight" b="textAreaBottom"/>
              <a:pathLst>
                <a:path w="40" h="88">
                  <a:moveTo>
                    <a:pt x="40" y="43"/>
                  </a:moveTo>
                  <a:cubicBezTo>
                    <a:pt x="40" y="43"/>
                    <a:pt x="40" y="43"/>
                    <a:pt x="40" y="43"/>
                  </a:cubicBezTo>
                  <a:cubicBezTo>
                    <a:pt x="22" y="2"/>
                    <a:pt x="22" y="2"/>
                    <a:pt x="22" y="2"/>
                  </a:cubicBezTo>
                  <a:cubicBezTo>
                    <a:pt x="21" y="0"/>
                    <a:pt x="19" y="0"/>
                    <a:pt x="18" y="2"/>
                  </a:cubicBezTo>
                  <a:cubicBezTo>
                    <a:pt x="0" y="43"/>
                    <a:pt x="0" y="43"/>
                    <a:pt x="0" y="43"/>
                  </a:cubicBezTo>
                  <a:cubicBezTo>
                    <a:pt x="0" y="43"/>
                    <a:pt x="0" y="44"/>
                    <a:pt x="0" y="44"/>
                  </a:cubicBezTo>
                  <a:cubicBezTo>
                    <a:pt x="0" y="44"/>
                    <a:pt x="0" y="45"/>
                    <a:pt x="0" y="45"/>
                  </a:cubicBezTo>
                  <a:cubicBezTo>
                    <a:pt x="0" y="45"/>
                    <a:pt x="0" y="45"/>
                    <a:pt x="0" y="45"/>
                  </a:cubicBezTo>
                  <a:cubicBezTo>
                    <a:pt x="18" y="86"/>
                    <a:pt x="18" y="86"/>
                    <a:pt x="18" y="86"/>
                  </a:cubicBezTo>
                  <a:cubicBezTo>
                    <a:pt x="19" y="88"/>
                    <a:pt x="21" y="88"/>
                    <a:pt x="22" y="86"/>
                  </a:cubicBezTo>
                  <a:cubicBezTo>
                    <a:pt x="40" y="45"/>
                    <a:pt x="40" y="45"/>
                    <a:pt x="40" y="45"/>
                  </a:cubicBezTo>
                  <a:cubicBezTo>
                    <a:pt x="40" y="45"/>
                    <a:pt x="40" y="44"/>
                    <a:pt x="40" y="44"/>
                  </a:cubicBezTo>
                  <a:cubicBezTo>
                    <a:pt x="40" y="44"/>
                    <a:pt x="40" y="44"/>
                    <a:pt x="40" y="44"/>
                  </a:cubicBezTo>
                  <a:cubicBezTo>
                    <a:pt x="40" y="44"/>
                    <a:pt x="40" y="44"/>
                    <a:pt x="40" y="44"/>
                  </a:cubicBezTo>
                  <a:cubicBezTo>
                    <a:pt x="40" y="44"/>
                    <a:pt x="40" y="43"/>
                    <a:pt x="40" y="43"/>
                  </a:cubicBezTo>
                  <a:close/>
                  <a:moveTo>
                    <a:pt x="20" y="80"/>
                  </a:moveTo>
                  <a:cubicBezTo>
                    <a:pt x="4" y="44"/>
                    <a:pt x="4" y="44"/>
                    <a:pt x="4" y="44"/>
                  </a:cubicBezTo>
                  <a:cubicBezTo>
                    <a:pt x="20" y="9"/>
                    <a:pt x="20" y="9"/>
                    <a:pt x="20" y="9"/>
                  </a:cubicBezTo>
                  <a:cubicBezTo>
                    <a:pt x="36" y="44"/>
                    <a:pt x="36" y="44"/>
                    <a:pt x="36" y="44"/>
                  </a:cubicBezTo>
                  <a:lnTo>
                    <a:pt x="20" y="8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73080" tIns="45000" rIns="7308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微软雅黑"/>
              </a:endParaRPr>
            </a:p>
          </p:txBody>
        </p:sp>
      </p:grpSp>
    </p:spTree>
  </p:cSld>
  <p:transition spd="med">
    <p:pull dir="r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功能测试与指标核对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1234" name="内容占位符 1"/>
          <p:cNvSpPr/>
          <p:nvPr/>
        </p:nvSpPr>
        <p:spPr>
          <a:xfrm>
            <a:off x="1539720" y="1700280"/>
            <a:ext cx="9099000" cy="36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功能测试：三个脚本从零跑通——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M1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出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20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行统计、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M2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出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100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个向量与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97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个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STEP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、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M3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出指标表。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指标核对：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ACC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独立复算与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m3.py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逐位一致；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CD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与成功率与论文同量级（中位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CD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分别为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0.761e-3  0.787e-3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）。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5" name="半闭框 11"/>
          <p:cNvSpPr/>
          <p:nvPr/>
        </p:nvSpPr>
        <p:spPr>
          <a:xfrm>
            <a:off x="1059120" y="1459800"/>
            <a:ext cx="479520" cy="479520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微软雅黑"/>
            </a:endParaRPr>
          </a:p>
        </p:txBody>
      </p:sp>
      <p:sp>
        <p:nvSpPr>
          <p:cNvPr id="1236" name="半闭框 12"/>
          <p:cNvSpPr/>
          <p:nvPr/>
        </p:nvSpPr>
        <p:spPr>
          <a:xfrm flipH="1" flipV="1">
            <a:off x="10639080" y="5185080"/>
            <a:ext cx="479520" cy="479520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微软雅黑"/>
            </a:endParaRPr>
          </a:p>
        </p:txBody>
      </p:sp>
    </p:spTree>
  </p:cSld>
  <p:transition spd="med">
    <p:pull dir="r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7" name="组合 2"/>
          <p:cNvGrpSpPr/>
          <p:nvPr/>
        </p:nvGrpSpPr>
        <p:grpSpPr>
          <a:xfrm>
            <a:off x="5891760" y="3000240"/>
            <a:ext cx="4377240" cy="856440"/>
            <a:chOff x="5891760" y="3000240"/>
            <a:chExt cx="4377240" cy="856440"/>
          </a:xfrm>
        </p:grpSpPr>
        <p:sp>
          <p:nvSpPr>
            <p:cNvPr id="1238" name="文本框 18"/>
            <p:cNvSpPr/>
            <p:nvPr/>
          </p:nvSpPr>
          <p:spPr>
            <a:xfrm>
              <a:off x="6853680" y="3105720"/>
              <a:ext cx="3415320" cy="64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zh-CN" sz="3600" b="1" u="none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结果与讨论</a:t>
              </a:r>
              <a:endPara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9" name="椭圆 19"/>
            <p:cNvSpPr/>
            <p:nvPr/>
          </p:nvSpPr>
          <p:spPr>
            <a:xfrm>
              <a:off x="5891760" y="3000240"/>
              <a:ext cx="856440" cy="8564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lang="en-US" sz="4000" b="1" u="none" strike="noStrike">
                  <a:solidFill>
                    <a:schemeClr val="lt1"/>
                  </a:solidFill>
                  <a:effectLst/>
                  <a:uFillTx/>
                  <a:latin typeface="Consolas"/>
                  <a:ea typeface="Consolas"/>
                </a:rPr>
                <a:t>4</a:t>
              </a:r>
              <a:endPara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p:transition spd="med">
    <p:pull dir="r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模块完成情况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grpSp>
        <p:nvGrpSpPr>
          <p:cNvPr id="1241" name="组合 10"/>
          <p:cNvGrpSpPr/>
          <p:nvPr/>
        </p:nvGrpSpPr>
        <p:grpSpPr>
          <a:xfrm>
            <a:off x="640800" y="1607400"/>
            <a:ext cx="2158920" cy="3916080"/>
            <a:chOff x="640800" y="1607400"/>
            <a:chExt cx="2158920" cy="3916080"/>
          </a:xfrm>
        </p:grpSpPr>
        <p:sp>
          <p:nvSpPr>
            <p:cNvPr id="1242" name="矩形 11"/>
            <p:cNvSpPr/>
            <p:nvPr/>
          </p:nvSpPr>
          <p:spPr>
            <a:xfrm>
              <a:off x="640800" y="2238840"/>
              <a:ext cx="718920" cy="7092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27000" rIns="90000" bIns="27000" anchor="ctr">
              <a:noAutofit/>
            </a:bodyPr>
            <a:p>
              <a:endParaRPr lang="en-US" sz="20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43" name="文本框 12"/>
            <p:cNvSpPr/>
            <p:nvPr/>
          </p:nvSpPr>
          <p:spPr>
            <a:xfrm>
              <a:off x="640800" y="1607400"/>
              <a:ext cx="1690920" cy="45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US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M1</a:t>
              </a:r>
              <a:r>
                <a:rPr lang="zh-CN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已完成 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4" name="文本框 13"/>
            <p:cNvSpPr/>
            <p:nvPr/>
          </p:nvSpPr>
          <p:spPr>
            <a:xfrm>
              <a:off x="640800" y="2542320"/>
              <a:ext cx="2158920" cy="298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45000" rIns="90000" bIns="45000" anchor="t">
              <a:noAutofit/>
            </a:bodyPr>
            <a:p>
              <a:pPr defTabSz="914400">
                <a:lnSpc>
                  <a:spcPct val="150000"/>
                </a:lnSpc>
              </a:pP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20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个样本的命令统计，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3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个零件讲解与命令序列。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245" name="组合 14"/>
          <p:cNvGrpSpPr/>
          <p:nvPr/>
        </p:nvGrpSpPr>
        <p:grpSpPr>
          <a:xfrm>
            <a:off x="5025600" y="1607400"/>
            <a:ext cx="2158920" cy="3916080"/>
            <a:chOff x="5025600" y="1607400"/>
            <a:chExt cx="2158920" cy="3916080"/>
          </a:xfrm>
        </p:grpSpPr>
        <p:sp>
          <p:nvSpPr>
            <p:cNvPr id="1246" name="矩形 15"/>
            <p:cNvSpPr/>
            <p:nvPr/>
          </p:nvSpPr>
          <p:spPr>
            <a:xfrm>
              <a:off x="5025600" y="2238840"/>
              <a:ext cx="718920" cy="7092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27000" rIns="90000" bIns="27000" anchor="ctr">
              <a:noAutofit/>
            </a:bodyPr>
            <a:p>
              <a:endParaRPr lang="en-US" sz="20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47" name="文本框 16"/>
            <p:cNvSpPr/>
            <p:nvPr/>
          </p:nvSpPr>
          <p:spPr>
            <a:xfrm>
              <a:off x="5025600" y="1607400"/>
              <a:ext cx="1690920" cy="45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US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M2</a:t>
              </a:r>
              <a:r>
                <a:rPr lang="zh-CN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已完成 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8" name="文本框 17"/>
            <p:cNvSpPr/>
            <p:nvPr/>
          </p:nvSpPr>
          <p:spPr>
            <a:xfrm>
              <a:off x="5025600" y="2542320"/>
              <a:ext cx="2158920" cy="298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45000" rIns="90000" bIns="45000" anchor="t">
              <a:noAutofit/>
            </a:bodyPr>
            <a:p>
              <a:pPr defTabSz="914400">
                <a:lnSpc>
                  <a:spcPct val="150000"/>
                </a:lnSpc>
              </a:pP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固定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100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个测试样本，全部推理成功，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97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个导出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STEP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。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249" name="组合 18"/>
          <p:cNvGrpSpPr/>
          <p:nvPr/>
        </p:nvGrpSpPr>
        <p:grpSpPr>
          <a:xfrm>
            <a:off x="9410400" y="1607400"/>
            <a:ext cx="2158920" cy="3916080"/>
            <a:chOff x="9410400" y="1607400"/>
            <a:chExt cx="2158920" cy="3916080"/>
          </a:xfrm>
        </p:grpSpPr>
        <p:sp>
          <p:nvSpPr>
            <p:cNvPr id="1250" name="矩形 19"/>
            <p:cNvSpPr/>
            <p:nvPr/>
          </p:nvSpPr>
          <p:spPr>
            <a:xfrm>
              <a:off x="9410400" y="2238840"/>
              <a:ext cx="718920" cy="7092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27000" rIns="90000" bIns="27000" anchor="ctr">
              <a:noAutofit/>
            </a:bodyPr>
            <a:p>
              <a:endParaRPr lang="en-US" sz="2000" b="0" u="none" strike="noStrike">
                <a:solidFill>
                  <a:schemeClr val="lt1"/>
                </a:solidFill>
                <a:effectLst/>
                <a:uFillTx/>
                <a:latin typeface="微软雅黑"/>
              </a:endParaRPr>
            </a:p>
          </p:txBody>
        </p:sp>
        <p:sp>
          <p:nvSpPr>
            <p:cNvPr id="1251" name="文本框 20"/>
            <p:cNvSpPr/>
            <p:nvPr/>
          </p:nvSpPr>
          <p:spPr>
            <a:xfrm>
              <a:off x="9410400" y="1607400"/>
              <a:ext cx="1690920" cy="45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US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M3</a:t>
              </a:r>
              <a:r>
                <a:rPr lang="zh-CN" sz="2400" b="1" u="none" spc="99" strike="noStrike">
                  <a:solidFill>
                    <a:schemeClr val="accent1"/>
                  </a:solidFill>
                  <a:effectLst/>
                  <a:uFillTx/>
                  <a:latin typeface="Consolas"/>
                  <a:ea typeface="Consolas"/>
                </a:rPr>
                <a:t>已完成 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2" name="文本框 21"/>
            <p:cNvSpPr/>
            <p:nvPr/>
          </p:nvSpPr>
          <p:spPr>
            <a:xfrm>
              <a:off x="9410400" y="2542320"/>
              <a:ext cx="2158920" cy="298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45000" rIns="90000" bIns="45000" anchor="t">
              <a:noAutofit/>
            </a:bodyPr>
            <a:p>
              <a:pPr defTabSz="914400">
                <a:lnSpc>
                  <a:spcPct val="150000"/>
                </a:lnSpc>
              </a:pP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1000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个样本，三项指标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+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短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/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中</a:t>
              </a:r>
              <a:r>
                <a:rPr lang="en-US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/</a:t>
              </a:r>
              <a:r>
                <a:rPr lang="zh-CN" sz="1800" b="0" u="none" spc="99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长分组。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53" name="right-arrow_339913"/>
          <p:cNvSpPr/>
          <p:nvPr/>
        </p:nvSpPr>
        <p:spPr>
          <a:xfrm>
            <a:off x="3520080" y="2950200"/>
            <a:ext cx="608760" cy="607320"/>
          </a:xfrm>
          <a:custGeom>
            <a:avLst/>
            <a:gdLst>
              <a:gd name="textAreaLeft" fmla="*/ 0 w 608760"/>
              <a:gd name="textAreaRight" fmla="*/ 609840 w 608760"/>
              <a:gd name="textAreaTop" fmla="*/ 0 h 607320"/>
              <a:gd name="textAreaBottom" fmla="*/ 608400 h 607320"/>
              <a:gd name="GluePoint1X" fmla="*/ 312860 w 607729"/>
              <a:gd name="GluePoint1Y" fmla="*/ 3534 h 606561"/>
              <a:gd name="GluePoint2X" fmla="*/ 603991 w 607729"/>
              <a:gd name="GluePoint2Y" fmla="*/ 294222 h 606561"/>
              <a:gd name="GluePoint3X" fmla="*/ 603991 w 607729"/>
              <a:gd name="GluePoint3Y" fmla="*/ 312084 h 606561"/>
              <a:gd name="GluePoint4X" fmla="*/ 312860 w 607729"/>
              <a:gd name="GluePoint4Y" fmla="*/ 602772 h 606561"/>
              <a:gd name="GluePoint5X" fmla="*/ 312593 w 607729"/>
              <a:gd name="GluePoint5Y" fmla="*/ 602949 h 606561"/>
              <a:gd name="GluePoint6X" fmla="*/ 294792 w 607729"/>
              <a:gd name="GluePoint6Y" fmla="*/ 602772 h 606561"/>
              <a:gd name="GluePoint7X" fmla="*/ 295059 w 607729"/>
              <a:gd name="GluePoint7Y" fmla="*/ 584909 h 606561"/>
              <a:gd name="GluePoint8X" fmla="*/ 577201 w 607729"/>
              <a:gd name="GluePoint8Y" fmla="*/ 303108 h 606561"/>
              <a:gd name="GluePoint9X" fmla="*/ 295059 w 607729"/>
              <a:gd name="GluePoint9Y" fmla="*/ 21308 h 606561"/>
              <a:gd name="GluePoint10X" fmla="*/ 295059 w 607729"/>
              <a:gd name="GluePoint10Y" fmla="*/ 3800 h 606561"/>
              <a:gd name="GluePoint11X" fmla="*/ 312860 w 607729"/>
              <a:gd name="GluePoint11Y" fmla="*/ 3534 h 606561"/>
              <a:gd name="GluePoint12X" fmla="*/ 21707 w 607729"/>
              <a:gd name="GluePoint12Y" fmla="*/ 3534 h 606561"/>
              <a:gd name="GluePoint13X" fmla="*/ 312838 w 607729"/>
              <a:gd name="GluePoint13Y" fmla="*/ 294222 h 606561"/>
              <a:gd name="GluePoint14X" fmla="*/ 312838 w 607729"/>
              <a:gd name="GluePoint14Y" fmla="*/ 312084 h 606561"/>
              <a:gd name="GluePoint15X" fmla="*/ 21707 w 607729"/>
              <a:gd name="GluePoint15Y" fmla="*/ 602772 h 606561"/>
              <a:gd name="GluePoint16X" fmla="*/ 21440 w 607729"/>
              <a:gd name="GluePoint16Y" fmla="*/ 602949 h 606561"/>
              <a:gd name="GluePoint17X" fmla="*/ 3639 w 607729"/>
              <a:gd name="GluePoint17Y" fmla="*/ 602772 h 606561"/>
              <a:gd name="GluePoint18X" fmla="*/ 3906 w 607729"/>
              <a:gd name="GluePoint18Y" fmla="*/ 584909 h 606561"/>
              <a:gd name="GluePoint19X" fmla="*/ 286047 w 607729"/>
              <a:gd name="GluePoint19Y" fmla="*/ 303197 h 606561"/>
              <a:gd name="GluePoint20X" fmla="*/ 3906 w 607729"/>
              <a:gd name="GluePoint20Y" fmla="*/ 21485 h 606561"/>
              <a:gd name="GluePoint21X" fmla="*/ 3906 w 607729"/>
              <a:gd name="GluePoint21Y" fmla="*/ 3889 h 606561"/>
              <a:gd name="GluePoint22X" fmla="*/ 21707 w 607729"/>
              <a:gd name="GluePoint22Y" fmla="*/ 3534 h 60656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</a:cxnLst>
            <a:rect l="textAreaLeft" t="textAreaTop" r="textAreaRight" b="textAreaBottom"/>
            <a:pathLst>
              <a:path w="607729" h="606561">
                <a:moveTo>
                  <a:pt x="312860" y="3534"/>
                </a:moveTo>
                <a:lnTo>
                  <a:pt x="603991" y="294222"/>
                </a:lnTo>
                <a:cubicBezTo>
                  <a:pt x="608975" y="299109"/>
                  <a:pt x="608975" y="307107"/>
                  <a:pt x="603991" y="312084"/>
                </a:cubicBezTo>
                <a:lnTo>
                  <a:pt x="312860" y="602772"/>
                </a:lnTo>
                <a:lnTo>
                  <a:pt x="312593" y="602949"/>
                </a:lnTo>
                <a:cubicBezTo>
                  <a:pt x="307698" y="607926"/>
                  <a:pt x="299688" y="607659"/>
                  <a:pt x="294792" y="602772"/>
                </a:cubicBezTo>
                <a:cubicBezTo>
                  <a:pt x="289808" y="597795"/>
                  <a:pt x="289986" y="589708"/>
                  <a:pt x="295059" y="584909"/>
                </a:cubicBezTo>
                <a:lnTo>
                  <a:pt x="577201" y="303108"/>
                </a:lnTo>
                <a:lnTo>
                  <a:pt x="295059" y="21308"/>
                </a:lnTo>
                <a:cubicBezTo>
                  <a:pt x="290342" y="16420"/>
                  <a:pt x="290342" y="8688"/>
                  <a:pt x="295059" y="3800"/>
                </a:cubicBezTo>
                <a:cubicBezTo>
                  <a:pt x="299866" y="-1176"/>
                  <a:pt x="307787" y="-1265"/>
                  <a:pt x="312860" y="3534"/>
                </a:cubicBezTo>
                <a:close/>
                <a:moveTo>
                  <a:pt x="21707" y="3534"/>
                </a:moveTo>
                <a:lnTo>
                  <a:pt x="312838" y="294222"/>
                </a:lnTo>
                <a:cubicBezTo>
                  <a:pt x="317822" y="299109"/>
                  <a:pt x="317822" y="307107"/>
                  <a:pt x="312838" y="312084"/>
                </a:cubicBezTo>
                <a:lnTo>
                  <a:pt x="21707" y="602772"/>
                </a:lnTo>
                <a:lnTo>
                  <a:pt x="21440" y="602949"/>
                </a:lnTo>
                <a:cubicBezTo>
                  <a:pt x="16544" y="607926"/>
                  <a:pt x="8534" y="607659"/>
                  <a:pt x="3639" y="602772"/>
                </a:cubicBezTo>
                <a:cubicBezTo>
                  <a:pt x="-1345" y="597795"/>
                  <a:pt x="-1167" y="589708"/>
                  <a:pt x="3906" y="584909"/>
                </a:cubicBezTo>
                <a:lnTo>
                  <a:pt x="286047" y="303197"/>
                </a:lnTo>
                <a:lnTo>
                  <a:pt x="3906" y="21485"/>
                </a:lnTo>
                <a:cubicBezTo>
                  <a:pt x="-811" y="16509"/>
                  <a:pt x="-811" y="8866"/>
                  <a:pt x="3906" y="3889"/>
                </a:cubicBezTo>
                <a:cubicBezTo>
                  <a:pt x="8712" y="-1176"/>
                  <a:pt x="16811" y="-1265"/>
                  <a:pt x="21707" y="3534"/>
                </a:cubicBezTo>
                <a:close/>
              </a:path>
            </a:pathLst>
          </a:cu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254" name="right-arrow_339913"/>
          <p:cNvSpPr/>
          <p:nvPr/>
        </p:nvSpPr>
        <p:spPr>
          <a:xfrm>
            <a:off x="7993080" y="2950200"/>
            <a:ext cx="608760" cy="607320"/>
          </a:xfrm>
          <a:custGeom>
            <a:avLst/>
            <a:gdLst>
              <a:gd name="textAreaLeft" fmla="*/ 0 w 608760"/>
              <a:gd name="textAreaRight" fmla="*/ 609840 w 608760"/>
              <a:gd name="textAreaTop" fmla="*/ 0 h 607320"/>
              <a:gd name="textAreaBottom" fmla="*/ 608400 h 607320"/>
              <a:gd name="GluePoint1X" fmla="*/ 312860 w 607729"/>
              <a:gd name="GluePoint1Y" fmla="*/ 3534 h 606561"/>
              <a:gd name="GluePoint2X" fmla="*/ 603991 w 607729"/>
              <a:gd name="GluePoint2Y" fmla="*/ 294222 h 606561"/>
              <a:gd name="GluePoint3X" fmla="*/ 603991 w 607729"/>
              <a:gd name="GluePoint3Y" fmla="*/ 312084 h 606561"/>
              <a:gd name="GluePoint4X" fmla="*/ 312860 w 607729"/>
              <a:gd name="GluePoint4Y" fmla="*/ 602772 h 606561"/>
              <a:gd name="GluePoint5X" fmla="*/ 312593 w 607729"/>
              <a:gd name="GluePoint5Y" fmla="*/ 602949 h 606561"/>
              <a:gd name="GluePoint6X" fmla="*/ 294792 w 607729"/>
              <a:gd name="GluePoint6Y" fmla="*/ 602772 h 606561"/>
              <a:gd name="GluePoint7X" fmla="*/ 295059 w 607729"/>
              <a:gd name="GluePoint7Y" fmla="*/ 584909 h 606561"/>
              <a:gd name="GluePoint8X" fmla="*/ 577201 w 607729"/>
              <a:gd name="GluePoint8Y" fmla="*/ 303108 h 606561"/>
              <a:gd name="GluePoint9X" fmla="*/ 295059 w 607729"/>
              <a:gd name="GluePoint9Y" fmla="*/ 21308 h 606561"/>
              <a:gd name="GluePoint10X" fmla="*/ 295059 w 607729"/>
              <a:gd name="GluePoint10Y" fmla="*/ 3800 h 606561"/>
              <a:gd name="GluePoint11X" fmla="*/ 312860 w 607729"/>
              <a:gd name="GluePoint11Y" fmla="*/ 3534 h 606561"/>
              <a:gd name="GluePoint12X" fmla="*/ 21707 w 607729"/>
              <a:gd name="GluePoint12Y" fmla="*/ 3534 h 606561"/>
              <a:gd name="GluePoint13X" fmla="*/ 312838 w 607729"/>
              <a:gd name="GluePoint13Y" fmla="*/ 294222 h 606561"/>
              <a:gd name="GluePoint14X" fmla="*/ 312838 w 607729"/>
              <a:gd name="GluePoint14Y" fmla="*/ 312084 h 606561"/>
              <a:gd name="GluePoint15X" fmla="*/ 21707 w 607729"/>
              <a:gd name="GluePoint15Y" fmla="*/ 602772 h 606561"/>
              <a:gd name="GluePoint16X" fmla="*/ 21440 w 607729"/>
              <a:gd name="GluePoint16Y" fmla="*/ 602949 h 606561"/>
              <a:gd name="GluePoint17X" fmla="*/ 3639 w 607729"/>
              <a:gd name="GluePoint17Y" fmla="*/ 602772 h 606561"/>
              <a:gd name="GluePoint18X" fmla="*/ 3906 w 607729"/>
              <a:gd name="GluePoint18Y" fmla="*/ 584909 h 606561"/>
              <a:gd name="GluePoint19X" fmla="*/ 286047 w 607729"/>
              <a:gd name="GluePoint19Y" fmla="*/ 303197 h 606561"/>
              <a:gd name="GluePoint20X" fmla="*/ 3906 w 607729"/>
              <a:gd name="GluePoint20Y" fmla="*/ 21485 h 606561"/>
              <a:gd name="GluePoint21X" fmla="*/ 3906 w 607729"/>
              <a:gd name="GluePoint21Y" fmla="*/ 3889 h 606561"/>
              <a:gd name="GluePoint22X" fmla="*/ 21707 w 607729"/>
              <a:gd name="GluePoint22Y" fmla="*/ 3534 h 60656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</a:cxnLst>
            <a:rect l="textAreaLeft" t="textAreaTop" r="textAreaRight" b="textAreaBottom"/>
            <a:pathLst>
              <a:path w="607729" h="606561">
                <a:moveTo>
                  <a:pt x="312860" y="3534"/>
                </a:moveTo>
                <a:lnTo>
                  <a:pt x="603991" y="294222"/>
                </a:lnTo>
                <a:cubicBezTo>
                  <a:pt x="608975" y="299109"/>
                  <a:pt x="608975" y="307107"/>
                  <a:pt x="603991" y="312084"/>
                </a:cubicBezTo>
                <a:lnTo>
                  <a:pt x="312860" y="602772"/>
                </a:lnTo>
                <a:lnTo>
                  <a:pt x="312593" y="602949"/>
                </a:lnTo>
                <a:cubicBezTo>
                  <a:pt x="307698" y="607926"/>
                  <a:pt x="299688" y="607659"/>
                  <a:pt x="294792" y="602772"/>
                </a:cubicBezTo>
                <a:cubicBezTo>
                  <a:pt x="289808" y="597795"/>
                  <a:pt x="289986" y="589708"/>
                  <a:pt x="295059" y="584909"/>
                </a:cubicBezTo>
                <a:lnTo>
                  <a:pt x="577201" y="303108"/>
                </a:lnTo>
                <a:lnTo>
                  <a:pt x="295059" y="21308"/>
                </a:lnTo>
                <a:cubicBezTo>
                  <a:pt x="290342" y="16420"/>
                  <a:pt x="290342" y="8688"/>
                  <a:pt x="295059" y="3800"/>
                </a:cubicBezTo>
                <a:cubicBezTo>
                  <a:pt x="299866" y="-1176"/>
                  <a:pt x="307787" y="-1265"/>
                  <a:pt x="312860" y="3534"/>
                </a:cubicBezTo>
                <a:close/>
                <a:moveTo>
                  <a:pt x="21707" y="3534"/>
                </a:moveTo>
                <a:lnTo>
                  <a:pt x="312838" y="294222"/>
                </a:lnTo>
                <a:cubicBezTo>
                  <a:pt x="317822" y="299109"/>
                  <a:pt x="317822" y="307107"/>
                  <a:pt x="312838" y="312084"/>
                </a:cubicBezTo>
                <a:lnTo>
                  <a:pt x="21707" y="602772"/>
                </a:lnTo>
                <a:lnTo>
                  <a:pt x="21440" y="602949"/>
                </a:lnTo>
                <a:cubicBezTo>
                  <a:pt x="16544" y="607926"/>
                  <a:pt x="8534" y="607659"/>
                  <a:pt x="3639" y="602772"/>
                </a:cubicBezTo>
                <a:cubicBezTo>
                  <a:pt x="-1345" y="597795"/>
                  <a:pt x="-1167" y="589708"/>
                  <a:pt x="3906" y="584909"/>
                </a:cubicBezTo>
                <a:lnTo>
                  <a:pt x="286047" y="303197"/>
                </a:lnTo>
                <a:lnTo>
                  <a:pt x="3906" y="21485"/>
                </a:lnTo>
                <a:cubicBezTo>
                  <a:pt x="-811" y="16509"/>
                  <a:pt x="-811" y="8866"/>
                  <a:pt x="3906" y="3889"/>
                </a:cubicBezTo>
                <a:cubicBezTo>
                  <a:pt x="8712" y="-1176"/>
                  <a:pt x="16811" y="-1265"/>
                  <a:pt x="21707" y="3534"/>
                </a:cubicBezTo>
                <a:close/>
              </a:path>
            </a:pathLst>
          </a:cu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transition spd="med">
    <p:pull dir="r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定量结果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graphicFrame>
        <p:nvGraphicFramePr>
          <p:cNvPr id="1256" name="表格 120"/>
          <p:cNvGraphicFramePr/>
          <p:nvPr/>
        </p:nvGraphicFramePr>
        <p:xfrm>
          <a:off x="1344240" y="1348920"/>
          <a:ext cx="9500760" cy="2486880"/>
        </p:xfrm>
        <a:graphic>
          <a:graphicData uri="http://schemas.openxmlformats.org/drawingml/2006/table">
            <a:tbl>
              <a:tblPr/>
              <a:tblGrid>
                <a:gridCol w="1187640"/>
                <a:gridCol w="1187640"/>
                <a:gridCol w="1187640"/>
                <a:gridCol w="1187640"/>
                <a:gridCol w="1187640"/>
                <a:gridCol w="1187640"/>
                <a:gridCol w="1187640"/>
                <a:gridCol w="1187640"/>
              </a:tblGrid>
              <a:tr h="544320"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分组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648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18720">
                      <a:solidFill>
                        <a:srgbClr val="006C39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样本数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6480">
                      <a:noFill/>
                      <a:prstDash val="solid"/>
                    </a:lnL>
                    <a:lnR w="648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18720">
                      <a:solidFill>
                        <a:srgbClr val="006C39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ACC_cmd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6480">
                      <a:noFill/>
                      <a:prstDash val="solid"/>
                    </a:lnL>
                    <a:lnR w="648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18720">
                      <a:solidFill>
                        <a:srgbClr val="006C39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ACC_param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6480">
                      <a:noFill/>
                      <a:prstDash val="solid"/>
                    </a:lnL>
                    <a:lnR w="648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18720">
                      <a:solidFill>
                        <a:srgbClr val="006C39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成功率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648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18720">
                      <a:solidFill>
                        <a:srgbClr val="006C39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CD mean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648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18720">
                      <a:solidFill>
                        <a:srgbClr val="006C39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Trimmed CD mean 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648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18720">
                      <a:solidFill>
                        <a:srgbClr val="006C39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CD median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648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18720">
                      <a:solidFill>
                        <a:srgbClr val="006C39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</a:tr>
              <a:tr h="485640"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短（≤</a:t>
                      </a: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20</a:t>
                      </a:r>
                      <a:r>
                        <a:rPr lang="zh-CN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）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802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0.9993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0.9903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648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99.0%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1.898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0.764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0.638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006C39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640"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中（</a:t>
                      </a: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21–40</a:t>
                      </a:r>
                      <a:r>
                        <a:rPr lang="zh-CN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）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164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0.9774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0.9234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93.9%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17.076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7.590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2.047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640"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长（</a:t>
                      </a: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&gt;40</a:t>
                      </a:r>
                      <a:r>
                        <a:rPr lang="zh-CN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）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34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0.9445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0.8505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73.5%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46.478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29.695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15.293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640"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总体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1000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0.9851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0.9512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97.3%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5.434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1.022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800" rIns="198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0.761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800" marR="1980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6480">
                      <a:solidFill>
                        <a:srgbClr val="E6E6E6"/>
                      </a:solidFill>
                      <a:prstDash val="solid"/>
                    </a:lnT>
                    <a:lnB w="6480">
                      <a:solidFill>
                        <a:srgbClr val="E6E6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57" name="TextBox 1261"/>
          <p:cNvSpPr/>
          <p:nvPr/>
        </p:nvSpPr>
        <p:spPr>
          <a:xfrm>
            <a:off x="868680" y="5440680"/>
            <a:ext cx="39132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F3F3F"/>
                </a:solidFill>
                <a:effectLst/>
                <a:uFillTx/>
                <a:latin typeface="Consolas"/>
                <a:ea typeface="Consolas"/>
              </a:rPr>
              <a:t>CD</a:t>
            </a:r>
            <a:r>
              <a:rPr lang="zh-CN" sz="1100" b="0" u="none" strike="noStrike">
                <a:solidFill>
                  <a:srgbClr val="3F3F3F"/>
                </a:solidFill>
                <a:effectLst/>
                <a:uFillTx/>
                <a:latin typeface="Consolas"/>
                <a:ea typeface="Consolas"/>
              </a:rPr>
              <a:t>单位</a:t>
            </a:r>
            <a:r>
              <a:rPr lang="en-US" sz="1100" b="0" u="none" strike="noStrike">
                <a:solidFill>
                  <a:srgbClr val="3F3F3F"/>
                </a:solidFill>
                <a:effectLst/>
                <a:uFillTx/>
                <a:latin typeface="Consolas"/>
                <a:ea typeface="Consolas"/>
              </a:rPr>
              <a:t>1e-3</a:t>
            </a:r>
            <a:r>
              <a:rPr lang="zh-CN" sz="1100" b="0" u="none" strike="noStrike">
                <a:solidFill>
                  <a:srgbClr val="3F3F3F"/>
                </a:solidFill>
                <a:effectLst/>
                <a:uFillTx/>
                <a:latin typeface="Consolas"/>
                <a:ea typeface="Consolas"/>
              </a:rPr>
              <a:t>；只对能建出几何的样本统计（</a:t>
            </a:r>
            <a:r>
              <a:rPr lang="en-US" sz="1100" b="0" u="none" strike="noStrike">
                <a:solidFill>
                  <a:srgbClr val="3F3F3F"/>
                </a:solidFill>
                <a:effectLst/>
                <a:uFillTx/>
                <a:latin typeface="Consolas"/>
                <a:ea typeface="Consolas"/>
              </a:rPr>
              <a:t>972/1000</a:t>
            </a:r>
            <a:r>
              <a:rPr lang="zh-CN" sz="1100" b="0" u="none" strike="noStrike">
                <a:solidFill>
                  <a:srgbClr val="3F3F3F"/>
                </a:solidFill>
                <a:effectLst/>
                <a:uFillTx/>
                <a:latin typeface="Consolas"/>
                <a:ea typeface="Consolas"/>
              </a:rPr>
              <a:t>）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med">
    <p:pull dir="r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代表案例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1259" name="矩形 30"/>
          <p:cNvSpPr/>
          <p:nvPr/>
        </p:nvSpPr>
        <p:spPr>
          <a:xfrm rot="16200000">
            <a:off x="163440" y="2991960"/>
            <a:ext cx="3230280" cy="191700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>
            <a:outerShdw algn="ctr" blurRad="165240" rotWithShape="0" sx="101000" sy="101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260" name="矩形 31"/>
          <p:cNvSpPr/>
          <p:nvPr/>
        </p:nvSpPr>
        <p:spPr>
          <a:xfrm rot="16200000">
            <a:off x="8821800" y="2991960"/>
            <a:ext cx="3230280" cy="191700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>
            <a:outerShdw algn="ctr" blurRad="165240" rotWithShape="0" sx="101000" sy="101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261" name="矩形 32"/>
          <p:cNvSpPr/>
          <p:nvPr/>
        </p:nvSpPr>
        <p:spPr>
          <a:xfrm rot="16200000">
            <a:off x="2009880" y="2656800"/>
            <a:ext cx="3593160" cy="222408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>
            <a:outerShdw algn="ctr" blurRad="165240" rotWithShape="0" sx="101000" sy="101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262" name="矩形 33"/>
          <p:cNvSpPr/>
          <p:nvPr/>
        </p:nvSpPr>
        <p:spPr>
          <a:xfrm rot="16200000">
            <a:off x="6591960" y="2656800"/>
            <a:ext cx="3593160" cy="222408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>
            <a:outerShdw algn="ctr" blurRad="165240" rotWithShape="0" sx="101000" sy="101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263" name="矩形 34"/>
          <p:cNvSpPr/>
          <p:nvPr/>
        </p:nvSpPr>
        <p:spPr>
          <a:xfrm rot="16200000">
            <a:off x="4100760" y="2334600"/>
            <a:ext cx="3999600" cy="246204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>
            <a:outerShdw algn="ctr" blurRad="165240" rotWithShape="0" sx="101000" sy="101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微软雅黑"/>
            </a:endParaRPr>
          </a:p>
        </p:txBody>
      </p:sp>
      <p:sp>
        <p:nvSpPr>
          <p:cNvPr id="1264" name="文本框 35"/>
          <p:cNvSpPr/>
          <p:nvPr/>
        </p:nvSpPr>
        <p:spPr>
          <a:xfrm>
            <a:off x="5382000" y="2901600"/>
            <a:ext cx="1478520" cy="11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案例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3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｜失败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·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参数偏差（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n=54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）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命令类型全对，几何明显偏差。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原因：连续参数量化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+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长序列误差累积。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5" name="文本框 36"/>
          <p:cNvSpPr/>
          <p:nvPr/>
        </p:nvSpPr>
        <p:spPr>
          <a:xfrm>
            <a:off x="7649280" y="3307680"/>
            <a:ext cx="1478520" cy="13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案例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4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｜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失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败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·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无法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重建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（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n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=47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）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模型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输出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无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效；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图示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为真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值。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原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因：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布尔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合并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返回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空实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体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（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O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CC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层）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。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6" name="文本框 37"/>
          <p:cNvSpPr/>
          <p:nvPr/>
        </p:nvSpPr>
        <p:spPr>
          <a:xfrm>
            <a:off x="1017360" y="3670560"/>
            <a:ext cx="1478520" cy="11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案例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1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｜成功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·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短（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n=3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）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命令与几何均与真值一致。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原因：序列极短，无误差累积空间。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7" name="文本框 38"/>
          <p:cNvSpPr/>
          <p:nvPr/>
        </p:nvSpPr>
        <p:spPr>
          <a:xfrm>
            <a:off x="9697680" y="3670560"/>
            <a:ext cx="1478520" cy="13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案例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5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｜失败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·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真值无效（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n=38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）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真值本身建不出（无真值点云）。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原因：数据集本身模型无效，与模型无关。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8" name="文本框 44"/>
          <p:cNvSpPr/>
          <p:nvPr/>
        </p:nvSpPr>
        <p:spPr>
          <a:xfrm>
            <a:off x="3063240" y="3307680"/>
            <a:ext cx="1478520" cy="11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案例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2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｜成功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·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长（</a:t>
            </a:r>
            <a:r>
              <a:rPr lang="en-US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n=47</a:t>
            </a: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）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长序列仍被完整重建。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</a:pPr>
            <a:r>
              <a:rPr lang="zh-CN" sz="1000" b="0" u="none" spc="300" strike="noStrike">
                <a:solidFill>
                  <a:srgbClr val="262626"/>
                </a:solidFill>
                <a:effectLst/>
                <a:uFillTx/>
                <a:latin typeface="Consolas"/>
                <a:ea typeface="Consolas"/>
              </a:rPr>
              <a:t>原因：几何关系简单。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9" name="Picture 45" descr="final_c1.png"/>
          <p:cNvPicPr/>
          <p:nvPr/>
        </p:nvPicPr>
        <p:blipFill>
          <a:blip r:embed="rId1"/>
          <a:stretch/>
        </p:blipFill>
        <p:spPr>
          <a:xfrm>
            <a:off x="937080" y="1005840"/>
            <a:ext cx="1721880" cy="132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0" name="Picture 46" descr="final_c2b.png"/>
          <p:cNvPicPr/>
          <p:nvPr/>
        </p:nvPicPr>
        <p:blipFill>
          <a:blip r:embed="rId2"/>
          <a:stretch/>
        </p:blipFill>
        <p:spPr>
          <a:xfrm>
            <a:off x="3089880" y="1005840"/>
            <a:ext cx="1721160" cy="132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1" name="Picture 47" descr="final_c2.png"/>
          <p:cNvPicPr/>
          <p:nvPr/>
        </p:nvPicPr>
        <p:blipFill>
          <a:blip r:embed="rId3"/>
          <a:stretch/>
        </p:blipFill>
        <p:spPr>
          <a:xfrm>
            <a:off x="5240520" y="1005840"/>
            <a:ext cx="1725120" cy="132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2" name="Picture 48" descr="final_c4c.png"/>
          <p:cNvPicPr/>
          <p:nvPr/>
        </p:nvPicPr>
        <p:blipFill>
          <a:blip r:embed="rId4"/>
          <a:stretch/>
        </p:blipFill>
        <p:spPr>
          <a:xfrm>
            <a:off x="7398000" y="1005840"/>
            <a:ext cx="1715040" cy="132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3" name="Picture 49" descr="final_c5.png"/>
          <p:cNvPicPr/>
          <p:nvPr/>
        </p:nvPicPr>
        <p:blipFill>
          <a:blip r:embed="rId5"/>
          <a:stretch/>
        </p:blipFill>
        <p:spPr>
          <a:xfrm>
            <a:off x="9545040" y="1005840"/>
            <a:ext cx="1726200" cy="1324800"/>
          </a:xfrm>
          <a:prstGeom prst="rect">
            <a:avLst/>
          </a:prstGeom>
          <a:noFill/>
          <a:ln w="0">
            <a:noFill/>
          </a:ln>
        </p:spPr>
      </p:pic>
    </p:spTree>
  </p:cSld>
  <p:transition spd="med">
    <p:pull dir="r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失败原因与局限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1275" name="文本占位符 4"/>
          <p:cNvSpPr/>
          <p:nvPr/>
        </p:nvSpPr>
        <p:spPr>
          <a:xfrm>
            <a:off x="1513440" y="2237760"/>
            <a:ext cx="3767040" cy="2422440"/>
          </a:xfrm>
          <a:prstGeom prst="rect">
            <a:avLst/>
          </a:prstGeom>
          <a:solidFill>
            <a:srgbClr val="FFFFFF"/>
          </a:solidFill>
          <a:ln w="28575">
            <a:solidFill>
              <a:srgbClr val="006C3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误差沿序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列累积——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实测失败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率短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1.0%→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中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6.1%→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长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26.5%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连续参数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与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256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级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量化的矛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盾：量化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误差会破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坏平行、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相切等关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系。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布尔合并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偶尔返回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空实体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OCC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层，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27/1000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6" name="文本占位符 5"/>
          <p:cNvSpPr/>
          <p:nvPr/>
        </p:nvSpPr>
        <p:spPr>
          <a:xfrm>
            <a:off x="6910560" y="2237760"/>
            <a:ext cx="3767040" cy="2422440"/>
          </a:xfrm>
          <a:prstGeom prst="rect">
            <a:avLst/>
          </a:prstGeom>
          <a:solidFill>
            <a:srgbClr val="FFFFFF"/>
          </a:solidFill>
          <a:ln w="28575">
            <a:solidFill>
              <a:srgbClr val="A13F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样本只覆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盖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sketch+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extrude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；论文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Discuss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ion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指出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fillet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等操作依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赖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B-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rep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，未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纳入。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CD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只统计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能建出几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何的样本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（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972/1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000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），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指标偏乐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观。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7" name="文本占位符 6"/>
          <p:cNvSpPr/>
          <p:nvPr/>
        </p:nvSpPr>
        <p:spPr>
          <a:xfrm>
            <a:off x="1513440" y="1372320"/>
            <a:ext cx="3767040" cy="86436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6C3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zh-CN" sz="28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失败原因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文本占位符 7"/>
          <p:cNvSpPr/>
          <p:nvPr/>
        </p:nvSpPr>
        <p:spPr>
          <a:xfrm>
            <a:off x="6910560" y="1372320"/>
            <a:ext cx="3767040" cy="864360"/>
          </a:xfrm>
          <a:prstGeom prst="rect">
            <a:avLst/>
          </a:prstGeom>
          <a:solidFill>
            <a:schemeClr val="accent4"/>
          </a:solidFill>
          <a:ln w="28575">
            <a:solidFill>
              <a:srgbClr val="A13F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zh-CN" sz="28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结论的局限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9" name="TextBox 1282"/>
          <p:cNvSpPr/>
          <p:nvPr/>
        </p:nvSpPr>
        <p:spPr>
          <a:xfrm>
            <a:off x="868680" y="4754880"/>
            <a:ext cx="4869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3F3F3F"/>
                </a:solidFill>
                <a:effectLst/>
                <a:uFillTx/>
                <a:latin typeface="Consolas"/>
                <a:ea typeface="Consolas"/>
              </a:rPr>
              <a:t>误差累积验证：同一批</a:t>
            </a:r>
            <a:r>
              <a:rPr lang="en-US" sz="1200" b="0" u="none" strike="noStrike">
                <a:solidFill>
                  <a:srgbClr val="3F3F3F"/>
                </a:solidFill>
                <a:effectLst/>
                <a:uFillTx/>
                <a:latin typeface="Consolas"/>
                <a:ea typeface="Consolas"/>
              </a:rPr>
              <a:t>544</a:t>
            </a:r>
            <a:r>
              <a:rPr lang="zh-CN" sz="1200" b="0" u="none" strike="noStrike">
                <a:solidFill>
                  <a:srgbClr val="3F3F3F"/>
                </a:solidFill>
                <a:effectLst/>
                <a:uFillTx/>
                <a:latin typeface="Consolas"/>
                <a:ea typeface="Consolas"/>
              </a:rPr>
              <a:t>个长样本（</a:t>
            </a:r>
            <a:r>
              <a:rPr lang="en-US" sz="1200" b="0" u="none" strike="noStrike">
                <a:solidFill>
                  <a:srgbClr val="3F3F3F"/>
                </a:solidFill>
                <a:effectLst/>
                <a:uFillTx/>
                <a:latin typeface="Consolas"/>
                <a:ea typeface="Consolas"/>
              </a:rPr>
              <a:t>n≥35</a:t>
            </a:r>
            <a:r>
              <a:rPr lang="zh-CN" sz="1200" b="0" u="none" strike="noStrike">
                <a:solidFill>
                  <a:srgbClr val="3F3F3F"/>
                </a:solidFill>
                <a:effectLst/>
                <a:uFillTx/>
                <a:latin typeface="Consolas"/>
                <a:ea typeface="Consolas"/>
              </a:rPr>
              <a:t>）内部，前后段准确率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0" name="Table 1283"/>
          <p:cNvGraphicFramePr/>
          <p:nvPr/>
        </p:nvGraphicFramePr>
        <p:xfrm>
          <a:off x="2377440" y="5047560"/>
          <a:ext cx="7406280" cy="1051200"/>
        </p:xfrm>
        <a:graphic>
          <a:graphicData uri="http://schemas.openxmlformats.org/drawingml/2006/table">
            <a:tbl>
              <a:tblPr/>
              <a:tblGrid>
                <a:gridCol w="2468880"/>
                <a:gridCol w="2468880"/>
                <a:gridCol w="2468880"/>
              </a:tblGrid>
              <a:tr h="262800">
                <a:tc>
                  <a:txBody>
                    <a:bodyPr t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位置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  <a:tc>
                  <a:txBody>
                    <a:bodyPr t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命令类型准确率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  <a:tc>
                  <a:txBody>
                    <a:bodyPr t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参数准确率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6C39"/>
                    </a:solidFill>
                  </a:tcPr>
                </a:tc>
              </a:tr>
              <a:tr h="262800">
                <a:tc>
                  <a:txBody>
                    <a:bodyPr t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前</a:t>
                      </a:r>
                      <a:r>
                        <a:rPr lang="en-US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10</a:t>
                      </a:r>
                      <a:r>
                        <a:rPr lang="zh-CN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条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t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0.9748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t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0.8989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262800">
                <a:tc>
                  <a:txBody>
                    <a:bodyPr t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中段（</a:t>
                      </a:r>
                      <a:r>
                        <a:rPr lang="en-US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10–25</a:t>
                      </a:r>
                      <a:r>
                        <a:rPr lang="zh-CN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）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t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0.9445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t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0.8567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262800">
                <a:tc>
                  <a:txBody>
                    <a:bodyPr t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后段（</a:t>
                      </a:r>
                      <a:r>
                        <a:rPr lang="en-US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25–60</a:t>
                      </a:r>
                      <a:r>
                        <a:rPr lang="zh-CN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）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t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0.9173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t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3F3F3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0.8410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transition spd="med">
    <p:pull dir="r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1" name="组合 2"/>
          <p:cNvGrpSpPr/>
          <p:nvPr/>
        </p:nvGrpSpPr>
        <p:grpSpPr>
          <a:xfrm>
            <a:off x="5891760" y="3000240"/>
            <a:ext cx="4377240" cy="856440"/>
            <a:chOff x="5891760" y="3000240"/>
            <a:chExt cx="4377240" cy="856440"/>
          </a:xfrm>
        </p:grpSpPr>
        <p:sp>
          <p:nvSpPr>
            <p:cNvPr id="1282" name="文本框 18"/>
            <p:cNvSpPr/>
            <p:nvPr/>
          </p:nvSpPr>
          <p:spPr>
            <a:xfrm>
              <a:off x="6853680" y="3105720"/>
              <a:ext cx="3415320" cy="64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zh-CN" sz="3600" b="1" u="none" strike="noStrike">
                  <a:solidFill>
                    <a:schemeClr val="dk1"/>
                  </a:solidFill>
                  <a:effectLst/>
                  <a:uFillTx/>
                  <a:latin typeface="Consolas"/>
                  <a:ea typeface="Consolas"/>
                </a:rPr>
                <a:t>结论与附录</a:t>
              </a:r>
              <a:endPara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3" name="椭圆 19"/>
            <p:cNvSpPr/>
            <p:nvPr/>
          </p:nvSpPr>
          <p:spPr>
            <a:xfrm>
              <a:off x="5891760" y="3000240"/>
              <a:ext cx="856440" cy="8564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lang="en-US" sz="4000" b="1" u="none" strike="noStrike">
                  <a:solidFill>
                    <a:schemeClr val="lt1"/>
                  </a:solidFill>
                  <a:effectLst/>
                  <a:uFillTx/>
                  <a:latin typeface="Consolas"/>
                  <a:ea typeface="Consolas"/>
                </a:rPr>
                <a:t>5</a:t>
              </a:r>
              <a:endPara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p:transition spd="med">
    <p:pull dir="r"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结论与下一步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1285" name="内容占位符 1"/>
          <p:cNvSpPr/>
          <p:nvPr/>
        </p:nvSpPr>
        <p:spPr>
          <a:xfrm>
            <a:off x="1539720" y="1700280"/>
            <a:ext cx="9099000" cy="36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19999"/>
          </a:bodyPr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DeepCAD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能解决什么：论文用固定起点（上一条曲线的终点）保证环闭合，用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256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级量化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+one-hot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把连续命令适配给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Transformer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下一步：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1.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把「指令建模」的思路接到自然语言与通用大模型上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2.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补齐失败样本的定量分析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3.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考虑模仿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LLM Tool Calling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，用外部约束与对应求解器解决概率模型的不稳定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6" name="半闭框 11"/>
          <p:cNvSpPr/>
          <p:nvPr/>
        </p:nvSpPr>
        <p:spPr>
          <a:xfrm>
            <a:off x="1059120" y="1459800"/>
            <a:ext cx="479520" cy="479520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微软雅黑"/>
            </a:endParaRPr>
          </a:p>
        </p:txBody>
      </p:sp>
      <p:sp>
        <p:nvSpPr>
          <p:cNvPr id="1287" name="半闭框 12"/>
          <p:cNvSpPr/>
          <p:nvPr/>
        </p:nvSpPr>
        <p:spPr>
          <a:xfrm flipH="1" flipV="1">
            <a:off x="10639080" y="5185080"/>
            <a:ext cx="479520" cy="479520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微软雅黑"/>
            </a:endParaRPr>
          </a:p>
        </p:txBody>
      </p:sp>
    </p:spTree>
  </p:cSld>
  <p:transition spd="med">
    <p:pull dir="r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PlaceHolder 1"/>
          <p:cNvSpPr>
            <a:spLocks noGrp="1"/>
          </p:cNvSpPr>
          <p:nvPr>
            <p:ph type="title"/>
          </p:nvPr>
        </p:nvSpPr>
        <p:spPr>
          <a:xfrm>
            <a:off x="577800" y="249120"/>
            <a:ext cx="8642880" cy="47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附录：来源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/</a:t>
            </a: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复跑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/AI</a:t>
            </a:r>
            <a:r>
              <a:rPr lang="zh-CN" sz="28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使用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sp>
        <p:nvSpPr>
          <p:cNvPr id="1289" name="内容占位符 1"/>
          <p:cNvSpPr/>
          <p:nvPr/>
        </p:nvSpPr>
        <p:spPr>
          <a:xfrm>
            <a:off x="1539720" y="1700280"/>
            <a:ext cx="9099000" cy="36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7500" lnSpcReduction="19999"/>
          </a:bodyPr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来源：论文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arXiv:2105.09492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；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官方代码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github.com/rundiwu/DeepCAD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。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复跑：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cd m1&amp;&amp;./m1.sh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；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cd m2&amp;&amp;./m2.sh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；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cd m3&amp;&amp;./m3.sh 1000 2000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。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AI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使用：见仓库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ai_use.md——AI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提供</a:t>
            </a:r>
            <a:r>
              <a:rPr lang="en-US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bash</a:t>
            </a:r>
            <a:r>
              <a:rPr lang="zh-CN" sz="2800" b="0" u="none" spc="300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指导、口径核对与部分脚本；数据整理、评价指标口径与检查规则由本人确定。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0" name="半闭框 11"/>
          <p:cNvSpPr/>
          <p:nvPr/>
        </p:nvSpPr>
        <p:spPr>
          <a:xfrm>
            <a:off x="1059120" y="1459800"/>
            <a:ext cx="479520" cy="479520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微软雅黑"/>
            </a:endParaRPr>
          </a:p>
        </p:txBody>
      </p:sp>
      <p:sp>
        <p:nvSpPr>
          <p:cNvPr id="1291" name="半闭框 12"/>
          <p:cNvSpPr/>
          <p:nvPr/>
        </p:nvSpPr>
        <p:spPr>
          <a:xfrm flipH="1" flipV="1">
            <a:off x="10639080" y="5185080"/>
            <a:ext cx="479520" cy="479520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微软雅黑"/>
            </a:endParaRPr>
          </a:p>
        </p:txBody>
      </p:sp>
    </p:spTree>
  </p:cSld>
  <p:transition spd="med">
    <p:pull dir="r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PlaceHolder 1"/>
          <p:cNvSpPr>
            <a:spLocks noGrp="1"/>
          </p:cNvSpPr>
          <p:nvPr>
            <p:ph hasCustomPrompt="1"/>
          </p:nvPr>
        </p:nvSpPr>
        <p:spPr>
          <a:xfrm>
            <a:off x="1283040" y="1484280"/>
            <a:ext cx="7286040" cy="2266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t">
            <a:normAutofit fontScale="85000" lnSpcReduction="19999"/>
          </a:bodyPr>
          <a:p>
            <a:pPr indent="0" algn="l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60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感谢老师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  <a:p>
            <a:pPr indent="0" algn="l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60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请批评指正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  <p:cxnSp>
        <p:nvCxnSpPr>
          <p:cNvPr id="1293" name="直接连接符 12"/>
          <p:cNvCxnSpPr/>
          <p:nvPr/>
        </p:nvCxnSpPr>
        <p:spPr>
          <a:xfrm>
            <a:off x="1295280" y="3924720"/>
            <a:ext cx="7344720" cy="1080"/>
          </a:xfrm>
          <a:prstGeom prst="straightConnector1">
            <a:avLst/>
          </a:prstGeom>
          <a:ln w="28575">
            <a:solidFill>
              <a:srgbClr val="A2A2A2"/>
            </a:solidFill>
            <a:round/>
          </a:ln>
        </p:spPr>
      </p:cxnSp>
      <p:sp>
        <p:nvSpPr>
          <p:cNvPr id="1294" name="PlaceHolder 2"/>
          <p:cNvSpPr>
            <a:spLocks noGrp="1"/>
          </p:cNvSpPr>
          <p:nvPr>
            <p:ph hasCustomPrompt="1"/>
          </p:nvPr>
        </p:nvSpPr>
        <p:spPr>
          <a:xfrm>
            <a:off x="1301760" y="4270320"/>
            <a:ext cx="7286040" cy="1577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t">
            <a:normAutofit/>
          </a:bodyPr>
          <a:p>
            <a:pPr indent="0" algn="l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</a:rPr>
              <a:t> 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微软雅黑"/>
            </a:endParaRPr>
          </a:p>
        </p:txBody>
      </p:sp>
    </p:spTree>
  </p:cSld>
  <p:transition spd="med">
    <p:pull dir="r"/>
  </p:transition>
</p:sld>
</file>

<file path=ppt/theme/theme1.xml><?xml version="1.0" encoding="utf-8"?>
<a:theme xmlns:a="http://schemas.openxmlformats.org/drawingml/2006/main" xmlns:r="http://schemas.openxmlformats.org/officeDocument/2006/relationships" name="封1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封2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封2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封3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封4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封5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封6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封7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封8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封9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目1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目2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目3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目4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目5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目6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目6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目7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目8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内页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内页​​">
  <a:themeElements>
    <a:clrScheme name="自定义 34">
      <a:dk1>
        <a:srgbClr val="000000"/>
      </a:dk1>
      <a:lt1>
        <a:srgbClr val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 pitchFamily="0" charset="1"/>
        <a:ea typeface="微软雅黑" pitchFamily="0" charset="1"/>
        <a:cs typeface=""/>
      </a:majorFont>
      <a:minorFont>
        <a:latin typeface="微软雅黑" pitchFamily="0" charset="1"/>
        <a:ea typeface="微软雅黑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LibreOffice/26.2.5.2$Linux_X86_64 LibreOffice_project/620$Build-2</Application>
  <AppVersion>15.0000</AppVersion>
  <Words>5687</Words>
  <Paragraphs>454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2016-11-28T11:30:00Z</dcterms:created>
  <dc:creator>韩宇</dc:creator>
  <dc:description/>
  <dc:language>en-US</dc:language>
  <cp:lastModifiedBy/>
  <dcterms:modified xsi:type="dcterms:W3CDTF">2026-10-03T22:54:57Z</dcterms:modified>
  <cp:revision>650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622D48B83805462FB764AD06778AFEA1_12</vt:lpwstr>
  </property>
  <property fmtid="{D5CDD505-2E9C-101B-9397-08002B2CF9AE}" pid="3" name="KSOProductBuildVer">
    <vt:lpwstr>2052-12.1.0.28022</vt:lpwstr>
  </property>
  <property fmtid="{D5CDD505-2E9C-101B-9397-08002B2CF9AE}" pid="4" name="MSIP_Label_f42aa342-8706-4288-bd11-ebb85995028c_ActionId">
    <vt:lpwstr>f2877715-b2cf-4189-b763-9fb10023ee09</vt:lpwstr>
  </property>
  <property fmtid="{D5CDD505-2E9C-101B-9397-08002B2CF9AE}" pid="5" name="MSIP_Label_f42aa342-8706-4288-bd11-ebb85995028c_Application">
    <vt:lpwstr>Microsoft Azure Information Protection</vt:lpwstr>
  </property>
  <property fmtid="{D5CDD505-2E9C-101B-9397-08002B2CF9AE}" pid="6" name="MSIP_Label_f42aa342-8706-4288-bd11-ebb85995028c_Enabled">
    <vt:lpwstr>True</vt:lpwstr>
  </property>
  <property fmtid="{D5CDD505-2E9C-101B-9397-08002B2CF9AE}" pid="7" name="MSIP_Label_f42aa342-8706-4288-bd11-ebb85995028c_Extended_MSFT_Method">
    <vt:lpwstr>Automatic</vt:lpwstr>
  </property>
  <property fmtid="{D5CDD505-2E9C-101B-9397-08002B2CF9AE}" pid="8" name="MSIP_Label_f42aa342-8706-4288-bd11-ebb85995028c_Name">
    <vt:lpwstr>General</vt:lpwstr>
  </property>
  <property fmtid="{D5CDD505-2E9C-101B-9397-08002B2CF9AE}" pid="9" name="MSIP_Label_f42aa342-8706-4288-bd11-ebb85995028c_Owner">
    <vt:lpwstr>v-yunxl@microsoft.com</vt:lpwstr>
  </property>
  <property fmtid="{D5CDD505-2E9C-101B-9397-08002B2CF9AE}" pid="10" name="MSIP_Label_f42aa342-8706-4288-bd11-ebb85995028c_SetDate">
    <vt:lpwstr>2019-04-12T06:42:33.4777185Z</vt:lpwstr>
  </property>
  <property fmtid="{D5CDD505-2E9C-101B-9397-08002B2CF9AE}" pid="11" name="MSIP_Label_f42aa342-8706-4288-bd11-ebb85995028c_SiteId">
    <vt:lpwstr>72f988bf-86f1-41af-91ab-2d7cd011db47</vt:lpwstr>
  </property>
  <property fmtid="{D5CDD505-2E9C-101B-9397-08002B2CF9AE}" pid="12" name="Notes">
    <vt:i4>582</vt:i4>
  </property>
  <property fmtid="{D5CDD505-2E9C-101B-9397-08002B2CF9AE}" pid="13" name="PresentationFormat">
    <vt:lpwstr>宽屏</vt:lpwstr>
  </property>
  <property fmtid="{D5CDD505-2E9C-101B-9397-08002B2CF9AE}" pid="14" name="Sensitivity">
    <vt:lpwstr>General</vt:lpwstr>
  </property>
  <property fmtid="{D5CDD505-2E9C-101B-9397-08002B2CF9AE}" pid="15" name="Slides">
    <vt:i4>24</vt:i4>
  </property>
</Properties>
</file>